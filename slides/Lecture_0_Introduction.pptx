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9144000" cy="51435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jXO3pVhNlSCDSIEgb8UCfYb/jL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FDBD2BB-FC6F-4DB2-8467-6B963D07F47F}">
  <a:tblStyle styleId="{DFDBD2BB-FC6F-4DB2-8467-6B963D07F47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1"/>
          <p:cNvSpPr txBox="1"/>
          <p:nvPr>
            <p:ph type="title"/>
          </p:nvPr>
        </p:nvSpPr>
        <p:spPr>
          <a:xfrm>
            <a:off x="384725" y="503825"/>
            <a:ext cx="301180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rgbClr val="20272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" type="body"/>
          </p:nvPr>
        </p:nvSpPr>
        <p:spPr>
          <a:xfrm>
            <a:off x="475249" y="946351"/>
            <a:ext cx="8138159" cy="3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rgbClr val="61616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2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 txBox="1"/>
          <p:nvPr>
            <p:ph type="title"/>
          </p:nvPr>
        </p:nvSpPr>
        <p:spPr>
          <a:xfrm>
            <a:off x="384725" y="503825"/>
            <a:ext cx="301180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rgbClr val="20272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/>
          <p:nvPr>
            <p:ph type="title"/>
          </p:nvPr>
        </p:nvSpPr>
        <p:spPr>
          <a:xfrm>
            <a:off x="384725" y="503825"/>
            <a:ext cx="301180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rgbClr val="20272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/>
          <p:nvPr/>
        </p:nvSpPr>
        <p:spPr>
          <a:xfrm>
            <a:off x="0" y="5045700"/>
            <a:ext cx="9144000" cy="98425"/>
          </a:xfrm>
          <a:custGeom>
            <a:rect b="b" l="l" r="r" t="t"/>
            <a:pathLst>
              <a:path extrusionOk="0" h="98425" w="9144000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63D19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10"/>
          <p:cNvSpPr txBox="1"/>
          <p:nvPr>
            <p:ph type="title"/>
          </p:nvPr>
        </p:nvSpPr>
        <p:spPr>
          <a:xfrm>
            <a:off x="384725" y="503825"/>
            <a:ext cx="301180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20272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0"/>
          <p:cNvSpPr txBox="1"/>
          <p:nvPr>
            <p:ph idx="1" type="body"/>
          </p:nvPr>
        </p:nvSpPr>
        <p:spPr>
          <a:xfrm>
            <a:off x="475249" y="946351"/>
            <a:ext cx="8138159" cy="3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61616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u="non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cloudskillsboost.google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027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0" y="2998149"/>
            <a:ext cx="9144000" cy="0"/>
          </a:xfrm>
          <a:custGeom>
            <a:rect b="b" l="l" r="r" t="t"/>
            <a:pathLst>
              <a:path extrusionOk="0" h="120000" w="9144000">
                <a:moveTo>
                  <a:pt x="0" y="0"/>
                </a:moveTo>
                <a:lnTo>
                  <a:pt x="9143999" y="0"/>
                </a:lnTo>
              </a:path>
            </a:pathLst>
          </a:custGeom>
          <a:noFill/>
          <a:ln cap="flat" cmpd="sng" w="19025">
            <a:solidFill>
              <a:srgbClr val="63D1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 txBox="1"/>
          <p:nvPr>
            <p:ph type="title"/>
          </p:nvPr>
        </p:nvSpPr>
        <p:spPr>
          <a:xfrm>
            <a:off x="583474" y="1532366"/>
            <a:ext cx="8560526" cy="1490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</a:rPr>
              <a:t>Kiến trúc hướng dịch vụ và </a:t>
            </a: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Điện toán đám mây (2101863)</a:t>
            </a:r>
            <a:endParaRPr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/>
          <p:cNvSpPr txBox="1"/>
          <p:nvPr>
            <p:ph type="title"/>
          </p:nvPr>
        </p:nvSpPr>
        <p:spPr>
          <a:xfrm>
            <a:off x="384725" y="503825"/>
            <a:ext cx="3011804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Contact info</a:t>
            </a:r>
            <a:endParaRPr/>
          </a:p>
        </p:txBody>
      </p:sp>
      <p:sp>
        <p:nvSpPr>
          <p:cNvPr id="52" name="Google Shape;52;p2"/>
          <p:cNvSpPr txBox="1"/>
          <p:nvPr>
            <p:ph idx="1" type="body"/>
          </p:nvPr>
        </p:nvSpPr>
        <p:spPr>
          <a:xfrm>
            <a:off x="377798" y="1962150"/>
            <a:ext cx="8138159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Nguyễn Lê Linh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083-3399-705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linh_01036037@iuh.edu.vn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 txBox="1"/>
          <p:nvPr>
            <p:ph type="title"/>
          </p:nvPr>
        </p:nvSpPr>
        <p:spPr>
          <a:xfrm>
            <a:off x="384725" y="503825"/>
            <a:ext cx="3011804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58" name="Google Shape;58;p3"/>
          <p:cNvSpPr txBox="1"/>
          <p:nvPr>
            <p:ph idx="1" type="body"/>
          </p:nvPr>
        </p:nvSpPr>
        <p:spPr>
          <a:xfrm>
            <a:off x="384725" y="3181350"/>
            <a:ext cx="8530675" cy="23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32576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CS-E4640 Big Data Platforms, Spring 2024 </a:t>
            </a:r>
            <a:endParaRPr/>
          </a:p>
          <a:p>
            <a:pPr indent="0" lvl="0" marL="0" marR="32576" rtl="0" algn="l">
              <a:spcBef>
                <a:spcPts val="1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Hong-Linh Truong</a:t>
            </a:r>
            <a:endParaRPr/>
          </a:p>
          <a:p>
            <a:pPr indent="0" lvl="0" marL="0" marR="32576" rtl="0" algn="l">
              <a:spcBef>
                <a:spcPts val="14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32576" rtl="0" algn="l">
              <a:spcBef>
                <a:spcPts val="1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… other online material</a:t>
            </a:r>
            <a:endParaRPr/>
          </a:p>
          <a:p>
            <a:pPr indent="0" lvl="0" marL="0" marR="27432" rtl="0" algn="l">
              <a:spcBef>
                <a:spcPts val="54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" name="Google Shape;59;p3"/>
          <p:cNvSpPr txBox="1"/>
          <p:nvPr/>
        </p:nvSpPr>
        <p:spPr>
          <a:xfrm>
            <a:off x="384725" y="1276350"/>
            <a:ext cx="8779278" cy="1728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572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CS398 – ACC 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University of Illinois at Urbana-Champaign</a:t>
            </a:r>
            <a:endParaRPr sz="3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22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Prof. Robert J. Brunner - Ben Congdon  Tyler Kim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 txBox="1"/>
          <p:nvPr>
            <p:ph type="title"/>
          </p:nvPr>
        </p:nvSpPr>
        <p:spPr>
          <a:xfrm>
            <a:off x="803452" y="453443"/>
            <a:ext cx="3844748" cy="442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143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671F"/>
                </a:solidFill>
              </a:rPr>
              <a:t>Learning objectives</a:t>
            </a:r>
            <a:endParaRPr/>
          </a:p>
        </p:txBody>
      </p:sp>
      <p:sp>
        <p:nvSpPr>
          <p:cNvPr id="65" name="Google Shape;65;p4"/>
          <p:cNvSpPr txBox="1"/>
          <p:nvPr/>
        </p:nvSpPr>
        <p:spPr>
          <a:xfrm>
            <a:off x="842288" y="1114419"/>
            <a:ext cx="7920712" cy="2893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333185" lvl="0" marL="34461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90"/>
              <a:buFont typeface="Arial"/>
              <a:buChar char="●"/>
            </a:pPr>
            <a:r>
              <a:rPr lang="en-US" sz="189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Understand key cloud technologies</a:t>
            </a:r>
            <a:endParaRPr sz="18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Understand key cloud computing models, including SaaS, PaaS, IaaS, and related technology trends.</a:t>
            </a:r>
            <a:endParaRPr sz="18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3741" lvl="0" marL="344615" marR="48406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90"/>
              <a:buFont typeface="Calibri"/>
              <a:buNone/>
            </a:pPr>
            <a:r>
              <a:t/>
            </a:r>
            <a:endParaRPr sz="18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756" lvl="0" marL="344615" marR="48406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90"/>
              <a:buFont typeface="Arial"/>
              <a:buChar char="●"/>
            </a:pPr>
            <a:r>
              <a:rPr lang="en-US" sz="189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Understand how cloud technologies empower big data platforms</a:t>
            </a:r>
            <a:endParaRPr sz="18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890"/>
              <a:buFont typeface="Arial"/>
              <a:buNone/>
            </a:pPr>
            <a:r>
              <a:t/>
            </a:r>
            <a:endParaRPr sz="18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756" lvl="0" marL="344615" marR="48406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90"/>
              <a:buFont typeface="Arial"/>
              <a:buChar char="●"/>
            </a:pPr>
            <a:r>
              <a:rPr lang="en-US" sz="189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 data and big data on cloud computing</a:t>
            </a:r>
            <a:endParaRPr/>
          </a:p>
          <a:p>
            <a:pPr indent="0" lvl="0" marL="10859" marR="4572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756" lvl="0" marL="344615" marR="4572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90"/>
              <a:buFont typeface="Arial"/>
              <a:buChar char="●"/>
            </a:pPr>
            <a:r>
              <a:rPr lang="en-US" sz="189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Deploy applications on cloud computing.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 txBox="1"/>
          <p:nvPr>
            <p:ph type="title"/>
          </p:nvPr>
        </p:nvSpPr>
        <p:spPr>
          <a:xfrm>
            <a:off x="3854971" y="499750"/>
            <a:ext cx="2169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Format</a:t>
            </a:r>
            <a:endParaRPr sz="3600"/>
          </a:p>
        </p:txBody>
      </p:sp>
      <p:sp>
        <p:nvSpPr>
          <p:cNvPr id="71" name="Google Shape;71;p5"/>
          <p:cNvSpPr txBox="1"/>
          <p:nvPr/>
        </p:nvSpPr>
        <p:spPr>
          <a:xfrm>
            <a:off x="475249" y="1143584"/>
            <a:ext cx="8059151" cy="26962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375">
            <a:spAutoFit/>
          </a:bodyPr>
          <a:lstStyle/>
          <a:p>
            <a:pPr indent="-366395" lvl="0" marL="3790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Char char="●"/>
            </a:pPr>
            <a:r>
              <a:rPr lang="en-US" sz="3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Lectures: 10</a:t>
            </a:r>
            <a:endParaRPr/>
          </a:p>
          <a:p>
            <a:pPr indent="-366395" lvl="0" marL="379095" marR="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Char char="●"/>
            </a:pPr>
            <a:r>
              <a:rPr lang="en-US" sz="3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Lab: 10</a:t>
            </a:r>
            <a:endParaRPr/>
          </a:p>
          <a:p>
            <a:pPr indent="-366394" lvl="1" marL="836295" marR="0" rtl="0" algn="l"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Char char="●"/>
            </a:pPr>
            <a:r>
              <a:rPr b="0" i="0" lang="en-US" sz="3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Google Colab – data excercises</a:t>
            </a:r>
            <a:endParaRPr b="0" i="0" sz="3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66394" lvl="1" marL="836295" marR="0" rtl="0" algn="l"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Char char="●"/>
            </a:pPr>
            <a:r>
              <a:rPr b="0" i="0" lang="en-US" sz="3000" u="sng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https://www.cloudskillsboost.google/</a:t>
            </a:r>
            <a:endParaRPr b="0" i="0" sz="3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66394" lvl="1" marL="836295" marR="0" rtl="0" algn="l"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Char char="●"/>
            </a:pPr>
            <a:r>
              <a:rPr b="0" i="0" lang="en-US" sz="3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Docker </a:t>
            </a:r>
            <a:endParaRPr b="0" i="0" sz="3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"/>
          <p:cNvSpPr/>
          <p:nvPr/>
        </p:nvSpPr>
        <p:spPr>
          <a:xfrm>
            <a:off x="6858000" y="2149374"/>
            <a:ext cx="2286000" cy="2978150"/>
          </a:xfrm>
          <a:custGeom>
            <a:rect b="b" l="l" r="r" t="t"/>
            <a:pathLst>
              <a:path extrusionOk="0" h="2978150" w="2286000">
                <a:moveTo>
                  <a:pt x="2285999" y="2977815"/>
                </a:moveTo>
                <a:lnTo>
                  <a:pt x="0" y="2977815"/>
                </a:lnTo>
                <a:lnTo>
                  <a:pt x="0" y="0"/>
                </a:lnTo>
                <a:lnTo>
                  <a:pt x="2285999" y="0"/>
                </a:lnTo>
                <a:lnTo>
                  <a:pt x="2285999" y="2977815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6858000" y="1468007"/>
            <a:ext cx="2286000" cy="69850"/>
          </a:xfrm>
          <a:custGeom>
            <a:rect b="b" l="l" r="r" t="t"/>
            <a:pathLst>
              <a:path extrusionOk="0" h="69850" w="2286000">
                <a:moveTo>
                  <a:pt x="2285999" y="69251"/>
                </a:moveTo>
                <a:lnTo>
                  <a:pt x="0" y="69251"/>
                </a:lnTo>
                <a:lnTo>
                  <a:pt x="0" y="0"/>
                </a:lnTo>
                <a:lnTo>
                  <a:pt x="2285999" y="0"/>
                </a:lnTo>
                <a:lnTo>
                  <a:pt x="2285999" y="69251"/>
                </a:ln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8" name="Google Shape;78;p6"/>
          <p:cNvGrpSpPr/>
          <p:nvPr/>
        </p:nvGrpSpPr>
        <p:grpSpPr>
          <a:xfrm>
            <a:off x="4572000" y="1468007"/>
            <a:ext cx="4572000" cy="3676026"/>
            <a:chOff x="4572000" y="1468007"/>
            <a:chExt cx="4572000" cy="3676026"/>
          </a:xfrm>
        </p:grpSpPr>
        <p:sp>
          <p:nvSpPr>
            <p:cNvPr id="79" name="Google Shape;79;p6"/>
            <p:cNvSpPr/>
            <p:nvPr/>
          </p:nvSpPr>
          <p:spPr>
            <a:xfrm>
              <a:off x="6858000" y="5139982"/>
              <a:ext cx="2286000" cy="3810"/>
            </a:xfrm>
            <a:custGeom>
              <a:rect b="b" l="l" r="r" t="t"/>
              <a:pathLst>
                <a:path extrusionOk="0" h="3810" w="2286000">
                  <a:moveTo>
                    <a:pt x="2286000" y="3517"/>
                  </a:moveTo>
                  <a:lnTo>
                    <a:pt x="0" y="3517"/>
                  </a:lnTo>
                  <a:lnTo>
                    <a:pt x="0" y="0"/>
                  </a:lnTo>
                  <a:lnTo>
                    <a:pt x="2286000" y="0"/>
                  </a:lnTo>
                  <a:lnTo>
                    <a:pt x="2286000" y="3517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6"/>
            <p:cNvSpPr/>
            <p:nvPr/>
          </p:nvSpPr>
          <p:spPr>
            <a:xfrm>
              <a:off x="6858000" y="1468007"/>
              <a:ext cx="0" cy="3659504"/>
            </a:xfrm>
            <a:custGeom>
              <a:rect b="b" l="l" r="r" t="t"/>
              <a:pathLst>
                <a:path extrusionOk="0" h="3659504" w="120000">
                  <a:moveTo>
                    <a:pt x="0" y="0"/>
                  </a:moveTo>
                  <a:lnTo>
                    <a:pt x="0" y="3659111"/>
                  </a:lnTo>
                </a:path>
              </a:pathLst>
            </a:custGeom>
            <a:noFill/>
            <a:ln cap="flat" cmpd="sng" w="9525">
              <a:solidFill>
                <a:srgbClr val="4285F4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6"/>
            <p:cNvSpPr/>
            <p:nvPr/>
          </p:nvSpPr>
          <p:spPr>
            <a:xfrm>
              <a:off x="4572000" y="2149373"/>
              <a:ext cx="2286000" cy="2978150"/>
            </a:xfrm>
            <a:custGeom>
              <a:rect b="b" l="l" r="r" t="t"/>
              <a:pathLst>
                <a:path extrusionOk="0" h="2978150" w="2286000">
                  <a:moveTo>
                    <a:pt x="2285999" y="2977815"/>
                  </a:moveTo>
                  <a:lnTo>
                    <a:pt x="0" y="2977815"/>
                  </a:lnTo>
                  <a:lnTo>
                    <a:pt x="0" y="0"/>
                  </a:lnTo>
                  <a:lnTo>
                    <a:pt x="2285999" y="0"/>
                  </a:lnTo>
                  <a:lnTo>
                    <a:pt x="2285999" y="2977815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6"/>
            <p:cNvSpPr/>
            <p:nvPr/>
          </p:nvSpPr>
          <p:spPr>
            <a:xfrm>
              <a:off x="4572000" y="1468018"/>
              <a:ext cx="2286000" cy="3676015"/>
            </a:xfrm>
            <a:custGeom>
              <a:rect b="b" l="l" r="r" t="t"/>
              <a:pathLst>
                <a:path extrusionOk="0" h="3676015" w="2286000">
                  <a:moveTo>
                    <a:pt x="2286000" y="3671976"/>
                  </a:moveTo>
                  <a:lnTo>
                    <a:pt x="0" y="3671976"/>
                  </a:lnTo>
                  <a:lnTo>
                    <a:pt x="0" y="3675481"/>
                  </a:lnTo>
                  <a:lnTo>
                    <a:pt x="2286000" y="3675481"/>
                  </a:lnTo>
                  <a:lnTo>
                    <a:pt x="2286000" y="3671976"/>
                  </a:lnTo>
                  <a:close/>
                </a:path>
                <a:path extrusionOk="0" h="3676015" w="2286000">
                  <a:moveTo>
                    <a:pt x="2286000" y="0"/>
                  </a:moveTo>
                  <a:lnTo>
                    <a:pt x="0" y="0"/>
                  </a:lnTo>
                  <a:lnTo>
                    <a:pt x="0" y="69253"/>
                  </a:lnTo>
                  <a:lnTo>
                    <a:pt x="2286000" y="69253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" name="Google Shape;83;p6"/>
          <p:cNvSpPr txBox="1"/>
          <p:nvPr/>
        </p:nvSpPr>
        <p:spPr>
          <a:xfrm>
            <a:off x="7147325" y="2541943"/>
            <a:ext cx="1628139" cy="1895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75">
            <a:spAutoFit/>
          </a:bodyPr>
          <a:lstStyle/>
          <a:p>
            <a:pPr indent="0" lvl="0" marL="12700" marR="5080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Containerization </a:t>
            </a:r>
            <a:r>
              <a:rPr b="1" lang="en-US" sz="2000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and Infrastructure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191770" rtl="0" algn="l">
              <a:lnSpc>
                <a:spcPct val="114599"/>
              </a:lnSpc>
              <a:spcBef>
                <a:spcPts val="122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Basic Cloud Security, Commercial Clouds, Docker, Terraform, Kubernetes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6"/>
          <p:cNvSpPr txBox="1"/>
          <p:nvPr/>
        </p:nvSpPr>
        <p:spPr>
          <a:xfrm>
            <a:off x="7147316" y="1721598"/>
            <a:ext cx="66167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Phase 4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4861325" y="2502827"/>
            <a:ext cx="1410335" cy="694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750">
            <a:spAutoFit/>
          </a:bodyPr>
          <a:lstStyle/>
          <a:p>
            <a:pPr indent="0" lvl="0" marL="12700" marR="508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Distributed Databases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6"/>
          <p:cNvSpPr txBox="1"/>
          <p:nvPr/>
        </p:nvSpPr>
        <p:spPr>
          <a:xfrm>
            <a:off x="4861325" y="3573399"/>
            <a:ext cx="1287145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4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NoSQL Databases, Key-Value Stores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4861316" y="1721598"/>
            <a:ext cx="66167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Phase 3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8" name="Google Shape;88;p6"/>
          <p:cNvGrpSpPr/>
          <p:nvPr/>
        </p:nvGrpSpPr>
        <p:grpSpPr>
          <a:xfrm>
            <a:off x="2286000" y="1468007"/>
            <a:ext cx="2286000" cy="3676026"/>
            <a:chOff x="2286000" y="1468007"/>
            <a:chExt cx="2286000" cy="3676026"/>
          </a:xfrm>
        </p:grpSpPr>
        <p:sp>
          <p:nvSpPr>
            <p:cNvPr id="89" name="Google Shape;89;p6"/>
            <p:cNvSpPr/>
            <p:nvPr/>
          </p:nvSpPr>
          <p:spPr>
            <a:xfrm>
              <a:off x="4572000" y="1468007"/>
              <a:ext cx="0" cy="3659504"/>
            </a:xfrm>
            <a:custGeom>
              <a:rect b="b" l="l" r="r" t="t"/>
              <a:pathLst>
                <a:path extrusionOk="0" h="3659504" w="120000">
                  <a:moveTo>
                    <a:pt x="0" y="0"/>
                  </a:moveTo>
                  <a:lnTo>
                    <a:pt x="0" y="3659111"/>
                  </a:lnTo>
                </a:path>
              </a:pathLst>
            </a:custGeom>
            <a:noFill/>
            <a:ln cap="flat" cmpd="sng" w="9525">
              <a:solidFill>
                <a:srgbClr val="4285F4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6"/>
            <p:cNvSpPr/>
            <p:nvPr/>
          </p:nvSpPr>
          <p:spPr>
            <a:xfrm>
              <a:off x="2286000" y="2149373"/>
              <a:ext cx="2286000" cy="2978150"/>
            </a:xfrm>
            <a:custGeom>
              <a:rect b="b" l="l" r="r" t="t"/>
              <a:pathLst>
                <a:path extrusionOk="0" h="2978150" w="2286000">
                  <a:moveTo>
                    <a:pt x="2285999" y="2977815"/>
                  </a:moveTo>
                  <a:lnTo>
                    <a:pt x="0" y="2977815"/>
                  </a:lnTo>
                  <a:lnTo>
                    <a:pt x="0" y="0"/>
                  </a:lnTo>
                  <a:lnTo>
                    <a:pt x="2285999" y="0"/>
                  </a:lnTo>
                  <a:lnTo>
                    <a:pt x="2285999" y="2977815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6"/>
            <p:cNvSpPr/>
            <p:nvPr/>
          </p:nvSpPr>
          <p:spPr>
            <a:xfrm>
              <a:off x="2286000" y="1468018"/>
              <a:ext cx="2286000" cy="3676015"/>
            </a:xfrm>
            <a:custGeom>
              <a:rect b="b" l="l" r="r" t="t"/>
              <a:pathLst>
                <a:path extrusionOk="0" h="3676015" w="2286000">
                  <a:moveTo>
                    <a:pt x="2286000" y="3671976"/>
                  </a:moveTo>
                  <a:lnTo>
                    <a:pt x="0" y="3671976"/>
                  </a:lnTo>
                  <a:lnTo>
                    <a:pt x="0" y="3675481"/>
                  </a:lnTo>
                  <a:lnTo>
                    <a:pt x="2286000" y="3675481"/>
                  </a:lnTo>
                  <a:lnTo>
                    <a:pt x="2286000" y="3671976"/>
                  </a:lnTo>
                  <a:close/>
                </a:path>
                <a:path extrusionOk="0" h="3676015" w="2286000">
                  <a:moveTo>
                    <a:pt x="2286000" y="0"/>
                  </a:moveTo>
                  <a:lnTo>
                    <a:pt x="0" y="0"/>
                  </a:lnTo>
                  <a:lnTo>
                    <a:pt x="0" y="69253"/>
                  </a:lnTo>
                  <a:lnTo>
                    <a:pt x="2286000" y="69253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6"/>
          <p:cNvSpPr txBox="1"/>
          <p:nvPr/>
        </p:nvSpPr>
        <p:spPr>
          <a:xfrm>
            <a:off x="2575325" y="2502827"/>
            <a:ext cx="1670050" cy="694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750">
            <a:spAutoFit/>
          </a:bodyPr>
          <a:lstStyle/>
          <a:p>
            <a:pPr indent="0" lvl="0" marL="12700" marR="508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Spark and its Frameworks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2575325" y="3573399"/>
            <a:ext cx="1551305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4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Modern Data-Intensive Cloud Applications, Stream Processing, Graph Processing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2575316" y="1721598"/>
            <a:ext cx="66167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Phase 2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5" name="Google Shape;95;p6"/>
          <p:cNvGrpSpPr/>
          <p:nvPr/>
        </p:nvGrpSpPr>
        <p:grpSpPr>
          <a:xfrm>
            <a:off x="0" y="1468007"/>
            <a:ext cx="2286000" cy="3676026"/>
            <a:chOff x="0" y="1468007"/>
            <a:chExt cx="2286000" cy="3676026"/>
          </a:xfrm>
        </p:grpSpPr>
        <p:sp>
          <p:nvSpPr>
            <p:cNvPr id="96" name="Google Shape;96;p6"/>
            <p:cNvSpPr/>
            <p:nvPr/>
          </p:nvSpPr>
          <p:spPr>
            <a:xfrm>
              <a:off x="2286000" y="1468007"/>
              <a:ext cx="0" cy="3659504"/>
            </a:xfrm>
            <a:custGeom>
              <a:rect b="b" l="l" r="r" t="t"/>
              <a:pathLst>
                <a:path extrusionOk="0" h="3659504" w="120000">
                  <a:moveTo>
                    <a:pt x="0" y="0"/>
                  </a:moveTo>
                  <a:lnTo>
                    <a:pt x="0" y="3659111"/>
                  </a:lnTo>
                </a:path>
              </a:pathLst>
            </a:custGeom>
            <a:noFill/>
            <a:ln cap="flat" cmpd="sng" w="9525">
              <a:solidFill>
                <a:srgbClr val="4285F4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6"/>
            <p:cNvSpPr/>
            <p:nvPr/>
          </p:nvSpPr>
          <p:spPr>
            <a:xfrm>
              <a:off x="0" y="2149373"/>
              <a:ext cx="2286000" cy="2978150"/>
            </a:xfrm>
            <a:custGeom>
              <a:rect b="b" l="l" r="r" t="t"/>
              <a:pathLst>
                <a:path extrusionOk="0" h="2978150" w="2286000">
                  <a:moveTo>
                    <a:pt x="2285999" y="2977815"/>
                  </a:moveTo>
                  <a:lnTo>
                    <a:pt x="0" y="2977815"/>
                  </a:lnTo>
                  <a:lnTo>
                    <a:pt x="0" y="0"/>
                  </a:lnTo>
                  <a:lnTo>
                    <a:pt x="2285999" y="0"/>
                  </a:lnTo>
                  <a:lnTo>
                    <a:pt x="2285999" y="2977815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0" y="1468018"/>
              <a:ext cx="2286000" cy="3676015"/>
            </a:xfrm>
            <a:custGeom>
              <a:rect b="b" l="l" r="r" t="t"/>
              <a:pathLst>
                <a:path extrusionOk="0" h="3676015" w="2286000">
                  <a:moveTo>
                    <a:pt x="2286000" y="3671976"/>
                  </a:moveTo>
                  <a:lnTo>
                    <a:pt x="0" y="3671976"/>
                  </a:lnTo>
                  <a:lnTo>
                    <a:pt x="0" y="3675481"/>
                  </a:lnTo>
                  <a:lnTo>
                    <a:pt x="2286000" y="3675481"/>
                  </a:lnTo>
                  <a:lnTo>
                    <a:pt x="2286000" y="3671976"/>
                  </a:lnTo>
                  <a:close/>
                </a:path>
                <a:path extrusionOk="0" h="3676015" w="2286000">
                  <a:moveTo>
                    <a:pt x="2286000" y="0"/>
                  </a:moveTo>
                  <a:lnTo>
                    <a:pt x="0" y="0"/>
                  </a:lnTo>
                  <a:lnTo>
                    <a:pt x="0" y="69253"/>
                  </a:lnTo>
                  <a:lnTo>
                    <a:pt x="2286000" y="69253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6"/>
          <p:cNvSpPr txBox="1"/>
          <p:nvPr/>
        </p:nvSpPr>
        <p:spPr>
          <a:xfrm>
            <a:off x="289325" y="2502827"/>
            <a:ext cx="1534795" cy="694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750">
            <a:spAutoFit/>
          </a:bodyPr>
          <a:lstStyle/>
          <a:p>
            <a:pPr indent="0" lvl="0" marL="12700" marR="508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MapReduce and Hadoop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289325" y="3573399"/>
            <a:ext cx="1691005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4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MapReduce Programming Paradigm, Distributed File Systems, Basic Cloud Parallelism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289316" y="1721598"/>
            <a:ext cx="66167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Phase 1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6"/>
          <p:cNvSpPr txBox="1"/>
          <p:nvPr>
            <p:ph type="title"/>
          </p:nvPr>
        </p:nvSpPr>
        <p:spPr>
          <a:xfrm>
            <a:off x="384724" y="503825"/>
            <a:ext cx="7616273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6466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Goals &amp; Design</a:t>
            </a:r>
            <a:endParaRPr sz="3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 txBox="1"/>
          <p:nvPr>
            <p:ph type="title"/>
          </p:nvPr>
        </p:nvSpPr>
        <p:spPr>
          <a:xfrm>
            <a:off x="384724" y="503825"/>
            <a:ext cx="7768675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876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Prerequisites</a:t>
            </a:r>
            <a:endParaRPr sz="3600"/>
          </a:p>
        </p:txBody>
      </p:sp>
      <p:sp>
        <p:nvSpPr>
          <p:cNvPr id="108" name="Google Shape;108;p7"/>
          <p:cNvSpPr txBox="1"/>
          <p:nvPr/>
        </p:nvSpPr>
        <p:spPr>
          <a:xfrm>
            <a:off x="384725" y="1143584"/>
            <a:ext cx="7323455" cy="3106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375">
            <a:spAutoFit/>
          </a:bodyPr>
          <a:lstStyle/>
          <a:p>
            <a:pPr indent="-366395" lvl="0" marL="4692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1800"/>
              <a:buFont typeface="Tahoma"/>
              <a:buChar char="●"/>
            </a:pPr>
            <a:r>
              <a:rPr lang="en-US" sz="3000">
                <a:solidFill>
                  <a:srgbClr val="616161"/>
                </a:solidFill>
                <a:latin typeface="Trebuchet MS"/>
                <a:ea typeface="Trebuchet MS"/>
                <a:cs typeface="Trebuchet MS"/>
                <a:sym typeface="Trebuchet MS"/>
              </a:rPr>
              <a:t>Proficiency in programming</a:t>
            </a:r>
            <a:endParaRPr sz="3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66395" lvl="0" marL="469265" marR="0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rgbClr val="616161"/>
              </a:buClr>
              <a:buSzPts val="1800"/>
              <a:buFont typeface="Tahoma"/>
              <a:buChar char="●"/>
            </a:pPr>
            <a:r>
              <a:rPr lang="en-US" sz="3000">
                <a:solidFill>
                  <a:srgbClr val="616161"/>
                </a:solidFill>
                <a:latin typeface="Trebuchet MS"/>
                <a:ea typeface="Trebuchet MS"/>
                <a:cs typeface="Trebuchet MS"/>
                <a:sym typeface="Trebuchet MS"/>
              </a:rPr>
              <a:t>Comfortable with programming in Python</a:t>
            </a:r>
            <a:endParaRPr sz="3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66395" lvl="0" marL="469265" marR="0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rgbClr val="616161"/>
              </a:buClr>
              <a:buSzPts val="1800"/>
              <a:buFont typeface="Tahoma"/>
              <a:buChar char="●"/>
            </a:pPr>
            <a:r>
              <a:rPr lang="en-US" sz="3000">
                <a:solidFill>
                  <a:srgbClr val="616161"/>
                </a:solidFill>
                <a:latin typeface="Trebuchet MS"/>
                <a:ea typeface="Trebuchet MS"/>
                <a:cs typeface="Trebuchet MS"/>
                <a:sym typeface="Trebuchet MS"/>
              </a:rPr>
              <a:t>Comfortable using CLI and git</a:t>
            </a:r>
            <a:endParaRPr sz="3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616161"/>
                </a:solidFill>
                <a:latin typeface="Trebuchet MS"/>
                <a:ea typeface="Trebuchet MS"/>
                <a:cs typeface="Trebuchet MS"/>
                <a:sym typeface="Trebuchet MS"/>
              </a:rPr>
              <a:t>Contact the instructors if you aren’t sure</a:t>
            </a:r>
            <a:endParaRPr sz="3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356275" y="2359824"/>
            <a:ext cx="736600" cy="748665"/>
            <a:chOff x="356275" y="2359824"/>
            <a:chExt cx="736600" cy="748665"/>
          </a:xfrm>
        </p:grpSpPr>
        <p:sp>
          <p:nvSpPr>
            <p:cNvPr id="114" name="Google Shape;114;p8"/>
            <p:cNvSpPr/>
            <p:nvPr/>
          </p:nvSpPr>
          <p:spPr>
            <a:xfrm>
              <a:off x="356275" y="2451849"/>
              <a:ext cx="736600" cy="656590"/>
            </a:xfrm>
            <a:custGeom>
              <a:rect b="b" l="l" r="r" t="t"/>
              <a:pathLst>
                <a:path extrusionOk="0" h="656589" w="736600">
                  <a:moveTo>
                    <a:pt x="368099" y="656174"/>
                  </a:moveTo>
                  <a:lnTo>
                    <a:pt x="293915" y="654305"/>
                  </a:lnTo>
                  <a:lnTo>
                    <a:pt x="224818" y="648943"/>
                  </a:lnTo>
                  <a:lnTo>
                    <a:pt x="162291" y="640458"/>
                  </a:lnTo>
                  <a:lnTo>
                    <a:pt x="107813" y="629221"/>
                  </a:lnTo>
                  <a:lnTo>
                    <a:pt x="62865" y="615602"/>
                  </a:lnTo>
                  <a:lnTo>
                    <a:pt x="7478" y="582696"/>
                  </a:lnTo>
                  <a:lnTo>
                    <a:pt x="0" y="564149"/>
                  </a:lnTo>
                  <a:lnTo>
                    <a:pt x="0" y="0"/>
                  </a:lnTo>
                  <a:lnTo>
                    <a:pt x="7478" y="18546"/>
                  </a:lnTo>
                  <a:lnTo>
                    <a:pt x="28927" y="35820"/>
                  </a:lnTo>
                  <a:lnTo>
                    <a:pt x="107813" y="65071"/>
                  </a:lnTo>
                  <a:lnTo>
                    <a:pt x="162291" y="76308"/>
                  </a:lnTo>
                  <a:lnTo>
                    <a:pt x="224818" y="84793"/>
                  </a:lnTo>
                  <a:lnTo>
                    <a:pt x="293915" y="90155"/>
                  </a:lnTo>
                  <a:lnTo>
                    <a:pt x="368099" y="92024"/>
                  </a:lnTo>
                  <a:lnTo>
                    <a:pt x="442284" y="90155"/>
                  </a:lnTo>
                  <a:lnTo>
                    <a:pt x="511381" y="84793"/>
                  </a:lnTo>
                  <a:lnTo>
                    <a:pt x="573908" y="76308"/>
                  </a:lnTo>
                  <a:lnTo>
                    <a:pt x="628385" y="65071"/>
                  </a:lnTo>
                  <a:lnTo>
                    <a:pt x="673334" y="51452"/>
                  </a:lnTo>
                  <a:lnTo>
                    <a:pt x="728721" y="18546"/>
                  </a:lnTo>
                  <a:lnTo>
                    <a:pt x="736199" y="0"/>
                  </a:lnTo>
                  <a:lnTo>
                    <a:pt x="736199" y="564149"/>
                  </a:lnTo>
                  <a:lnTo>
                    <a:pt x="707272" y="599970"/>
                  </a:lnTo>
                  <a:lnTo>
                    <a:pt x="628385" y="629221"/>
                  </a:lnTo>
                  <a:lnTo>
                    <a:pt x="573908" y="640458"/>
                  </a:lnTo>
                  <a:lnTo>
                    <a:pt x="511381" y="648943"/>
                  </a:lnTo>
                  <a:lnTo>
                    <a:pt x="442284" y="654305"/>
                  </a:lnTo>
                  <a:lnTo>
                    <a:pt x="368099" y="656174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8"/>
            <p:cNvSpPr/>
            <p:nvPr/>
          </p:nvSpPr>
          <p:spPr>
            <a:xfrm>
              <a:off x="356275" y="2359824"/>
              <a:ext cx="736600" cy="184150"/>
            </a:xfrm>
            <a:custGeom>
              <a:rect b="b" l="l" r="r" t="t"/>
              <a:pathLst>
                <a:path extrusionOk="0" h="184150" w="736600">
                  <a:moveTo>
                    <a:pt x="368099" y="184049"/>
                  </a:moveTo>
                  <a:lnTo>
                    <a:pt x="293915" y="182180"/>
                  </a:lnTo>
                  <a:lnTo>
                    <a:pt x="224818" y="176818"/>
                  </a:lnTo>
                  <a:lnTo>
                    <a:pt x="162291" y="168333"/>
                  </a:lnTo>
                  <a:lnTo>
                    <a:pt x="107813" y="157096"/>
                  </a:lnTo>
                  <a:lnTo>
                    <a:pt x="62865" y="143477"/>
                  </a:lnTo>
                  <a:lnTo>
                    <a:pt x="7478" y="110571"/>
                  </a:lnTo>
                  <a:lnTo>
                    <a:pt x="0" y="92024"/>
                  </a:lnTo>
                  <a:lnTo>
                    <a:pt x="7478" y="73478"/>
                  </a:lnTo>
                  <a:lnTo>
                    <a:pt x="62865" y="40572"/>
                  </a:lnTo>
                  <a:lnTo>
                    <a:pt x="107813" y="26953"/>
                  </a:lnTo>
                  <a:lnTo>
                    <a:pt x="162291" y="15716"/>
                  </a:lnTo>
                  <a:lnTo>
                    <a:pt x="224818" y="7231"/>
                  </a:lnTo>
                  <a:lnTo>
                    <a:pt x="293915" y="1869"/>
                  </a:lnTo>
                  <a:lnTo>
                    <a:pt x="368099" y="0"/>
                  </a:lnTo>
                  <a:lnTo>
                    <a:pt x="442284" y="1869"/>
                  </a:lnTo>
                  <a:lnTo>
                    <a:pt x="511381" y="7231"/>
                  </a:lnTo>
                  <a:lnTo>
                    <a:pt x="573908" y="15716"/>
                  </a:lnTo>
                  <a:lnTo>
                    <a:pt x="628385" y="26953"/>
                  </a:lnTo>
                  <a:lnTo>
                    <a:pt x="673334" y="40572"/>
                  </a:lnTo>
                  <a:lnTo>
                    <a:pt x="728721" y="73478"/>
                  </a:lnTo>
                  <a:lnTo>
                    <a:pt x="736199" y="92024"/>
                  </a:lnTo>
                  <a:lnTo>
                    <a:pt x="728721" y="110571"/>
                  </a:lnTo>
                  <a:lnTo>
                    <a:pt x="673334" y="143477"/>
                  </a:lnTo>
                  <a:lnTo>
                    <a:pt x="628385" y="157096"/>
                  </a:lnTo>
                  <a:lnTo>
                    <a:pt x="573908" y="168333"/>
                  </a:lnTo>
                  <a:lnTo>
                    <a:pt x="511381" y="176818"/>
                  </a:lnTo>
                  <a:lnTo>
                    <a:pt x="442284" y="182180"/>
                  </a:lnTo>
                  <a:lnTo>
                    <a:pt x="368099" y="184049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8"/>
            <p:cNvSpPr/>
            <p:nvPr/>
          </p:nvSpPr>
          <p:spPr>
            <a:xfrm>
              <a:off x="356275" y="2359824"/>
              <a:ext cx="736600" cy="748665"/>
            </a:xfrm>
            <a:custGeom>
              <a:rect b="b" l="l" r="r" t="t"/>
              <a:pathLst>
                <a:path extrusionOk="0" h="748664" w="736600">
                  <a:moveTo>
                    <a:pt x="736199" y="92024"/>
                  </a:moveTo>
                  <a:lnTo>
                    <a:pt x="728721" y="110571"/>
                  </a:lnTo>
                  <a:lnTo>
                    <a:pt x="707272" y="127845"/>
                  </a:lnTo>
                  <a:lnTo>
                    <a:pt x="628385" y="157096"/>
                  </a:lnTo>
                  <a:lnTo>
                    <a:pt x="573908" y="168333"/>
                  </a:lnTo>
                  <a:lnTo>
                    <a:pt x="511381" y="176818"/>
                  </a:lnTo>
                  <a:lnTo>
                    <a:pt x="442284" y="182180"/>
                  </a:lnTo>
                  <a:lnTo>
                    <a:pt x="368099" y="184049"/>
                  </a:lnTo>
                  <a:lnTo>
                    <a:pt x="293915" y="182180"/>
                  </a:lnTo>
                  <a:lnTo>
                    <a:pt x="224818" y="176818"/>
                  </a:lnTo>
                  <a:lnTo>
                    <a:pt x="162291" y="168333"/>
                  </a:lnTo>
                  <a:lnTo>
                    <a:pt x="107813" y="157096"/>
                  </a:lnTo>
                  <a:lnTo>
                    <a:pt x="62865" y="143477"/>
                  </a:lnTo>
                  <a:lnTo>
                    <a:pt x="7478" y="110571"/>
                  </a:lnTo>
                  <a:lnTo>
                    <a:pt x="0" y="92024"/>
                  </a:lnTo>
                  <a:lnTo>
                    <a:pt x="28927" y="56204"/>
                  </a:lnTo>
                  <a:lnTo>
                    <a:pt x="107813" y="26953"/>
                  </a:lnTo>
                  <a:lnTo>
                    <a:pt x="162291" y="15716"/>
                  </a:lnTo>
                  <a:lnTo>
                    <a:pt x="224818" y="7231"/>
                  </a:lnTo>
                  <a:lnTo>
                    <a:pt x="293915" y="1869"/>
                  </a:lnTo>
                  <a:lnTo>
                    <a:pt x="368099" y="0"/>
                  </a:lnTo>
                  <a:lnTo>
                    <a:pt x="442284" y="1869"/>
                  </a:lnTo>
                  <a:lnTo>
                    <a:pt x="511381" y="7231"/>
                  </a:lnTo>
                  <a:lnTo>
                    <a:pt x="573908" y="15716"/>
                  </a:lnTo>
                  <a:lnTo>
                    <a:pt x="628385" y="26953"/>
                  </a:lnTo>
                  <a:lnTo>
                    <a:pt x="673334" y="40572"/>
                  </a:lnTo>
                  <a:lnTo>
                    <a:pt x="728721" y="73478"/>
                  </a:lnTo>
                  <a:lnTo>
                    <a:pt x="736199" y="92024"/>
                  </a:lnTo>
                  <a:lnTo>
                    <a:pt x="736199" y="656174"/>
                  </a:lnTo>
                  <a:lnTo>
                    <a:pt x="707272" y="691995"/>
                  </a:lnTo>
                  <a:lnTo>
                    <a:pt x="628385" y="721246"/>
                  </a:lnTo>
                  <a:lnTo>
                    <a:pt x="573908" y="732483"/>
                  </a:lnTo>
                  <a:lnTo>
                    <a:pt x="511381" y="740968"/>
                  </a:lnTo>
                  <a:lnTo>
                    <a:pt x="442284" y="746330"/>
                  </a:lnTo>
                  <a:lnTo>
                    <a:pt x="368099" y="748199"/>
                  </a:lnTo>
                  <a:lnTo>
                    <a:pt x="293915" y="746330"/>
                  </a:lnTo>
                  <a:lnTo>
                    <a:pt x="224818" y="740968"/>
                  </a:lnTo>
                  <a:lnTo>
                    <a:pt x="162291" y="732483"/>
                  </a:lnTo>
                  <a:lnTo>
                    <a:pt x="107813" y="721246"/>
                  </a:lnTo>
                  <a:lnTo>
                    <a:pt x="62865" y="707627"/>
                  </a:lnTo>
                  <a:lnTo>
                    <a:pt x="7478" y="674721"/>
                  </a:lnTo>
                  <a:lnTo>
                    <a:pt x="0" y="656174"/>
                  </a:lnTo>
                  <a:lnTo>
                    <a:pt x="0" y="92024"/>
                  </a:ln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8"/>
          <p:cNvSpPr txBox="1"/>
          <p:nvPr/>
        </p:nvSpPr>
        <p:spPr>
          <a:xfrm>
            <a:off x="633757" y="2655350"/>
            <a:ext cx="23114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S3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8" name="Google Shape;118;p8"/>
          <p:cNvGrpSpPr/>
          <p:nvPr/>
        </p:nvGrpSpPr>
        <p:grpSpPr>
          <a:xfrm>
            <a:off x="890599" y="4014325"/>
            <a:ext cx="736600" cy="748665"/>
            <a:chOff x="890599" y="4014325"/>
            <a:chExt cx="736600" cy="748665"/>
          </a:xfrm>
        </p:grpSpPr>
        <p:sp>
          <p:nvSpPr>
            <p:cNvPr id="119" name="Google Shape;119;p8"/>
            <p:cNvSpPr/>
            <p:nvPr/>
          </p:nvSpPr>
          <p:spPr>
            <a:xfrm>
              <a:off x="890599" y="4106350"/>
              <a:ext cx="736600" cy="656590"/>
            </a:xfrm>
            <a:custGeom>
              <a:rect b="b" l="l" r="r" t="t"/>
              <a:pathLst>
                <a:path extrusionOk="0" h="656589" w="736600">
                  <a:moveTo>
                    <a:pt x="368099" y="656174"/>
                  </a:moveTo>
                  <a:lnTo>
                    <a:pt x="293915" y="654305"/>
                  </a:lnTo>
                  <a:lnTo>
                    <a:pt x="224818" y="648943"/>
                  </a:lnTo>
                  <a:lnTo>
                    <a:pt x="162291" y="640458"/>
                  </a:lnTo>
                  <a:lnTo>
                    <a:pt x="107813" y="629221"/>
                  </a:lnTo>
                  <a:lnTo>
                    <a:pt x="62865" y="615601"/>
                  </a:lnTo>
                  <a:lnTo>
                    <a:pt x="7478" y="582696"/>
                  </a:lnTo>
                  <a:lnTo>
                    <a:pt x="0" y="564149"/>
                  </a:lnTo>
                  <a:lnTo>
                    <a:pt x="0" y="0"/>
                  </a:lnTo>
                  <a:lnTo>
                    <a:pt x="7478" y="18546"/>
                  </a:lnTo>
                  <a:lnTo>
                    <a:pt x="28927" y="35820"/>
                  </a:lnTo>
                  <a:lnTo>
                    <a:pt x="107813" y="65071"/>
                  </a:lnTo>
                  <a:lnTo>
                    <a:pt x="162291" y="76308"/>
                  </a:lnTo>
                  <a:lnTo>
                    <a:pt x="224818" y="84793"/>
                  </a:lnTo>
                  <a:lnTo>
                    <a:pt x="293915" y="90155"/>
                  </a:lnTo>
                  <a:lnTo>
                    <a:pt x="368099" y="92024"/>
                  </a:lnTo>
                  <a:lnTo>
                    <a:pt x="442284" y="90155"/>
                  </a:lnTo>
                  <a:lnTo>
                    <a:pt x="511381" y="84793"/>
                  </a:lnTo>
                  <a:lnTo>
                    <a:pt x="573908" y="76308"/>
                  </a:lnTo>
                  <a:lnTo>
                    <a:pt x="628385" y="65071"/>
                  </a:lnTo>
                  <a:lnTo>
                    <a:pt x="673334" y="51451"/>
                  </a:lnTo>
                  <a:lnTo>
                    <a:pt x="728721" y="18546"/>
                  </a:lnTo>
                  <a:lnTo>
                    <a:pt x="736199" y="0"/>
                  </a:lnTo>
                  <a:lnTo>
                    <a:pt x="736199" y="564149"/>
                  </a:lnTo>
                  <a:lnTo>
                    <a:pt x="707272" y="599970"/>
                  </a:lnTo>
                  <a:lnTo>
                    <a:pt x="628385" y="629221"/>
                  </a:lnTo>
                  <a:lnTo>
                    <a:pt x="573908" y="640458"/>
                  </a:lnTo>
                  <a:lnTo>
                    <a:pt x="511381" y="648943"/>
                  </a:lnTo>
                  <a:lnTo>
                    <a:pt x="442284" y="654305"/>
                  </a:lnTo>
                  <a:lnTo>
                    <a:pt x="368099" y="656174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8"/>
            <p:cNvSpPr/>
            <p:nvPr/>
          </p:nvSpPr>
          <p:spPr>
            <a:xfrm>
              <a:off x="890599" y="4014325"/>
              <a:ext cx="736600" cy="184150"/>
            </a:xfrm>
            <a:custGeom>
              <a:rect b="b" l="l" r="r" t="t"/>
              <a:pathLst>
                <a:path extrusionOk="0" h="184150" w="736600">
                  <a:moveTo>
                    <a:pt x="368099" y="184049"/>
                  </a:moveTo>
                  <a:lnTo>
                    <a:pt x="293915" y="182180"/>
                  </a:lnTo>
                  <a:lnTo>
                    <a:pt x="224818" y="176818"/>
                  </a:lnTo>
                  <a:lnTo>
                    <a:pt x="162291" y="168333"/>
                  </a:lnTo>
                  <a:lnTo>
                    <a:pt x="107813" y="157096"/>
                  </a:lnTo>
                  <a:lnTo>
                    <a:pt x="62865" y="143476"/>
                  </a:lnTo>
                  <a:lnTo>
                    <a:pt x="7478" y="110571"/>
                  </a:lnTo>
                  <a:lnTo>
                    <a:pt x="0" y="92024"/>
                  </a:lnTo>
                  <a:lnTo>
                    <a:pt x="7478" y="73478"/>
                  </a:lnTo>
                  <a:lnTo>
                    <a:pt x="62865" y="40573"/>
                  </a:lnTo>
                  <a:lnTo>
                    <a:pt x="107813" y="26953"/>
                  </a:lnTo>
                  <a:lnTo>
                    <a:pt x="162291" y="15716"/>
                  </a:lnTo>
                  <a:lnTo>
                    <a:pt x="224818" y="7231"/>
                  </a:lnTo>
                  <a:lnTo>
                    <a:pt x="293915" y="1869"/>
                  </a:lnTo>
                  <a:lnTo>
                    <a:pt x="368099" y="0"/>
                  </a:lnTo>
                  <a:lnTo>
                    <a:pt x="442284" y="1869"/>
                  </a:lnTo>
                  <a:lnTo>
                    <a:pt x="511381" y="7231"/>
                  </a:lnTo>
                  <a:lnTo>
                    <a:pt x="573908" y="15716"/>
                  </a:lnTo>
                  <a:lnTo>
                    <a:pt x="628385" y="26953"/>
                  </a:lnTo>
                  <a:lnTo>
                    <a:pt x="673334" y="40573"/>
                  </a:lnTo>
                  <a:lnTo>
                    <a:pt x="728721" y="73478"/>
                  </a:lnTo>
                  <a:lnTo>
                    <a:pt x="736199" y="92024"/>
                  </a:lnTo>
                  <a:lnTo>
                    <a:pt x="728721" y="110571"/>
                  </a:lnTo>
                  <a:lnTo>
                    <a:pt x="673334" y="143476"/>
                  </a:lnTo>
                  <a:lnTo>
                    <a:pt x="628385" y="157096"/>
                  </a:lnTo>
                  <a:lnTo>
                    <a:pt x="573908" y="168333"/>
                  </a:lnTo>
                  <a:lnTo>
                    <a:pt x="511381" y="176818"/>
                  </a:lnTo>
                  <a:lnTo>
                    <a:pt x="442284" y="182180"/>
                  </a:lnTo>
                  <a:lnTo>
                    <a:pt x="368099" y="184049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8"/>
            <p:cNvSpPr/>
            <p:nvPr/>
          </p:nvSpPr>
          <p:spPr>
            <a:xfrm>
              <a:off x="890599" y="4014325"/>
              <a:ext cx="736600" cy="748665"/>
            </a:xfrm>
            <a:custGeom>
              <a:rect b="b" l="l" r="r" t="t"/>
              <a:pathLst>
                <a:path extrusionOk="0" h="748664" w="736600">
                  <a:moveTo>
                    <a:pt x="736199" y="92024"/>
                  </a:moveTo>
                  <a:lnTo>
                    <a:pt x="728721" y="110571"/>
                  </a:lnTo>
                  <a:lnTo>
                    <a:pt x="707272" y="127845"/>
                  </a:lnTo>
                  <a:lnTo>
                    <a:pt x="628385" y="157096"/>
                  </a:lnTo>
                  <a:lnTo>
                    <a:pt x="573908" y="168333"/>
                  </a:lnTo>
                  <a:lnTo>
                    <a:pt x="511381" y="176818"/>
                  </a:lnTo>
                  <a:lnTo>
                    <a:pt x="442284" y="182180"/>
                  </a:lnTo>
                  <a:lnTo>
                    <a:pt x="368099" y="184049"/>
                  </a:lnTo>
                  <a:lnTo>
                    <a:pt x="293915" y="182180"/>
                  </a:lnTo>
                  <a:lnTo>
                    <a:pt x="224818" y="176818"/>
                  </a:lnTo>
                  <a:lnTo>
                    <a:pt x="162291" y="168333"/>
                  </a:lnTo>
                  <a:lnTo>
                    <a:pt x="107813" y="157096"/>
                  </a:lnTo>
                  <a:lnTo>
                    <a:pt x="62865" y="143476"/>
                  </a:lnTo>
                  <a:lnTo>
                    <a:pt x="7478" y="110571"/>
                  </a:lnTo>
                  <a:lnTo>
                    <a:pt x="0" y="92024"/>
                  </a:lnTo>
                  <a:lnTo>
                    <a:pt x="28927" y="56204"/>
                  </a:lnTo>
                  <a:lnTo>
                    <a:pt x="107813" y="26953"/>
                  </a:lnTo>
                  <a:lnTo>
                    <a:pt x="162291" y="15716"/>
                  </a:lnTo>
                  <a:lnTo>
                    <a:pt x="224818" y="7231"/>
                  </a:lnTo>
                  <a:lnTo>
                    <a:pt x="293915" y="1869"/>
                  </a:lnTo>
                  <a:lnTo>
                    <a:pt x="368099" y="0"/>
                  </a:lnTo>
                  <a:lnTo>
                    <a:pt x="442284" y="1869"/>
                  </a:lnTo>
                  <a:lnTo>
                    <a:pt x="511381" y="7231"/>
                  </a:lnTo>
                  <a:lnTo>
                    <a:pt x="573908" y="15716"/>
                  </a:lnTo>
                  <a:lnTo>
                    <a:pt x="628385" y="26953"/>
                  </a:lnTo>
                  <a:lnTo>
                    <a:pt x="673334" y="40573"/>
                  </a:lnTo>
                  <a:lnTo>
                    <a:pt x="728721" y="73478"/>
                  </a:lnTo>
                  <a:lnTo>
                    <a:pt x="736199" y="92024"/>
                  </a:lnTo>
                  <a:lnTo>
                    <a:pt x="736199" y="656174"/>
                  </a:lnTo>
                  <a:lnTo>
                    <a:pt x="707272" y="691995"/>
                  </a:lnTo>
                  <a:lnTo>
                    <a:pt x="628385" y="721246"/>
                  </a:lnTo>
                  <a:lnTo>
                    <a:pt x="573908" y="732483"/>
                  </a:lnTo>
                  <a:lnTo>
                    <a:pt x="511381" y="740968"/>
                  </a:lnTo>
                  <a:lnTo>
                    <a:pt x="442284" y="746330"/>
                  </a:lnTo>
                  <a:lnTo>
                    <a:pt x="368099" y="748199"/>
                  </a:lnTo>
                  <a:lnTo>
                    <a:pt x="293915" y="746330"/>
                  </a:lnTo>
                  <a:lnTo>
                    <a:pt x="224818" y="740968"/>
                  </a:lnTo>
                  <a:lnTo>
                    <a:pt x="162291" y="732483"/>
                  </a:lnTo>
                  <a:lnTo>
                    <a:pt x="107813" y="721246"/>
                  </a:lnTo>
                  <a:lnTo>
                    <a:pt x="62865" y="707626"/>
                  </a:lnTo>
                  <a:lnTo>
                    <a:pt x="7478" y="674721"/>
                  </a:lnTo>
                  <a:lnTo>
                    <a:pt x="0" y="656174"/>
                  </a:lnTo>
                  <a:lnTo>
                    <a:pt x="0" y="92024"/>
                  </a:ln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8"/>
          <p:cNvSpPr txBox="1"/>
          <p:nvPr/>
        </p:nvSpPr>
        <p:spPr>
          <a:xfrm>
            <a:off x="1168082" y="4309850"/>
            <a:ext cx="23114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S3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23" name="Google Shape;123;p8"/>
          <p:cNvGrpSpPr/>
          <p:nvPr/>
        </p:nvGrpSpPr>
        <p:grpSpPr>
          <a:xfrm>
            <a:off x="710624" y="681324"/>
            <a:ext cx="736600" cy="748665"/>
            <a:chOff x="710624" y="681324"/>
            <a:chExt cx="736600" cy="748665"/>
          </a:xfrm>
        </p:grpSpPr>
        <p:sp>
          <p:nvSpPr>
            <p:cNvPr id="124" name="Google Shape;124;p8"/>
            <p:cNvSpPr/>
            <p:nvPr/>
          </p:nvSpPr>
          <p:spPr>
            <a:xfrm>
              <a:off x="710624" y="773349"/>
              <a:ext cx="736600" cy="656590"/>
            </a:xfrm>
            <a:custGeom>
              <a:rect b="b" l="l" r="r" t="t"/>
              <a:pathLst>
                <a:path extrusionOk="0" h="656590" w="736600">
                  <a:moveTo>
                    <a:pt x="368099" y="656174"/>
                  </a:moveTo>
                  <a:lnTo>
                    <a:pt x="293915" y="654305"/>
                  </a:lnTo>
                  <a:lnTo>
                    <a:pt x="224818" y="648943"/>
                  </a:lnTo>
                  <a:lnTo>
                    <a:pt x="162291" y="640458"/>
                  </a:lnTo>
                  <a:lnTo>
                    <a:pt x="107813" y="629221"/>
                  </a:lnTo>
                  <a:lnTo>
                    <a:pt x="62865" y="615602"/>
                  </a:lnTo>
                  <a:lnTo>
                    <a:pt x="7478" y="582696"/>
                  </a:lnTo>
                  <a:lnTo>
                    <a:pt x="0" y="564149"/>
                  </a:lnTo>
                  <a:lnTo>
                    <a:pt x="0" y="0"/>
                  </a:lnTo>
                  <a:lnTo>
                    <a:pt x="7478" y="18546"/>
                  </a:lnTo>
                  <a:lnTo>
                    <a:pt x="28927" y="35820"/>
                  </a:lnTo>
                  <a:lnTo>
                    <a:pt x="107813" y="65071"/>
                  </a:lnTo>
                  <a:lnTo>
                    <a:pt x="162291" y="76308"/>
                  </a:lnTo>
                  <a:lnTo>
                    <a:pt x="224818" y="84793"/>
                  </a:lnTo>
                  <a:lnTo>
                    <a:pt x="293915" y="90155"/>
                  </a:lnTo>
                  <a:lnTo>
                    <a:pt x="368099" y="92024"/>
                  </a:lnTo>
                  <a:lnTo>
                    <a:pt x="442284" y="90155"/>
                  </a:lnTo>
                  <a:lnTo>
                    <a:pt x="511381" y="84793"/>
                  </a:lnTo>
                  <a:lnTo>
                    <a:pt x="573908" y="76308"/>
                  </a:lnTo>
                  <a:lnTo>
                    <a:pt x="628385" y="65071"/>
                  </a:lnTo>
                  <a:lnTo>
                    <a:pt x="673334" y="51452"/>
                  </a:lnTo>
                  <a:lnTo>
                    <a:pt x="728721" y="18546"/>
                  </a:lnTo>
                  <a:lnTo>
                    <a:pt x="736199" y="0"/>
                  </a:lnTo>
                  <a:lnTo>
                    <a:pt x="736199" y="564149"/>
                  </a:lnTo>
                  <a:lnTo>
                    <a:pt x="707272" y="599970"/>
                  </a:lnTo>
                  <a:lnTo>
                    <a:pt x="628385" y="629221"/>
                  </a:lnTo>
                  <a:lnTo>
                    <a:pt x="573908" y="640458"/>
                  </a:lnTo>
                  <a:lnTo>
                    <a:pt x="511381" y="648943"/>
                  </a:lnTo>
                  <a:lnTo>
                    <a:pt x="442284" y="654305"/>
                  </a:lnTo>
                  <a:lnTo>
                    <a:pt x="368099" y="656174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8"/>
            <p:cNvSpPr/>
            <p:nvPr/>
          </p:nvSpPr>
          <p:spPr>
            <a:xfrm>
              <a:off x="710624" y="681324"/>
              <a:ext cx="736600" cy="184150"/>
            </a:xfrm>
            <a:custGeom>
              <a:rect b="b" l="l" r="r" t="t"/>
              <a:pathLst>
                <a:path extrusionOk="0" h="184150" w="736600">
                  <a:moveTo>
                    <a:pt x="368099" y="184049"/>
                  </a:moveTo>
                  <a:lnTo>
                    <a:pt x="293915" y="182180"/>
                  </a:lnTo>
                  <a:lnTo>
                    <a:pt x="224818" y="176818"/>
                  </a:lnTo>
                  <a:lnTo>
                    <a:pt x="162291" y="168333"/>
                  </a:lnTo>
                  <a:lnTo>
                    <a:pt x="107813" y="157096"/>
                  </a:lnTo>
                  <a:lnTo>
                    <a:pt x="62865" y="143477"/>
                  </a:lnTo>
                  <a:lnTo>
                    <a:pt x="7478" y="110571"/>
                  </a:lnTo>
                  <a:lnTo>
                    <a:pt x="0" y="92024"/>
                  </a:lnTo>
                  <a:lnTo>
                    <a:pt x="7478" y="73478"/>
                  </a:lnTo>
                  <a:lnTo>
                    <a:pt x="62865" y="40572"/>
                  </a:lnTo>
                  <a:lnTo>
                    <a:pt x="107813" y="26953"/>
                  </a:lnTo>
                  <a:lnTo>
                    <a:pt x="162291" y="15716"/>
                  </a:lnTo>
                  <a:lnTo>
                    <a:pt x="224818" y="7231"/>
                  </a:lnTo>
                  <a:lnTo>
                    <a:pt x="293915" y="1869"/>
                  </a:lnTo>
                  <a:lnTo>
                    <a:pt x="368099" y="0"/>
                  </a:lnTo>
                  <a:lnTo>
                    <a:pt x="442284" y="1869"/>
                  </a:lnTo>
                  <a:lnTo>
                    <a:pt x="511381" y="7231"/>
                  </a:lnTo>
                  <a:lnTo>
                    <a:pt x="573908" y="15716"/>
                  </a:lnTo>
                  <a:lnTo>
                    <a:pt x="628385" y="26953"/>
                  </a:lnTo>
                  <a:lnTo>
                    <a:pt x="673334" y="40572"/>
                  </a:lnTo>
                  <a:lnTo>
                    <a:pt x="728721" y="73478"/>
                  </a:lnTo>
                  <a:lnTo>
                    <a:pt x="736199" y="92024"/>
                  </a:lnTo>
                  <a:lnTo>
                    <a:pt x="728721" y="110571"/>
                  </a:lnTo>
                  <a:lnTo>
                    <a:pt x="673334" y="143477"/>
                  </a:lnTo>
                  <a:lnTo>
                    <a:pt x="628385" y="157096"/>
                  </a:lnTo>
                  <a:lnTo>
                    <a:pt x="573908" y="168333"/>
                  </a:lnTo>
                  <a:lnTo>
                    <a:pt x="511381" y="176818"/>
                  </a:lnTo>
                  <a:lnTo>
                    <a:pt x="442284" y="182180"/>
                  </a:lnTo>
                  <a:lnTo>
                    <a:pt x="368099" y="184049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8"/>
            <p:cNvSpPr/>
            <p:nvPr/>
          </p:nvSpPr>
          <p:spPr>
            <a:xfrm>
              <a:off x="710624" y="681324"/>
              <a:ext cx="736600" cy="748665"/>
            </a:xfrm>
            <a:custGeom>
              <a:rect b="b" l="l" r="r" t="t"/>
              <a:pathLst>
                <a:path extrusionOk="0" h="748665" w="736600">
                  <a:moveTo>
                    <a:pt x="736199" y="92024"/>
                  </a:moveTo>
                  <a:lnTo>
                    <a:pt x="728721" y="110571"/>
                  </a:lnTo>
                  <a:lnTo>
                    <a:pt x="707272" y="127845"/>
                  </a:lnTo>
                  <a:lnTo>
                    <a:pt x="628385" y="157096"/>
                  </a:lnTo>
                  <a:lnTo>
                    <a:pt x="573908" y="168333"/>
                  </a:lnTo>
                  <a:lnTo>
                    <a:pt x="511381" y="176818"/>
                  </a:lnTo>
                  <a:lnTo>
                    <a:pt x="442284" y="182180"/>
                  </a:lnTo>
                  <a:lnTo>
                    <a:pt x="368099" y="184049"/>
                  </a:lnTo>
                  <a:lnTo>
                    <a:pt x="293915" y="182180"/>
                  </a:lnTo>
                  <a:lnTo>
                    <a:pt x="224818" y="176818"/>
                  </a:lnTo>
                  <a:lnTo>
                    <a:pt x="162291" y="168333"/>
                  </a:lnTo>
                  <a:lnTo>
                    <a:pt x="107813" y="157096"/>
                  </a:lnTo>
                  <a:lnTo>
                    <a:pt x="62865" y="143477"/>
                  </a:lnTo>
                  <a:lnTo>
                    <a:pt x="7478" y="110571"/>
                  </a:lnTo>
                  <a:lnTo>
                    <a:pt x="0" y="92024"/>
                  </a:lnTo>
                  <a:lnTo>
                    <a:pt x="28927" y="56204"/>
                  </a:lnTo>
                  <a:lnTo>
                    <a:pt x="107813" y="26953"/>
                  </a:lnTo>
                  <a:lnTo>
                    <a:pt x="162291" y="15716"/>
                  </a:lnTo>
                  <a:lnTo>
                    <a:pt x="224818" y="7231"/>
                  </a:lnTo>
                  <a:lnTo>
                    <a:pt x="293915" y="1869"/>
                  </a:lnTo>
                  <a:lnTo>
                    <a:pt x="368099" y="0"/>
                  </a:lnTo>
                  <a:lnTo>
                    <a:pt x="442284" y="1869"/>
                  </a:lnTo>
                  <a:lnTo>
                    <a:pt x="511381" y="7231"/>
                  </a:lnTo>
                  <a:lnTo>
                    <a:pt x="573908" y="15716"/>
                  </a:lnTo>
                  <a:lnTo>
                    <a:pt x="628385" y="26953"/>
                  </a:lnTo>
                  <a:lnTo>
                    <a:pt x="673334" y="40572"/>
                  </a:lnTo>
                  <a:lnTo>
                    <a:pt x="728721" y="73478"/>
                  </a:lnTo>
                  <a:lnTo>
                    <a:pt x="736199" y="92024"/>
                  </a:lnTo>
                  <a:lnTo>
                    <a:pt x="736199" y="656174"/>
                  </a:lnTo>
                  <a:lnTo>
                    <a:pt x="707272" y="691995"/>
                  </a:lnTo>
                  <a:lnTo>
                    <a:pt x="628385" y="721246"/>
                  </a:lnTo>
                  <a:lnTo>
                    <a:pt x="573908" y="732483"/>
                  </a:lnTo>
                  <a:lnTo>
                    <a:pt x="511381" y="740968"/>
                  </a:lnTo>
                  <a:lnTo>
                    <a:pt x="442284" y="746330"/>
                  </a:lnTo>
                  <a:lnTo>
                    <a:pt x="368099" y="748199"/>
                  </a:lnTo>
                  <a:lnTo>
                    <a:pt x="293915" y="746330"/>
                  </a:lnTo>
                  <a:lnTo>
                    <a:pt x="224818" y="740968"/>
                  </a:lnTo>
                  <a:lnTo>
                    <a:pt x="162291" y="732483"/>
                  </a:lnTo>
                  <a:lnTo>
                    <a:pt x="107813" y="721246"/>
                  </a:lnTo>
                  <a:lnTo>
                    <a:pt x="62865" y="707627"/>
                  </a:lnTo>
                  <a:lnTo>
                    <a:pt x="7478" y="674721"/>
                  </a:lnTo>
                  <a:lnTo>
                    <a:pt x="0" y="656174"/>
                  </a:lnTo>
                  <a:lnTo>
                    <a:pt x="0" y="92024"/>
                  </a:ln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8"/>
          <p:cNvSpPr txBox="1"/>
          <p:nvPr/>
        </p:nvSpPr>
        <p:spPr>
          <a:xfrm>
            <a:off x="988107" y="976850"/>
            <a:ext cx="23114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S3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28" name="Google Shape;128;p8"/>
          <p:cNvGrpSpPr/>
          <p:nvPr/>
        </p:nvGrpSpPr>
        <p:grpSpPr>
          <a:xfrm>
            <a:off x="540325" y="3187062"/>
            <a:ext cx="736600" cy="748665"/>
            <a:chOff x="540325" y="3187062"/>
            <a:chExt cx="736600" cy="748665"/>
          </a:xfrm>
        </p:grpSpPr>
        <p:sp>
          <p:nvSpPr>
            <p:cNvPr id="129" name="Google Shape;129;p8"/>
            <p:cNvSpPr/>
            <p:nvPr/>
          </p:nvSpPr>
          <p:spPr>
            <a:xfrm>
              <a:off x="540325" y="3279087"/>
              <a:ext cx="736600" cy="656590"/>
            </a:xfrm>
            <a:custGeom>
              <a:rect b="b" l="l" r="r" t="t"/>
              <a:pathLst>
                <a:path extrusionOk="0" h="656589" w="736600">
                  <a:moveTo>
                    <a:pt x="368099" y="656174"/>
                  </a:moveTo>
                  <a:lnTo>
                    <a:pt x="293915" y="654305"/>
                  </a:lnTo>
                  <a:lnTo>
                    <a:pt x="224818" y="648943"/>
                  </a:lnTo>
                  <a:lnTo>
                    <a:pt x="162291" y="640458"/>
                  </a:lnTo>
                  <a:lnTo>
                    <a:pt x="107813" y="629221"/>
                  </a:lnTo>
                  <a:lnTo>
                    <a:pt x="62865" y="615601"/>
                  </a:lnTo>
                  <a:lnTo>
                    <a:pt x="7478" y="582696"/>
                  </a:lnTo>
                  <a:lnTo>
                    <a:pt x="0" y="564149"/>
                  </a:lnTo>
                  <a:lnTo>
                    <a:pt x="0" y="0"/>
                  </a:lnTo>
                  <a:lnTo>
                    <a:pt x="7478" y="18546"/>
                  </a:lnTo>
                  <a:lnTo>
                    <a:pt x="28927" y="35820"/>
                  </a:lnTo>
                  <a:lnTo>
                    <a:pt x="107813" y="65071"/>
                  </a:lnTo>
                  <a:lnTo>
                    <a:pt x="162291" y="76308"/>
                  </a:lnTo>
                  <a:lnTo>
                    <a:pt x="224818" y="84793"/>
                  </a:lnTo>
                  <a:lnTo>
                    <a:pt x="293915" y="90155"/>
                  </a:lnTo>
                  <a:lnTo>
                    <a:pt x="368099" y="92024"/>
                  </a:lnTo>
                  <a:lnTo>
                    <a:pt x="442284" y="90155"/>
                  </a:lnTo>
                  <a:lnTo>
                    <a:pt x="511381" y="84793"/>
                  </a:lnTo>
                  <a:lnTo>
                    <a:pt x="573908" y="76308"/>
                  </a:lnTo>
                  <a:lnTo>
                    <a:pt x="628385" y="65071"/>
                  </a:lnTo>
                  <a:lnTo>
                    <a:pt x="673334" y="51451"/>
                  </a:lnTo>
                  <a:lnTo>
                    <a:pt x="728721" y="18546"/>
                  </a:lnTo>
                  <a:lnTo>
                    <a:pt x="736199" y="0"/>
                  </a:lnTo>
                  <a:lnTo>
                    <a:pt x="736199" y="564149"/>
                  </a:lnTo>
                  <a:lnTo>
                    <a:pt x="707272" y="599970"/>
                  </a:lnTo>
                  <a:lnTo>
                    <a:pt x="628385" y="629221"/>
                  </a:lnTo>
                  <a:lnTo>
                    <a:pt x="573908" y="640458"/>
                  </a:lnTo>
                  <a:lnTo>
                    <a:pt x="511381" y="648943"/>
                  </a:lnTo>
                  <a:lnTo>
                    <a:pt x="442284" y="654305"/>
                  </a:lnTo>
                  <a:lnTo>
                    <a:pt x="368099" y="656174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8"/>
            <p:cNvSpPr/>
            <p:nvPr/>
          </p:nvSpPr>
          <p:spPr>
            <a:xfrm>
              <a:off x="540325" y="3187062"/>
              <a:ext cx="736600" cy="184150"/>
            </a:xfrm>
            <a:custGeom>
              <a:rect b="b" l="l" r="r" t="t"/>
              <a:pathLst>
                <a:path extrusionOk="0" h="184150" w="736600">
                  <a:moveTo>
                    <a:pt x="368099" y="184049"/>
                  </a:moveTo>
                  <a:lnTo>
                    <a:pt x="293915" y="182180"/>
                  </a:lnTo>
                  <a:lnTo>
                    <a:pt x="224818" y="176818"/>
                  </a:lnTo>
                  <a:lnTo>
                    <a:pt x="162291" y="168333"/>
                  </a:lnTo>
                  <a:lnTo>
                    <a:pt x="107813" y="157096"/>
                  </a:lnTo>
                  <a:lnTo>
                    <a:pt x="62865" y="143476"/>
                  </a:lnTo>
                  <a:lnTo>
                    <a:pt x="7478" y="110571"/>
                  </a:lnTo>
                  <a:lnTo>
                    <a:pt x="0" y="92024"/>
                  </a:lnTo>
                  <a:lnTo>
                    <a:pt x="7478" y="73478"/>
                  </a:lnTo>
                  <a:lnTo>
                    <a:pt x="62865" y="40572"/>
                  </a:lnTo>
                  <a:lnTo>
                    <a:pt x="107813" y="26953"/>
                  </a:lnTo>
                  <a:lnTo>
                    <a:pt x="162291" y="15716"/>
                  </a:lnTo>
                  <a:lnTo>
                    <a:pt x="224818" y="7231"/>
                  </a:lnTo>
                  <a:lnTo>
                    <a:pt x="293915" y="1869"/>
                  </a:lnTo>
                  <a:lnTo>
                    <a:pt x="368099" y="0"/>
                  </a:lnTo>
                  <a:lnTo>
                    <a:pt x="442284" y="1869"/>
                  </a:lnTo>
                  <a:lnTo>
                    <a:pt x="511381" y="7231"/>
                  </a:lnTo>
                  <a:lnTo>
                    <a:pt x="573908" y="15716"/>
                  </a:lnTo>
                  <a:lnTo>
                    <a:pt x="628385" y="26953"/>
                  </a:lnTo>
                  <a:lnTo>
                    <a:pt x="673334" y="40572"/>
                  </a:lnTo>
                  <a:lnTo>
                    <a:pt x="728721" y="73478"/>
                  </a:lnTo>
                  <a:lnTo>
                    <a:pt x="736199" y="92024"/>
                  </a:lnTo>
                  <a:lnTo>
                    <a:pt x="728721" y="110571"/>
                  </a:lnTo>
                  <a:lnTo>
                    <a:pt x="673334" y="143476"/>
                  </a:lnTo>
                  <a:lnTo>
                    <a:pt x="628385" y="157096"/>
                  </a:lnTo>
                  <a:lnTo>
                    <a:pt x="573908" y="168333"/>
                  </a:lnTo>
                  <a:lnTo>
                    <a:pt x="511381" y="176818"/>
                  </a:lnTo>
                  <a:lnTo>
                    <a:pt x="442284" y="182180"/>
                  </a:lnTo>
                  <a:lnTo>
                    <a:pt x="368099" y="184049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8"/>
            <p:cNvSpPr/>
            <p:nvPr/>
          </p:nvSpPr>
          <p:spPr>
            <a:xfrm>
              <a:off x="540325" y="3187062"/>
              <a:ext cx="736600" cy="748665"/>
            </a:xfrm>
            <a:custGeom>
              <a:rect b="b" l="l" r="r" t="t"/>
              <a:pathLst>
                <a:path extrusionOk="0" h="748664" w="736600">
                  <a:moveTo>
                    <a:pt x="736199" y="92024"/>
                  </a:moveTo>
                  <a:lnTo>
                    <a:pt x="728721" y="110571"/>
                  </a:lnTo>
                  <a:lnTo>
                    <a:pt x="707272" y="127845"/>
                  </a:lnTo>
                  <a:lnTo>
                    <a:pt x="628385" y="157096"/>
                  </a:lnTo>
                  <a:lnTo>
                    <a:pt x="573908" y="168333"/>
                  </a:lnTo>
                  <a:lnTo>
                    <a:pt x="511381" y="176818"/>
                  </a:lnTo>
                  <a:lnTo>
                    <a:pt x="442284" y="182180"/>
                  </a:lnTo>
                  <a:lnTo>
                    <a:pt x="368099" y="184049"/>
                  </a:lnTo>
                  <a:lnTo>
                    <a:pt x="293915" y="182180"/>
                  </a:lnTo>
                  <a:lnTo>
                    <a:pt x="224818" y="176818"/>
                  </a:lnTo>
                  <a:lnTo>
                    <a:pt x="162291" y="168333"/>
                  </a:lnTo>
                  <a:lnTo>
                    <a:pt x="107813" y="157096"/>
                  </a:lnTo>
                  <a:lnTo>
                    <a:pt x="62865" y="143476"/>
                  </a:lnTo>
                  <a:lnTo>
                    <a:pt x="7478" y="110571"/>
                  </a:lnTo>
                  <a:lnTo>
                    <a:pt x="0" y="92024"/>
                  </a:lnTo>
                  <a:lnTo>
                    <a:pt x="28927" y="56204"/>
                  </a:lnTo>
                  <a:lnTo>
                    <a:pt x="107813" y="26953"/>
                  </a:lnTo>
                  <a:lnTo>
                    <a:pt x="162291" y="15716"/>
                  </a:lnTo>
                  <a:lnTo>
                    <a:pt x="224818" y="7231"/>
                  </a:lnTo>
                  <a:lnTo>
                    <a:pt x="293915" y="1869"/>
                  </a:lnTo>
                  <a:lnTo>
                    <a:pt x="368099" y="0"/>
                  </a:lnTo>
                  <a:lnTo>
                    <a:pt x="442284" y="1869"/>
                  </a:lnTo>
                  <a:lnTo>
                    <a:pt x="511381" y="7231"/>
                  </a:lnTo>
                  <a:lnTo>
                    <a:pt x="573908" y="15716"/>
                  </a:lnTo>
                  <a:lnTo>
                    <a:pt x="628385" y="26953"/>
                  </a:lnTo>
                  <a:lnTo>
                    <a:pt x="673334" y="40572"/>
                  </a:lnTo>
                  <a:lnTo>
                    <a:pt x="728721" y="73478"/>
                  </a:lnTo>
                  <a:lnTo>
                    <a:pt x="736199" y="92024"/>
                  </a:lnTo>
                  <a:lnTo>
                    <a:pt x="736199" y="656174"/>
                  </a:lnTo>
                  <a:lnTo>
                    <a:pt x="707272" y="691995"/>
                  </a:lnTo>
                  <a:lnTo>
                    <a:pt x="628385" y="721246"/>
                  </a:lnTo>
                  <a:lnTo>
                    <a:pt x="573908" y="732483"/>
                  </a:lnTo>
                  <a:lnTo>
                    <a:pt x="511381" y="740968"/>
                  </a:lnTo>
                  <a:lnTo>
                    <a:pt x="442284" y="746330"/>
                  </a:lnTo>
                  <a:lnTo>
                    <a:pt x="368099" y="748199"/>
                  </a:lnTo>
                  <a:lnTo>
                    <a:pt x="293915" y="746330"/>
                  </a:lnTo>
                  <a:lnTo>
                    <a:pt x="224818" y="740968"/>
                  </a:lnTo>
                  <a:lnTo>
                    <a:pt x="162291" y="732483"/>
                  </a:lnTo>
                  <a:lnTo>
                    <a:pt x="107813" y="721246"/>
                  </a:lnTo>
                  <a:lnTo>
                    <a:pt x="62865" y="707626"/>
                  </a:lnTo>
                  <a:lnTo>
                    <a:pt x="7478" y="674721"/>
                  </a:lnTo>
                  <a:lnTo>
                    <a:pt x="0" y="656174"/>
                  </a:lnTo>
                  <a:lnTo>
                    <a:pt x="0" y="92024"/>
                  </a:ln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8"/>
          <p:cNvSpPr txBox="1"/>
          <p:nvPr/>
        </p:nvSpPr>
        <p:spPr>
          <a:xfrm>
            <a:off x="817807" y="3482588"/>
            <a:ext cx="23114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S3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3" name="Google Shape;133;p8"/>
          <p:cNvGrpSpPr/>
          <p:nvPr/>
        </p:nvGrpSpPr>
        <p:grpSpPr>
          <a:xfrm>
            <a:off x="480950" y="1520575"/>
            <a:ext cx="736600" cy="748665"/>
            <a:chOff x="480950" y="1520575"/>
            <a:chExt cx="736600" cy="748665"/>
          </a:xfrm>
        </p:grpSpPr>
        <p:sp>
          <p:nvSpPr>
            <p:cNvPr id="134" name="Google Shape;134;p8"/>
            <p:cNvSpPr/>
            <p:nvPr/>
          </p:nvSpPr>
          <p:spPr>
            <a:xfrm>
              <a:off x="480950" y="1612600"/>
              <a:ext cx="736600" cy="656590"/>
            </a:xfrm>
            <a:custGeom>
              <a:rect b="b" l="l" r="r" t="t"/>
              <a:pathLst>
                <a:path extrusionOk="0" h="656589" w="736600">
                  <a:moveTo>
                    <a:pt x="368099" y="656174"/>
                  </a:moveTo>
                  <a:lnTo>
                    <a:pt x="293915" y="654305"/>
                  </a:lnTo>
                  <a:lnTo>
                    <a:pt x="224818" y="648943"/>
                  </a:lnTo>
                  <a:lnTo>
                    <a:pt x="162291" y="640458"/>
                  </a:lnTo>
                  <a:lnTo>
                    <a:pt x="107813" y="629221"/>
                  </a:lnTo>
                  <a:lnTo>
                    <a:pt x="62865" y="615602"/>
                  </a:lnTo>
                  <a:lnTo>
                    <a:pt x="7478" y="582696"/>
                  </a:lnTo>
                  <a:lnTo>
                    <a:pt x="0" y="564149"/>
                  </a:lnTo>
                  <a:lnTo>
                    <a:pt x="0" y="0"/>
                  </a:lnTo>
                  <a:lnTo>
                    <a:pt x="7478" y="18546"/>
                  </a:lnTo>
                  <a:lnTo>
                    <a:pt x="28927" y="35820"/>
                  </a:lnTo>
                  <a:lnTo>
                    <a:pt x="107813" y="65071"/>
                  </a:lnTo>
                  <a:lnTo>
                    <a:pt x="162291" y="76308"/>
                  </a:lnTo>
                  <a:lnTo>
                    <a:pt x="224818" y="84793"/>
                  </a:lnTo>
                  <a:lnTo>
                    <a:pt x="293915" y="90155"/>
                  </a:lnTo>
                  <a:lnTo>
                    <a:pt x="368099" y="92024"/>
                  </a:lnTo>
                  <a:lnTo>
                    <a:pt x="442284" y="90155"/>
                  </a:lnTo>
                  <a:lnTo>
                    <a:pt x="511381" y="84793"/>
                  </a:lnTo>
                  <a:lnTo>
                    <a:pt x="573908" y="76308"/>
                  </a:lnTo>
                  <a:lnTo>
                    <a:pt x="628385" y="65071"/>
                  </a:lnTo>
                  <a:lnTo>
                    <a:pt x="673334" y="51452"/>
                  </a:lnTo>
                  <a:lnTo>
                    <a:pt x="728721" y="18546"/>
                  </a:lnTo>
                  <a:lnTo>
                    <a:pt x="736199" y="0"/>
                  </a:lnTo>
                  <a:lnTo>
                    <a:pt x="736199" y="564149"/>
                  </a:lnTo>
                  <a:lnTo>
                    <a:pt x="707272" y="599970"/>
                  </a:lnTo>
                  <a:lnTo>
                    <a:pt x="628385" y="629221"/>
                  </a:lnTo>
                  <a:lnTo>
                    <a:pt x="573908" y="640458"/>
                  </a:lnTo>
                  <a:lnTo>
                    <a:pt x="511381" y="648943"/>
                  </a:lnTo>
                  <a:lnTo>
                    <a:pt x="442284" y="654305"/>
                  </a:lnTo>
                  <a:lnTo>
                    <a:pt x="368099" y="656174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8"/>
            <p:cNvSpPr/>
            <p:nvPr/>
          </p:nvSpPr>
          <p:spPr>
            <a:xfrm>
              <a:off x="480950" y="1520575"/>
              <a:ext cx="736600" cy="184150"/>
            </a:xfrm>
            <a:custGeom>
              <a:rect b="b" l="l" r="r" t="t"/>
              <a:pathLst>
                <a:path extrusionOk="0" h="184150" w="736600">
                  <a:moveTo>
                    <a:pt x="368099" y="184049"/>
                  </a:moveTo>
                  <a:lnTo>
                    <a:pt x="293915" y="182180"/>
                  </a:lnTo>
                  <a:lnTo>
                    <a:pt x="224818" y="176818"/>
                  </a:lnTo>
                  <a:lnTo>
                    <a:pt x="162291" y="168333"/>
                  </a:lnTo>
                  <a:lnTo>
                    <a:pt x="107813" y="157096"/>
                  </a:lnTo>
                  <a:lnTo>
                    <a:pt x="62865" y="143477"/>
                  </a:lnTo>
                  <a:lnTo>
                    <a:pt x="7478" y="110571"/>
                  </a:lnTo>
                  <a:lnTo>
                    <a:pt x="0" y="92024"/>
                  </a:lnTo>
                  <a:lnTo>
                    <a:pt x="7478" y="73478"/>
                  </a:lnTo>
                  <a:lnTo>
                    <a:pt x="62865" y="40572"/>
                  </a:lnTo>
                  <a:lnTo>
                    <a:pt x="107813" y="26953"/>
                  </a:lnTo>
                  <a:lnTo>
                    <a:pt x="162291" y="15716"/>
                  </a:lnTo>
                  <a:lnTo>
                    <a:pt x="224818" y="7231"/>
                  </a:lnTo>
                  <a:lnTo>
                    <a:pt x="293915" y="1869"/>
                  </a:lnTo>
                  <a:lnTo>
                    <a:pt x="368099" y="0"/>
                  </a:lnTo>
                  <a:lnTo>
                    <a:pt x="442284" y="1869"/>
                  </a:lnTo>
                  <a:lnTo>
                    <a:pt x="511381" y="7231"/>
                  </a:lnTo>
                  <a:lnTo>
                    <a:pt x="573908" y="15716"/>
                  </a:lnTo>
                  <a:lnTo>
                    <a:pt x="628385" y="26953"/>
                  </a:lnTo>
                  <a:lnTo>
                    <a:pt x="673334" y="40572"/>
                  </a:lnTo>
                  <a:lnTo>
                    <a:pt x="728721" y="73478"/>
                  </a:lnTo>
                  <a:lnTo>
                    <a:pt x="736199" y="92024"/>
                  </a:lnTo>
                  <a:lnTo>
                    <a:pt x="728721" y="110571"/>
                  </a:lnTo>
                  <a:lnTo>
                    <a:pt x="673334" y="143477"/>
                  </a:lnTo>
                  <a:lnTo>
                    <a:pt x="628385" y="157096"/>
                  </a:lnTo>
                  <a:lnTo>
                    <a:pt x="573908" y="168333"/>
                  </a:lnTo>
                  <a:lnTo>
                    <a:pt x="511381" y="176818"/>
                  </a:lnTo>
                  <a:lnTo>
                    <a:pt x="442284" y="182180"/>
                  </a:lnTo>
                  <a:lnTo>
                    <a:pt x="368099" y="184049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8"/>
            <p:cNvSpPr/>
            <p:nvPr/>
          </p:nvSpPr>
          <p:spPr>
            <a:xfrm>
              <a:off x="480950" y="1520575"/>
              <a:ext cx="736600" cy="748665"/>
            </a:xfrm>
            <a:custGeom>
              <a:rect b="b" l="l" r="r" t="t"/>
              <a:pathLst>
                <a:path extrusionOk="0" h="748664" w="736600">
                  <a:moveTo>
                    <a:pt x="736199" y="92024"/>
                  </a:moveTo>
                  <a:lnTo>
                    <a:pt x="728721" y="110571"/>
                  </a:lnTo>
                  <a:lnTo>
                    <a:pt x="707272" y="127845"/>
                  </a:lnTo>
                  <a:lnTo>
                    <a:pt x="628385" y="157096"/>
                  </a:lnTo>
                  <a:lnTo>
                    <a:pt x="573908" y="168333"/>
                  </a:lnTo>
                  <a:lnTo>
                    <a:pt x="511381" y="176818"/>
                  </a:lnTo>
                  <a:lnTo>
                    <a:pt x="442284" y="182180"/>
                  </a:lnTo>
                  <a:lnTo>
                    <a:pt x="368099" y="184049"/>
                  </a:lnTo>
                  <a:lnTo>
                    <a:pt x="293915" y="182180"/>
                  </a:lnTo>
                  <a:lnTo>
                    <a:pt x="224818" y="176818"/>
                  </a:lnTo>
                  <a:lnTo>
                    <a:pt x="162291" y="168333"/>
                  </a:lnTo>
                  <a:lnTo>
                    <a:pt x="107813" y="157096"/>
                  </a:lnTo>
                  <a:lnTo>
                    <a:pt x="62865" y="143477"/>
                  </a:lnTo>
                  <a:lnTo>
                    <a:pt x="7478" y="110571"/>
                  </a:lnTo>
                  <a:lnTo>
                    <a:pt x="0" y="92024"/>
                  </a:lnTo>
                  <a:lnTo>
                    <a:pt x="28927" y="56204"/>
                  </a:lnTo>
                  <a:lnTo>
                    <a:pt x="107813" y="26953"/>
                  </a:lnTo>
                  <a:lnTo>
                    <a:pt x="162291" y="15716"/>
                  </a:lnTo>
                  <a:lnTo>
                    <a:pt x="224818" y="7231"/>
                  </a:lnTo>
                  <a:lnTo>
                    <a:pt x="293915" y="1869"/>
                  </a:lnTo>
                  <a:lnTo>
                    <a:pt x="368099" y="0"/>
                  </a:lnTo>
                  <a:lnTo>
                    <a:pt x="442284" y="1869"/>
                  </a:lnTo>
                  <a:lnTo>
                    <a:pt x="511381" y="7231"/>
                  </a:lnTo>
                  <a:lnTo>
                    <a:pt x="573908" y="15716"/>
                  </a:lnTo>
                  <a:lnTo>
                    <a:pt x="628385" y="26953"/>
                  </a:lnTo>
                  <a:lnTo>
                    <a:pt x="673334" y="40572"/>
                  </a:lnTo>
                  <a:lnTo>
                    <a:pt x="728721" y="73478"/>
                  </a:lnTo>
                  <a:lnTo>
                    <a:pt x="736199" y="92024"/>
                  </a:lnTo>
                  <a:lnTo>
                    <a:pt x="736199" y="656174"/>
                  </a:lnTo>
                  <a:lnTo>
                    <a:pt x="707272" y="691995"/>
                  </a:lnTo>
                  <a:lnTo>
                    <a:pt x="628385" y="721246"/>
                  </a:lnTo>
                  <a:lnTo>
                    <a:pt x="573908" y="732483"/>
                  </a:lnTo>
                  <a:lnTo>
                    <a:pt x="511381" y="740968"/>
                  </a:lnTo>
                  <a:lnTo>
                    <a:pt x="442284" y="746330"/>
                  </a:lnTo>
                  <a:lnTo>
                    <a:pt x="368099" y="748199"/>
                  </a:lnTo>
                  <a:lnTo>
                    <a:pt x="293915" y="746330"/>
                  </a:lnTo>
                  <a:lnTo>
                    <a:pt x="224818" y="740968"/>
                  </a:lnTo>
                  <a:lnTo>
                    <a:pt x="162291" y="732483"/>
                  </a:lnTo>
                  <a:lnTo>
                    <a:pt x="107813" y="721246"/>
                  </a:lnTo>
                  <a:lnTo>
                    <a:pt x="62865" y="707627"/>
                  </a:lnTo>
                  <a:lnTo>
                    <a:pt x="7478" y="674721"/>
                  </a:lnTo>
                  <a:lnTo>
                    <a:pt x="0" y="656174"/>
                  </a:lnTo>
                  <a:lnTo>
                    <a:pt x="0" y="92024"/>
                  </a:ln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" name="Google Shape;137;p8"/>
          <p:cNvSpPr txBox="1"/>
          <p:nvPr/>
        </p:nvSpPr>
        <p:spPr>
          <a:xfrm>
            <a:off x="758432" y="1816100"/>
            <a:ext cx="23114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S3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8" name="Google Shape;138;p8"/>
          <p:cNvGrpSpPr/>
          <p:nvPr/>
        </p:nvGrpSpPr>
        <p:grpSpPr>
          <a:xfrm>
            <a:off x="2850097" y="1587661"/>
            <a:ext cx="2743200" cy="1968500"/>
            <a:chOff x="2850097" y="1587661"/>
            <a:chExt cx="2743200" cy="1968500"/>
          </a:xfrm>
        </p:grpSpPr>
        <p:sp>
          <p:nvSpPr>
            <p:cNvPr id="139" name="Google Shape;139;p8"/>
            <p:cNvSpPr/>
            <p:nvPr/>
          </p:nvSpPr>
          <p:spPr>
            <a:xfrm>
              <a:off x="2850097" y="1587661"/>
              <a:ext cx="2743200" cy="1968500"/>
            </a:xfrm>
            <a:custGeom>
              <a:rect b="b" l="l" r="r" t="t"/>
              <a:pathLst>
                <a:path extrusionOk="0" h="1968500" w="2743200">
                  <a:moveTo>
                    <a:pt x="2743174" y="1968174"/>
                  </a:moveTo>
                  <a:lnTo>
                    <a:pt x="0" y="1968174"/>
                  </a:lnTo>
                  <a:lnTo>
                    <a:pt x="0" y="0"/>
                  </a:lnTo>
                  <a:lnTo>
                    <a:pt x="2743174" y="0"/>
                  </a:lnTo>
                  <a:lnTo>
                    <a:pt x="2743174" y="1968174"/>
                  </a:lnTo>
                  <a:close/>
                </a:path>
              </a:pathLst>
            </a:custGeom>
            <a:solidFill>
              <a:srgbClr val="FFAB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8"/>
            <p:cNvSpPr/>
            <p:nvPr/>
          </p:nvSpPr>
          <p:spPr>
            <a:xfrm>
              <a:off x="2850097" y="1587661"/>
              <a:ext cx="2743200" cy="1968500"/>
            </a:xfrm>
            <a:custGeom>
              <a:rect b="b" l="l" r="r" t="t"/>
              <a:pathLst>
                <a:path extrusionOk="0" h="1968500" w="2743200">
                  <a:moveTo>
                    <a:pt x="0" y="0"/>
                  </a:moveTo>
                  <a:lnTo>
                    <a:pt x="2743174" y="0"/>
                  </a:lnTo>
                  <a:lnTo>
                    <a:pt x="2743174" y="1968174"/>
                  </a:lnTo>
                  <a:lnTo>
                    <a:pt x="0" y="196817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8"/>
          <p:cNvSpPr txBox="1"/>
          <p:nvPr>
            <p:ph type="title"/>
          </p:nvPr>
        </p:nvSpPr>
        <p:spPr>
          <a:xfrm>
            <a:off x="3380322" y="1775494"/>
            <a:ext cx="1777364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Master Node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6164943" y="535467"/>
            <a:ext cx="947419" cy="751205"/>
          </a:xfrm>
          <a:custGeom>
            <a:rect b="b" l="l" r="r" t="t"/>
            <a:pathLst>
              <a:path extrusionOk="0" h="751205" w="947420">
                <a:moveTo>
                  <a:pt x="430553" y="750840"/>
                </a:moveTo>
                <a:lnTo>
                  <a:pt x="381178" y="748270"/>
                </a:lnTo>
                <a:lnTo>
                  <a:pt x="333376" y="741633"/>
                </a:lnTo>
                <a:lnTo>
                  <a:pt x="287470" y="731107"/>
                </a:lnTo>
                <a:lnTo>
                  <a:pt x="243782" y="716872"/>
                </a:lnTo>
                <a:lnTo>
                  <a:pt x="202636" y="699104"/>
                </a:lnTo>
                <a:lnTo>
                  <a:pt x="164354" y="677982"/>
                </a:lnTo>
                <a:lnTo>
                  <a:pt x="129258" y="653684"/>
                </a:lnTo>
                <a:lnTo>
                  <a:pt x="97672" y="626388"/>
                </a:lnTo>
                <a:lnTo>
                  <a:pt x="69919" y="596272"/>
                </a:lnTo>
                <a:lnTo>
                  <a:pt x="46320" y="563514"/>
                </a:lnTo>
                <a:lnTo>
                  <a:pt x="27199" y="528292"/>
                </a:lnTo>
                <a:lnTo>
                  <a:pt x="12879" y="490785"/>
                </a:lnTo>
                <a:lnTo>
                  <a:pt x="3681" y="451170"/>
                </a:lnTo>
                <a:lnTo>
                  <a:pt x="0" y="410666"/>
                </a:lnTo>
                <a:lnTo>
                  <a:pt x="1842" y="370553"/>
                </a:lnTo>
                <a:lnTo>
                  <a:pt x="8960" y="331102"/>
                </a:lnTo>
                <a:lnTo>
                  <a:pt x="21101" y="292584"/>
                </a:lnTo>
                <a:lnTo>
                  <a:pt x="38015" y="255268"/>
                </a:lnTo>
                <a:lnTo>
                  <a:pt x="59451" y="219425"/>
                </a:lnTo>
                <a:lnTo>
                  <a:pt x="85159" y="185326"/>
                </a:lnTo>
                <a:lnTo>
                  <a:pt x="114888" y="153242"/>
                </a:lnTo>
                <a:lnTo>
                  <a:pt x="148388" y="123442"/>
                </a:lnTo>
                <a:lnTo>
                  <a:pt x="185408" y="96197"/>
                </a:lnTo>
                <a:lnTo>
                  <a:pt x="225697" y="71778"/>
                </a:lnTo>
                <a:lnTo>
                  <a:pt x="269004" y="50456"/>
                </a:lnTo>
                <a:lnTo>
                  <a:pt x="315079" y="32500"/>
                </a:lnTo>
                <a:lnTo>
                  <a:pt x="363672" y="18181"/>
                </a:lnTo>
                <a:lnTo>
                  <a:pt x="414531" y="7770"/>
                </a:lnTo>
                <a:lnTo>
                  <a:pt x="466084" y="1673"/>
                </a:lnTo>
                <a:lnTo>
                  <a:pt x="516710" y="0"/>
                </a:lnTo>
                <a:lnTo>
                  <a:pt x="566085" y="2570"/>
                </a:lnTo>
                <a:lnTo>
                  <a:pt x="613887" y="9207"/>
                </a:lnTo>
                <a:lnTo>
                  <a:pt x="659793" y="19732"/>
                </a:lnTo>
                <a:lnTo>
                  <a:pt x="703481" y="33968"/>
                </a:lnTo>
                <a:lnTo>
                  <a:pt x="744627" y="51736"/>
                </a:lnTo>
                <a:lnTo>
                  <a:pt x="782909" y="72858"/>
                </a:lnTo>
                <a:lnTo>
                  <a:pt x="818005" y="97156"/>
                </a:lnTo>
                <a:lnTo>
                  <a:pt x="849591" y="124452"/>
                </a:lnTo>
                <a:lnTo>
                  <a:pt x="877344" y="154568"/>
                </a:lnTo>
                <a:lnTo>
                  <a:pt x="900943" y="187326"/>
                </a:lnTo>
                <a:lnTo>
                  <a:pt x="920064" y="222547"/>
                </a:lnTo>
                <a:lnTo>
                  <a:pt x="934384" y="260055"/>
                </a:lnTo>
                <a:lnTo>
                  <a:pt x="943581" y="299670"/>
                </a:lnTo>
                <a:lnTo>
                  <a:pt x="947263" y="340174"/>
                </a:lnTo>
                <a:lnTo>
                  <a:pt x="945421" y="380287"/>
                </a:lnTo>
                <a:lnTo>
                  <a:pt x="938303" y="419738"/>
                </a:lnTo>
                <a:lnTo>
                  <a:pt x="926162" y="458256"/>
                </a:lnTo>
                <a:lnTo>
                  <a:pt x="909248" y="495572"/>
                </a:lnTo>
                <a:lnTo>
                  <a:pt x="887812" y="531415"/>
                </a:lnTo>
                <a:lnTo>
                  <a:pt x="862104" y="565513"/>
                </a:lnTo>
                <a:lnTo>
                  <a:pt x="832375" y="597598"/>
                </a:lnTo>
                <a:lnTo>
                  <a:pt x="798875" y="627398"/>
                </a:lnTo>
                <a:lnTo>
                  <a:pt x="761855" y="654642"/>
                </a:lnTo>
                <a:lnTo>
                  <a:pt x="721566" y="679061"/>
                </a:lnTo>
                <a:lnTo>
                  <a:pt x="678259" y="700384"/>
                </a:lnTo>
                <a:lnTo>
                  <a:pt x="632184" y="718340"/>
                </a:lnTo>
                <a:lnTo>
                  <a:pt x="583591" y="732659"/>
                </a:lnTo>
                <a:lnTo>
                  <a:pt x="532731" y="743070"/>
                </a:lnTo>
                <a:lnTo>
                  <a:pt x="481178" y="749166"/>
                </a:lnTo>
                <a:lnTo>
                  <a:pt x="430553" y="750840"/>
                </a:ln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 txBox="1"/>
          <p:nvPr/>
        </p:nvSpPr>
        <p:spPr>
          <a:xfrm rot="-540000">
            <a:off x="6386701" y="845188"/>
            <a:ext cx="5073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Worker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7319646" y="1332483"/>
            <a:ext cx="1007110" cy="753745"/>
          </a:xfrm>
          <a:custGeom>
            <a:rect b="b" l="l" r="r" t="t"/>
            <a:pathLst>
              <a:path extrusionOk="0" h="753744" w="1007109">
                <a:moveTo>
                  <a:pt x="524595" y="753383"/>
                </a:moveTo>
                <a:lnTo>
                  <a:pt x="469627" y="750641"/>
                </a:lnTo>
                <a:lnTo>
                  <a:pt x="415056" y="743511"/>
                </a:lnTo>
                <a:lnTo>
                  <a:pt x="362576" y="732298"/>
                </a:lnTo>
                <a:lnTo>
                  <a:pt x="312472" y="717259"/>
                </a:lnTo>
                <a:lnTo>
                  <a:pt x="265031" y="698648"/>
                </a:lnTo>
                <a:lnTo>
                  <a:pt x="220538" y="676722"/>
                </a:lnTo>
                <a:lnTo>
                  <a:pt x="179281" y="651737"/>
                </a:lnTo>
                <a:lnTo>
                  <a:pt x="141544" y="623948"/>
                </a:lnTo>
                <a:lnTo>
                  <a:pt x="107614" y="593611"/>
                </a:lnTo>
                <a:lnTo>
                  <a:pt x="77778" y="560981"/>
                </a:lnTo>
                <a:lnTo>
                  <a:pt x="52320" y="526316"/>
                </a:lnTo>
                <a:lnTo>
                  <a:pt x="31527" y="489869"/>
                </a:lnTo>
                <a:lnTo>
                  <a:pt x="15685" y="451898"/>
                </a:lnTo>
                <a:lnTo>
                  <a:pt x="5081" y="412657"/>
                </a:lnTo>
                <a:lnTo>
                  <a:pt x="0" y="372403"/>
                </a:lnTo>
                <a:lnTo>
                  <a:pt x="727" y="331391"/>
                </a:lnTo>
                <a:lnTo>
                  <a:pt x="7354" y="290911"/>
                </a:lnTo>
                <a:lnTo>
                  <a:pt x="19561" y="252215"/>
                </a:lnTo>
                <a:lnTo>
                  <a:pt x="37021" y="215503"/>
                </a:lnTo>
                <a:lnTo>
                  <a:pt x="59405" y="180977"/>
                </a:lnTo>
                <a:lnTo>
                  <a:pt x="86388" y="148836"/>
                </a:lnTo>
                <a:lnTo>
                  <a:pt x="117642" y="119281"/>
                </a:lnTo>
                <a:lnTo>
                  <a:pt x="152840" y="92513"/>
                </a:lnTo>
                <a:lnTo>
                  <a:pt x="191654" y="68732"/>
                </a:lnTo>
                <a:lnTo>
                  <a:pt x="233757" y="48138"/>
                </a:lnTo>
                <a:lnTo>
                  <a:pt x="278823" y="30933"/>
                </a:lnTo>
                <a:lnTo>
                  <a:pt x="326523" y="17315"/>
                </a:lnTo>
                <a:lnTo>
                  <a:pt x="376531" y="7487"/>
                </a:lnTo>
                <a:lnTo>
                  <a:pt x="428519" y="1648"/>
                </a:lnTo>
                <a:lnTo>
                  <a:pt x="482160" y="0"/>
                </a:lnTo>
                <a:lnTo>
                  <a:pt x="537127" y="2741"/>
                </a:lnTo>
                <a:lnTo>
                  <a:pt x="591699" y="9871"/>
                </a:lnTo>
                <a:lnTo>
                  <a:pt x="644179" y="21084"/>
                </a:lnTo>
                <a:lnTo>
                  <a:pt x="694283" y="36124"/>
                </a:lnTo>
                <a:lnTo>
                  <a:pt x="741724" y="54734"/>
                </a:lnTo>
                <a:lnTo>
                  <a:pt x="786217" y="76660"/>
                </a:lnTo>
                <a:lnTo>
                  <a:pt x="827474" y="101645"/>
                </a:lnTo>
                <a:lnTo>
                  <a:pt x="865211" y="129435"/>
                </a:lnTo>
                <a:lnTo>
                  <a:pt x="899141" y="159772"/>
                </a:lnTo>
                <a:lnTo>
                  <a:pt x="928978" y="192401"/>
                </a:lnTo>
                <a:lnTo>
                  <a:pt x="954435" y="227067"/>
                </a:lnTo>
                <a:lnTo>
                  <a:pt x="975228" y="263513"/>
                </a:lnTo>
                <a:lnTo>
                  <a:pt x="991070" y="301485"/>
                </a:lnTo>
                <a:lnTo>
                  <a:pt x="1001674" y="340725"/>
                </a:lnTo>
                <a:lnTo>
                  <a:pt x="1006755" y="380979"/>
                </a:lnTo>
                <a:lnTo>
                  <a:pt x="1006027" y="421991"/>
                </a:lnTo>
                <a:lnTo>
                  <a:pt x="999401" y="462471"/>
                </a:lnTo>
                <a:lnTo>
                  <a:pt x="987194" y="501167"/>
                </a:lnTo>
                <a:lnTo>
                  <a:pt x="969735" y="537879"/>
                </a:lnTo>
                <a:lnTo>
                  <a:pt x="947350" y="572405"/>
                </a:lnTo>
                <a:lnTo>
                  <a:pt x="920367" y="604546"/>
                </a:lnTo>
                <a:lnTo>
                  <a:pt x="889113" y="634101"/>
                </a:lnTo>
                <a:lnTo>
                  <a:pt x="853915" y="660869"/>
                </a:lnTo>
                <a:lnTo>
                  <a:pt x="815101" y="684650"/>
                </a:lnTo>
                <a:lnTo>
                  <a:pt x="772998" y="705244"/>
                </a:lnTo>
                <a:lnTo>
                  <a:pt x="727933" y="722450"/>
                </a:lnTo>
                <a:lnTo>
                  <a:pt x="680232" y="736067"/>
                </a:lnTo>
                <a:lnTo>
                  <a:pt x="630224" y="745895"/>
                </a:lnTo>
                <a:lnTo>
                  <a:pt x="578236" y="751734"/>
                </a:lnTo>
                <a:lnTo>
                  <a:pt x="524595" y="753383"/>
                </a:ln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 txBox="1"/>
          <p:nvPr/>
        </p:nvSpPr>
        <p:spPr>
          <a:xfrm rot="300000">
            <a:off x="7568509" y="1643508"/>
            <a:ext cx="5073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Worker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7275675" y="2678349"/>
            <a:ext cx="970915" cy="817880"/>
          </a:xfrm>
          <a:custGeom>
            <a:rect b="b" l="l" r="r" t="t"/>
            <a:pathLst>
              <a:path extrusionOk="0" h="817879" w="970915">
                <a:moveTo>
                  <a:pt x="485249" y="817799"/>
                </a:moveTo>
                <a:lnTo>
                  <a:pt x="432376" y="815400"/>
                </a:lnTo>
                <a:lnTo>
                  <a:pt x="381152" y="808368"/>
                </a:lnTo>
                <a:lnTo>
                  <a:pt x="331873" y="796954"/>
                </a:lnTo>
                <a:lnTo>
                  <a:pt x="284835" y="781405"/>
                </a:lnTo>
                <a:lnTo>
                  <a:pt x="240335" y="761973"/>
                </a:lnTo>
                <a:lnTo>
                  <a:pt x="198667" y="738906"/>
                </a:lnTo>
                <a:lnTo>
                  <a:pt x="160129" y="712453"/>
                </a:lnTo>
                <a:lnTo>
                  <a:pt x="125016" y="682865"/>
                </a:lnTo>
                <a:lnTo>
                  <a:pt x="93625" y="650391"/>
                </a:lnTo>
                <a:lnTo>
                  <a:pt x="66250" y="615279"/>
                </a:lnTo>
                <a:lnTo>
                  <a:pt x="43189" y="577780"/>
                </a:lnTo>
                <a:lnTo>
                  <a:pt x="24738" y="538144"/>
                </a:lnTo>
                <a:lnTo>
                  <a:pt x="11192" y="496618"/>
                </a:lnTo>
                <a:lnTo>
                  <a:pt x="2847" y="453454"/>
                </a:lnTo>
                <a:lnTo>
                  <a:pt x="0" y="408899"/>
                </a:lnTo>
                <a:lnTo>
                  <a:pt x="2847" y="364345"/>
                </a:lnTo>
                <a:lnTo>
                  <a:pt x="11192" y="321181"/>
                </a:lnTo>
                <a:lnTo>
                  <a:pt x="24738" y="279655"/>
                </a:lnTo>
                <a:lnTo>
                  <a:pt x="43189" y="240019"/>
                </a:lnTo>
                <a:lnTo>
                  <a:pt x="66250" y="202520"/>
                </a:lnTo>
                <a:lnTo>
                  <a:pt x="93625" y="167408"/>
                </a:lnTo>
                <a:lnTo>
                  <a:pt x="125016" y="134934"/>
                </a:lnTo>
                <a:lnTo>
                  <a:pt x="160129" y="105346"/>
                </a:lnTo>
                <a:lnTo>
                  <a:pt x="198667" y="78893"/>
                </a:lnTo>
                <a:lnTo>
                  <a:pt x="240335" y="55826"/>
                </a:lnTo>
                <a:lnTo>
                  <a:pt x="284835" y="36394"/>
                </a:lnTo>
                <a:lnTo>
                  <a:pt x="331873" y="20845"/>
                </a:lnTo>
                <a:lnTo>
                  <a:pt x="381152" y="9431"/>
                </a:lnTo>
                <a:lnTo>
                  <a:pt x="432376" y="2399"/>
                </a:lnTo>
                <a:lnTo>
                  <a:pt x="485249" y="0"/>
                </a:lnTo>
                <a:lnTo>
                  <a:pt x="538123" y="2399"/>
                </a:lnTo>
                <a:lnTo>
                  <a:pt x="589347" y="9431"/>
                </a:lnTo>
                <a:lnTo>
                  <a:pt x="638626" y="20845"/>
                </a:lnTo>
                <a:lnTo>
                  <a:pt x="685664" y="36394"/>
                </a:lnTo>
                <a:lnTo>
                  <a:pt x="730164" y="55826"/>
                </a:lnTo>
                <a:lnTo>
                  <a:pt x="771832" y="78893"/>
                </a:lnTo>
                <a:lnTo>
                  <a:pt x="810370" y="105346"/>
                </a:lnTo>
                <a:lnTo>
                  <a:pt x="845483" y="134934"/>
                </a:lnTo>
                <a:lnTo>
                  <a:pt x="876874" y="167408"/>
                </a:lnTo>
                <a:lnTo>
                  <a:pt x="904249" y="202520"/>
                </a:lnTo>
                <a:lnTo>
                  <a:pt x="927310" y="240019"/>
                </a:lnTo>
                <a:lnTo>
                  <a:pt x="945761" y="279655"/>
                </a:lnTo>
                <a:lnTo>
                  <a:pt x="959307" y="321181"/>
                </a:lnTo>
                <a:lnTo>
                  <a:pt x="967652" y="364345"/>
                </a:lnTo>
                <a:lnTo>
                  <a:pt x="970499" y="408899"/>
                </a:lnTo>
                <a:lnTo>
                  <a:pt x="967652" y="453454"/>
                </a:lnTo>
                <a:lnTo>
                  <a:pt x="959307" y="496618"/>
                </a:lnTo>
                <a:lnTo>
                  <a:pt x="945761" y="538144"/>
                </a:lnTo>
                <a:lnTo>
                  <a:pt x="927310" y="577780"/>
                </a:lnTo>
                <a:lnTo>
                  <a:pt x="904249" y="615279"/>
                </a:lnTo>
                <a:lnTo>
                  <a:pt x="876874" y="650391"/>
                </a:lnTo>
                <a:lnTo>
                  <a:pt x="845483" y="682865"/>
                </a:lnTo>
                <a:lnTo>
                  <a:pt x="810370" y="712453"/>
                </a:lnTo>
                <a:lnTo>
                  <a:pt x="771832" y="738906"/>
                </a:lnTo>
                <a:lnTo>
                  <a:pt x="730164" y="761973"/>
                </a:lnTo>
                <a:lnTo>
                  <a:pt x="685664" y="781405"/>
                </a:lnTo>
                <a:lnTo>
                  <a:pt x="638626" y="796954"/>
                </a:lnTo>
                <a:lnTo>
                  <a:pt x="589347" y="808368"/>
                </a:lnTo>
                <a:lnTo>
                  <a:pt x="538123" y="815400"/>
                </a:lnTo>
                <a:lnTo>
                  <a:pt x="485249" y="817799"/>
                </a:ln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7506603" y="2977966"/>
            <a:ext cx="508634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Worker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6108974" y="3555824"/>
            <a:ext cx="970915" cy="817880"/>
          </a:xfrm>
          <a:custGeom>
            <a:rect b="b" l="l" r="r" t="t"/>
            <a:pathLst>
              <a:path extrusionOk="0" h="817879" w="970915">
                <a:moveTo>
                  <a:pt x="485249" y="817799"/>
                </a:moveTo>
                <a:lnTo>
                  <a:pt x="432376" y="815400"/>
                </a:lnTo>
                <a:lnTo>
                  <a:pt x="381152" y="808368"/>
                </a:lnTo>
                <a:lnTo>
                  <a:pt x="331873" y="796954"/>
                </a:lnTo>
                <a:lnTo>
                  <a:pt x="284835" y="781405"/>
                </a:lnTo>
                <a:lnTo>
                  <a:pt x="240335" y="761973"/>
                </a:lnTo>
                <a:lnTo>
                  <a:pt x="198667" y="738906"/>
                </a:lnTo>
                <a:lnTo>
                  <a:pt x="160129" y="712453"/>
                </a:lnTo>
                <a:lnTo>
                  <a:pt x="125016" y="682865"/>
                </a:lnTo>
                <a:lnTo>
                  <a:pt x="93625" y="650391"/>
                </a:lnTo>
                <a:lnTo>
                  <a:pt x="66250" y="615279"/>
                </a:lnTo>
                <a:lnTo>
                  <a:pt x="43189" y="577780"/>
                </a:lnTo>
                <a:lnTo>
                  <a:pt x="24738" y="538144"/>
                </a:lnTo>
                <a:lnTo>
                  <a:pt x="11192" y="496618"/>
                </a:lnTo>
                <a:lnTo>
                  <a:pt x="2847" y="453454"/>
                </a:lnTo>
                <a:lnTo>
                  <a:pt x="0" y="408899"/>
                </a:lnTo>
                <a:lnTo>
                  <a:pt x="2847" y="364345"/>
                </a:lnTo>
                <a:lnTo>
                  <a:pt x="11192" y="321181"/>
                </a:lnTo>
                <a:lnTo>
                  <a:pt x="24738" y="279655"/>
                </a:lnTo>
                <a:lnTo>
                  <a:pt x="43189" y="240019"/>
                </a:lnTo>
                <a:lnTo>
                  <a:pt x="66250" y="202520"/>
                </a:lnTo>
                <a:lnTo>
                  <a:pt x="93625" y="167408"/>
                </a:lnTo>
                <a:lnTo>
                  <a:pt x="125016" y="134934"/>
                </a:lnTo>
                <a:lnTo>
                  <a:pt x="160129" y="105346"/>
                </a:lnTo>
                <a:lnTo>
                  <a:pt x="198667" y="78893"/>
                </a:lnTo>
                <a:lnTo>
                  <a:pt x="240335" y="55826"/>
                </a:lnTo>
                <a:lnTo>
                  <a:pt x="284835" y="36394"/>
                </a:lnTo>
                <a:lnTo>
                  <a:pt x="331873" y="20845"/>
                </a:lnTo>
                <a:lnTo>
                  <a:pt x="381152" y="9431"/>
                </a:lnTo>
                <a:lnTo>
                  <a:pt x="432376" y="2399"/>
                </a:lnTo>
                <a:lnTo>
                  <a:pt x="485249" y="0"/>
                </a:lnTo>
                <a:lnTo>
                  <a:pt x="538123" y="2399"/>
                </a:lnTo>
                <a:lnTo>
                  <a:pt x="589347" y="9431"/>
                </a:lnTo>
                <a:lnTo>
                  <a:pt x="638626" y="20845"/>
                </a:lnTo>
                <a:lnTo>
                  <a:pt x="685664" y="36394"/>
                </a:lnTo>
                <a:lnTo>
                  <a:pt x="730164" y="55826"/>
                </a:lnTo>
                <a:lnTo>
                  <a:pt x="771832" y="78893"/>
                </a:lnTo>
                <a:lnTo>
                  <a:pt x="810370" y="105346"/>
                </a:lnTo>
                <a:lnTo>
                  <a:pt x="845483" y="134934"/>
                </a:lnTo>
                <a:lnTo>
                  <a:pt x="876874" y="167408"/>
                </a:lnTo>
                <a:lnTo>
                  <a:pt x="904249" y="202520"/>
                </a:lnTo>
                <a:lnTo>
                  <a:pt x="927310" y="240019"/>
                </a:lnTo>
                <a:lnTo>
                  <a:pt x="945761" y="279655"/>
                </a:lnTo>
                <a:lnTo>
                  <a:pt x="959307" y="321181"/>
                </a:lnTo>
                <a:lnTo>
                  <a:pt x="967652" y="364345"/>
                </a:lnTo>
                <a:lnTo>
                  <a:pt x="970499" y="408899"/>
                </a:lnTo>
                <a:lnTo>
                  <a:pt x="967652" y="453454"/>
                </a:lnTo>
                <a:lnTo>
                  <a:pt x="959307" y="496618"/>
                </a:lnTo>
                <a:lnTo>
                  <a:pt x="945761" y="538144"/>
                </a:lnTo>
                <a:lnTo>
                  <a:pt x="927310" y="577780"/>
                </a:lnTo>
                <a:lnTo>
                  <a:pt x="904249" y="615279"/>
                </a:lnTo>
                <a:lnTo>
                  <a:pt x="876874" y="650391"/>
                </a:lnTo>
                <a:lnTo>
                  <a:pt x="845483" y="682865"/>
                </a:lnTo>
                <a:lnTo>
                  <a:pt x="810370" y="712453"/>
                </a:lnTo>
                <a:lnTo>
                  <a:pt x="771832" y="738906"/>
                </a:lnTo>
                <a:lnTo>
                  <a:pt x="730164" y="761973"/>
                </a:lnTo>
                <a:lnTo>
                  <a:pt x="685664" y="781405"/>
                </a:lnTo>
                <a:lnTo>
                  <a:pt x="638626" y="796954"/>
                </a:lnTo>
                <a:lnTo>
                  <a:pt x="589347" y="808368"/>
                </a:lnTo>
                <a:lnTo>
                  <a:pt x="538123" y="815400"/>
                </a:lnTo>
                <a:lnTo>
                  <a:pt x="485249" y="817799"/>
                </a:ln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6339902" y="3855441"/>
            <a:ext cx="508634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Worker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0" name="Google Shape;150;p8"/>
          <p:cNvGrpSpPr/>
          <p:nvPr/>
        </p:nvGrpSpPr>
        <p:grpSpPr>
          <a:xfrm>
            <a:off x="3047975" y="1117292"/>
            <a:ext cx="4741762" cy="2558415"/>
            <a:chOff x="3047975" y="1117292"/>
            <a:chExt cx="4741762" cy="2558415"/>
          </a:xfrm>
        </p:grpSpPr>
        <p:sp>
          <p:nvSpPr>
            <p:cNvPr id="151" name="Google Shape;151;p8"/>
            <p:cNvSpPr/>
            <p:nvPr/>
          </p:nvSpPr>
          <p:spPr>
            <a:xfrm>
              <a:off x="5593272" y="1117292"/>
              <a:ext cx="2196465" cy="2558415"/>
            </a:xfrm>
            <a:custGeom>
              <a:rect b="b" l="l" r="r" t="t"/>
              <a:pathLst>
                <a:path extrusionOk="0" h="2558415" w="2196465">
                  <a:moveTo>
                    <a:pt x="754787" y="107126"/>
                  </a:moveTo>
                  <a:lnTo>
                    <a:pt x="27287" y="1427126"/>
                  </a:lnTo>
                </a:path>
                <a:path extrusionOk="0" h="2558415" w="2196465">
                  <a:moveTo>
                    <a:pt x="1850460" y="824273"/>
                  </a:moveTo>
                  <a:lnTo>
                    <a:pt x="60" y="1454573"/>
                  </a:lnTo>
                </a:path>
                <a:path extrusionOk="0" h="2558415" w="2196465">
                  <a:moveTo>
                    <a:pt x="1682402" y="1969957"/>
                  </a:moveTo>
                  <a:lnTo>
                    <a:pt x="2" y="1454557"/>
                  </a:lnTo>
                </a:path>
                <a:path extrusionOk="0" h="2558415" w="2196465">
                  <a:moveTo>
                    <a:pt x="0" y="1454456"/>
                  </a:moveTo>
                  <a:lnTo>
                    <a:pt x="657899" y="2558156"/>
                  </a:lnTo>
                </a:path>
                <a:path extrusionOk="0" h="2558415" w="2196465">
                  <a:moveTo>
                    <a:pt x="1000952" y="2438532"/>
                  </a:moveTo>
                  <a:lnTo>
                    <a:pt x="1104452" y="161232"/>
                  </a:lnTo>
                </a:path>
                <a:path extrusionOk="0" h="2558415" w="2196465">
                  <a:moveTo>
                    <a:pt x="1419397" y="0"/>
                  </a:moveTo>
                  <a:lnTo>
                    <a:pt x="1898197" y="295499"/>
                  </a:lnTo>
                </a:path>
                <a:path extrusionOk="0" h="2558415" w="2196465">
                  <a:moveTo>
                    <a:pt x="2196001" y="965832"/>
                  </a:moveTo>
                  <a:lnTo>
                    <a:pt x="2167801" y="1561032"/>
                  </a:lnTo>
                </a:path>
                <a:path extrusionOk="0" h="2558415" w="2196465">
                  <a:moveTo>
                    <a:pt x="1344076" y="2558296"/>
                  </a:moveTo>
                  <a:lnTo>
                    <a:pt x="1824676" y="2259196"/>
                  </a:lnTo>
                </a:path>
                <a:path extrusionOk="0" h="2558415" w="2196465">
                  <a:moveTo>
                    <a:pt x="1000952" y="2438532"/>
                  </a:moveTo>
                  <a:lnTo>
                    <a:pt x="1850552" y="824232"/>
                  </a:lnTo>
                </a:path>
                <a:path extrusionOk="0" h="2558415" w="2196465">
                  <a:moveTo>
                    <a:pt x="1104402" y="161245"/>
                  </a:moveTo>
                  <a:lnTo>
                    <a:pt x="1824402" y="1680745"/>
                  </a:lnTo>
                </a:path>
              </a:pathLst>
            </a:custGeom>
            <a:noFill/>
            <a:ln cap="flat" cmpd="sng" w="76175">
              <a:solidFill>
                <a:srgbClr val="FFAB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3047975" y="3076524"/>
              <a:ext cx="2296160" cy="386715"/>
            </a:xfrm>
            <a:custGeom>
              <a:rect b="b" l="l" r="r" t="t"/>
              <a:pathLst>
                <a:path extrusionOk="0" h="386714" w="2296160">
                  <a:moveTo>
                    <a:pt x="2231498" y="386399"/>
                  </a:moveTo>
                  <a:lnTo>
                    <a:pt x="64401" y="386399"/>
                  </a:lnTo>
                  <a:lnTo>
                    <a:pt x="39333" y="381339"/>
                  </a:lnTo>
                  <a:lnTo>
                    <a:pt x="18862" y="367537"/>
                  </a:lnTo>
                  <a:lnTo>
                    <a:pt x="5060" y="347066"/>
                  </a:lnTo>
                  <a:lnTo>
                    <a:pt x="0" y="321998"/>
                  </a:lnTo>
                  <a:lnTo>
                    <a:pt x="0" y="64401"/>
                  </a:lnTo>
                  <a:lnTo>
                    <a:pt x="5060" y="39333"/>
                  </a:lnTo>
                  <a:lnTo>
                    <a:pt x="18862" y="18862"/>
                  </a:lnTo>
                  <a:lnTo>
                    <a:pt x="39333" y="5060"/>
                  </a:lnTo>
                  <a:lnTo>
                    <a:pt x="64401" y="0"/>
                  </a:lnTo>
                  <a:lnTo>
                    <a:pt x="2231498" y="0"/>
                  </a:lnTo>
                  <a:lnTo>
                    <a:pt x="2277036" y="18862"/>
                  </a:lnTo>
                  <a:lnTo>
                    <a:pt x="2295899" y="64401"/>
                  </a:lnTo>
                  <a:lnTo>
                    <a:pt x="2295899" y="321998"/>
                  </a:lnTo>
                  <a:lnTo>
                    <a:pt x="2290839" y="347066"/>
                  </a:lnTo>
                  <a:lnTo>
                    <a:pt x="2277037" y="367537"/>
                  </a:lnTo>
                  <a:lnTo>
                    <a:pt x="2256566" y="381339"/>
                  </a:lnTo>
                  <a:lnTo>
                    <a:pt x="2231498" y="386399"/>
                  </a:lnTo>
                  <a:close/>
                </a:path>
              </a:pathLst>
            </a:custGeom>
            <a:solidFill>
              <a:srgbClr val="FFF1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3047975" y="3076524"/>
              <a:ext cx="2296160" cy="386715"/>
            </a:xfrm>
            <a:custGeom>
              <a:rect b="b" l="l" r="r" t="t"/>
              <a:pathLst>
                <a:path extrusionOk="0" h="386714" w="2296160">
                  <a:moveTo>
                    <a:pt x="0" y="64401"/>
                  </a:moveTo>
                  <a:lnTo>
                    <a:pt x="5060" y="39333"/>
                  </a:lnTo>
                  <a:lnTo>
                    <a:pt x="18862" y="18862"/>
                  </a:lnTo>
                  <a:lnTo>
                    <a:pt x="39333" y="5060"/>
                  </a:lnTo>
                  <a:lnTo>
                    <a:pt x="64401" y="0"/>
                  </a:lnTo>
                  <a:lnTo>
                    <a:pt x="2231498" y="0"/>
                  </a:lnTo>
                  <a:lnTo>
                    <a:pt x="2277036" y="18862"/>
                  </a:lnTo>
                  <a:lnTo>
                    <a:pt x="2295899" y="64401"/>
                  </a:lnTo>
                  <a:lnTo>
                    <a:pt x="2295899" y="321998"/>
                  </a:lnTo>
                  <a:lnTo>
                    <a:pt x="2290839" y="347066"/>
                  </a:lnTo>
                  <a:lnTo>
                    <a:pt x="2277037" y="367537"/>
                  </a:lnTo>
                  <a:lnTo>
                    <a:pt x="2256566" y="381339"/>
                  </a:lnTo>
                  <a:lnTo>
                    <a:pt x="2231498" y="386399"/>
                  </a:lnTo>
                  <a:lnTo>
                    <a:pt x="64401" y="386399"/>
                  </a:lnTo>
                  <a:lnTo>
                    <a:pt x="39333" y="381339"/>
                  </a:lnTo>
                  <a:lnTo>
                    <a:pt x="18862" y="367537"/>
                  </a:lnTo>
                  <a:lnTo>
                    <a:pt x="5060" y="347066"/>
                  </a:lnTo>
                  <a:lnTo>
                    <a:pt x="0" y="321998"/>
                  </a:lnTo>
                  <a:lnTo>
                    <a:pt x="0" y="64401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8"/>
          <p:cNvGrpSpPr/>
          <p:nvPr/>
        </p:nvGrpSpPr>
        <p:grpSpPr>
          <a:xfrm>
            <a:off x="1230108" y="1064499"/>
            <a:ext cx="1408197" cy="1350695"/>
            <a:chOff x="1230108" y="1064499"/>
            <a:chExt cx="1408197" cy="1350695"/>
          </a:xfrm>
        </p:grpSpPr>
        <p:sp>
          <p:nvSpPr>
            <p:cNvPr id="155" name="Google Shape;155;p8"/>
            <p:cNvSpPr/>
            <p:nvPr/>
          </p:nvSpPr>
          <p:spPr>
            <a:xfrm>
              <a:off x="1471584" y="1076697"/>
              <a:ext cx="1152525" cy="989965"/>
            </a:xfrm>
            <a:custGeom>
              <a:rect b="b" l="l" r="r" t="t"/>
              <a:pathLst>
                <a:path extrusionOk="0" h="989964" w="1152525">
                  <a:moveTo>
                    <a:pt x="0" y="0"/>
                  </a:moveTo>
                  <a:lnTo>
                    <a:pt x="1151980" y="989754"/>
                  </a:ln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1457386" y="1064499"/>
              <a:ext cx="29845" cy="27305"/>
            </a:xfrm>
            <a:custGeom>
              <a:rect b="b" l="l" r="r" t="t"/>
              <a:pathLst>
                <a:path extrusionOk="0" h="27305" w="29844">
                  <a:moveTo>
                    <a:pt x="15341" y="27303"/>
                  </a:moveTo>
                  <a:lnTo>
                    <a:pt x="0" y="0"/>
                  </a:lnTo>
                  <a:lnTo>
                    <a:pt x="29303" y="11054"/>
                  </a:lnTo>
                  <a:lnTo>
                    <a:pt x="14197" y="12198"/>
                  </a:lnTo>
                  <a:lnTo>
                    <a:pt x="15341" y="27303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1457386" y="1064499"/>
              <a:ext cx="29845" cy="27305"/>
            </a:xfrm>
            <a:custGeom>
              <a:rect b="b" l="l" r="r" t="t"/>
              <a:pathLst>
                <a:path extrusionOk="0" h="27305" w="29844">
                  <a:moveTo>
                    <a:pt x="14197" y="12198"/>
                  </a:moveTo>
                  <a:lnTo>
                    <a:pt x="29303" y="11054"/>
                  </a:lnTo>
                  <a:lnTo>
                    <a:pt x="0" y="0"/>
                  </a:lnTo>
                  <a:lnTo>
                    <a:pt x="15341" y="27303"/>
                  </a:lnTo>
                  <a:lnTo>
                    <a:pt x="14197" y="12198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2608460" y="2051346"/>
              <a:ext cx="29845" cy="27305"/>
            </a:xfrm>
            <a:custGeom>
              <a:rect b="b" l="l" r="r" t="t"/>
              <a:pathLst>
                <a:path extrusionOk="0" h="27305" w="29844">
                  <a:moveTo>
                    <a:pt x="29302" y="27303"/>
                  </a:moveTo>
                  <a:lnTo>
                    <a:pt x="0" y="16249"/>
                  </a:lnTo>
                  <a:lnTo>
                    <a:pt x="15105" y="15105"/>
                  </a:lnTo>
                  <a:lnTo>
                    <a:pt x="13960" y="0"/>
                  </a:lnTo>
                  <a:lnTo>
                    <a:pt x="29302" y="27303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8"/>
            <p:cNvSpPr/>
            <p:nvPr/>
          </p:nvSpPr>
          <p:spPr>
            <a:xfrm>
              <a:off x="2608460" y="2051346"/>
              <a:ext cx="29845" cy="27305"/>
            </a:xfrm>
            <a:custGeom>
              <a:rect b="b" l="l" r="r" t="t"/>
              <a:pathLst>
                <a:path extrusionOk="0" h="27305" w="29844">
                  <a:moveTo>
                    <a:pt x="15105" y="15105"/>
                  </a:moveTo>
                  <a:lnTo>
                    <a:pt x="0" y="16249"/>
                  </a:lnTo>
                  <a:lnTo>
                    <a:pt x="29302" y="27303"/>
                  </a:lnTo>
                  <a:lnTo>
                    <a:pt x="13960" y="0"/>
                  </a:lnTo>
                  <a:lnTo>
                    <a:pt x="15105" y="15105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1247527" y="1906624"/>
              <a:ext cx="1252855" cy="492759"/>
            </a:xfrm>
            <a:custGeom>
              <a:rect b="b" l="l" r="r" t="t"/>
              <a:pathLst>
                <a:path extrusionOk="0" h="492760" w="1252855">
                  <a:moveTo>
                    <a:pt x="0" y="0"/>
                  </a:moveTo>
                  <a:lnTo>
                    <a:pt x="1252639" y="492730"/>
                  </a:ln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1230108" y="1899772"/>
              <a:ext cx="31750" cy="20955"/>
            </a:xfrm>
            <a:custGeom>
              <a:rect b="b" l="l" r="r" t="t"/>
              <a:pathLst>
                <a:path extrusionOk="0" h="20955" w="31750">
                  <a:moveTo>
                    <a:pt x="23466" y="20741"/>
                  </a:moveTo>
                  <a:lnTo>
                    <a:pt x="0" y="0"/>
                  </a:lnTo>
                  <a:lnTo>
                    <a:pt x="31308" y="804"/>
                  </a:lnTo>
                  <a:lnTo>
                    <a:pt x="17419" y="6851"/>
                  </a:lnTo>
                  <a:lnTo>
                    <a:pt x="23466" y="2074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1230108" y="1899772"/>
              <a:ext cx="31750" cy="20955"/>
            </a:xfrm>
            <a:custGeom>
              <a:rect b="b" l="l" r="r" t="t"/>
              <a:pathLst>
                <a:path extrusionOk="0" h="20955" w="31750">
                  <a:moveTo>
                    <a:pt x="17419" y="6851"/>
                  </a:moveTo>
                  <a:lnTo>
                    <a:pt x="31308" y="804"/>
                  </a:lnTo>
                  <a:lnTo>
                    <a:pt x="0" y="0"/>
                  </a:lnTo>
                  <a:lnTo>
                    <a:pt x="23466" y="20741"/>
                  </a:lnTo>
                  <a:lnTo>
                    <a:pt x="17419" y="6851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2494407" y="2384714"/>
              <a:ext cx="46355" cy="30480"/>
            </a:xfrm>
            <a:custGeom>
              <a:rect b="b" l="l" r="r" t="t"/>
              <a:pathLst>
                <a:path extrusionOk="0" h="30480" w="46355">
                  <a:moveTo>
                    <a:pt x="45984" y="30463"/>
                  </a:moveTo>
                  <a:lnTo>
                    <a:pt x="0" y="29281"/>
                  </a:lnTo>
                  <a:lnTo>
                    <a:pt x="11517" y="0"/>
                  </a:lnTo>
                  <a:lnTo>
                    <a:pt x="45984" y="30463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2494407" y="2384714"/>
              <a:ext cx="46355" cy="30480"/>
            </a:xfrm>
            <a:custGeom>
              <a:rect b="b" l="l" r="r" t="t"/>
              <a:pathLst>
                <a:path extrusionOk="0" h="30480" w="46355">
                  <a:moveTo>
                    <a:pt x="0" y="29281"/>
                  </a:moveTo>
                  <a:lnTo>
                    <a:pt x="45984" y="30463"/>
                  </a:lnTo>
                  <a:lnTo>
                    <a:pt x="11517" y="0"/>
                  </a:lnTo>
                  <a:lnTo>
                    <a:pt x="0" y="29281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" name="Google Shape;165;p8"/>
          <p:cNvGrpSpPr/>
          <p:nvPr/>
        </p:nvGrpSpPr>
        <p:grpSpPr>
          <a:xfrm>
            <a:off x="1106396" y="2690530"/>
            <a:ext cx="1438257" cy="1687880"/>
            <a:chOff x="1106396" y="2690530"/>
            <a:chExt cx="1438257" cy="1687880"/>
          </a:xfrm>
        </p:grpSpPr>
        <p:sp>
          <p:nvSpPr>
            <p:cNvPr id="166" name="Google Shape;166;p8"/>
            <p:cNvSpPr/>
            <p:nvPr/>
          </p:nvSpPr>
          <p:spPr>
            <a:xfrm>
              <a:off x="1125111" y="2706260"/>
              <a:ext cx="1359535" cy="27305"/>
            </a:xfrm>
            <a:custGeom>
              <a:rect b="b" l="l" r="r" t="t"/>
              <a:pathLst>
                <a:path extrusionOk="0" h="27305" w="1359535">
                  <a:moveTo>
                    <a:pt x="0" y="27015"/>
                  </a:moveTo>
                  <a:lnTo>
                    <a:pt x="1359224" y="0"/>
                  </a:ln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8"/>
            <p:cNvSpPr/>
            <p:nvPr/>
          </p:nvSpPr>
          <p:spPr>
            <a:xfrm>
              <a:off x="1106396" y="2722353"/>
              <a:ext cx="29845" cy="21590"/>
            </a:xfrm>
            <a:custGeom>
              <a:rect b="b" l="l" r="r" t="t"/>
              <a:pathLst>
                <a:path extrusionOk="0" h="21589" w="29844">
                  <a:moveTo>
                    <a:pt x="29637" y="21418"/>
                  </a:moveTo>
                  <a:lnTo>
                    <a:pt x="0" y="11294"/>
                  </a:lnTo>
                  <a:lnTo>
                    <a:pt x="29211" y="0"/>
                  </a:lnTo>
                  <a:lnTo>
                    <a:pt x="18714" y="10922"/>
                  </a:lnTo>
                  <a:lnTo>
                    <a:pt x="29637" y="2141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1106396" y="2722353"/>
              <a:ext cx="29845" cy="21590"/>
            </a:xfrm>
            <a:custGeom>
              <a:rect b="b" l="l" r="r" t="t"/>
              <a:pathLst>
                <a:path extrusionOk="0" h="21589" w="29844">
                  <a:moveTo>
                    <a:pt x="18714" y="10922"/>
                  </a:moveTo>
                  <a:lnTo>
                    <a:pt x="29211" y="0"/>
                  </a:lnTo>
                  <a:lnTo>
                    <a:pt x="0" y="11294"/>
                  </a:lnTo>
                  <a:lnTo>
                    <a:pt x="29637" y="21418"/>
                  </a:lnTo>
                  <a:lnTo>
                    <a:pt x="18714" y="10922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2484023" y="2690530"/>
              <a:ext cx="43815" cy="31750"/>
            </a:xfrm>
            <a:custGeom>
              <a:rect b="b" l="l" r="r" t="t"/>
              <a:pathLst>
                <a:path extrusionOk="0" h="31750" w="43814">
                  <a:moveTo>
                    <a:pt x="625" y="31459"/>
                  </a:moveTo>
                  <a:lnTo>
                    <a:pt x="0" y="0"/>
                  </a:lnTo>
                  <a:lnTo>
                    <a:pt x="43529" y="14870"/>
                  </a:lnTo>
                  <a:lnTo>
                    <a:pt x="625" y="31459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2484023" y="2690530"/>
              <a:ext cx="43815" cy="31750"/>
            </a:xfrm>
            <a:custGeom>
              <a:rect b="b" l="l" r="r" t="t"/>
              <a:pathLst>
                <a:path extrusionOk="0" h="31750" w="43814">
                  <a:moveTo>
                    <a:pt x="625" y="31459"/>
                  </a:moveTo>
                  <a:lnTo>
                    <a:pt x="43529" y="14870"/>
                  </a:lnTo>
                  <a:lnTo>
                    <a:pt x="0" y="0"/>
                  </a:lnTo>
                  <a:lnTo>
                    <a:pt x="625" y="31459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1306219" y="3001996"/>
              <a:ext cx="1195705" cy="546100"/>
            </a:xfrm>
            <a:custGeom>
              <a:rect b="b" l="l" r="r" t="t"/>
              <a:pathLst>
                <a:path extrusionOk="0" h="546100" w="1195705">
                  <a:moveTo>
                    <a:pt x="0" y="545608"/>
                  </a:moveTo>
                  <a:lnTo>
                    <a:pt x="1195116" y="0"/>
                  </a:ln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1289192" y="3533412"/>
              <a:ext cx="31750" cy="22225"/>
            </a:xfrm>
            <a:custGeom>
              <a:rect b="b" l="l" r="r" t="t"/>
              <a:pathLst>
                <a:path extrusionOk="0" h="22225" w="31750">
                  <a:moveTo>
                    <a:pt x="0" y="21966"/>
                  </a:moveTo>
                  <a:lnTo>
                    <a:pt x="22323" y="0"/>
                  </a:lnTo>
                  <a:lnTo>
                    <a:pt x="17027" y="14192"/>
                  </a:lnTo>
                  <a:lnTo>
                    <a:pt x="31220" y="19488"/>
                  </a:lnTo>
                  <a:lnTo>
                    <a:pt x="0" y="21966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1289192" y="3533412"/>
              <a:ext cx="31750" cy="22225"/>
            </a:xfrm>
            <a:custGeom>
              <a:rect b="b" l="l" r="r" t="t"/>
              <a:pathLst>
                <a:path extrusionOk="0" h="22225" w="31750">
                  <a:moveTo>
                    <a:pt x="17027" y="14192"/>
                  </a:moveTo>
                  <a:lnTo>
                    <a:pt x="22323" y="0"/>
                  </a:lnTo>
                  <a:lnTo>
                    <a:pt x="0" y="21966"/>
                  </a:lnTo>
                  <a:lnTo>
                    <a:pt x="31220" y="19488"/>
                  </a:lnTo>
                  <a:lnTo>
                    <a:pt x="17027" y="14192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8"/>
            <p:cNvSpPr/>
            <p:nvPr/>
          </p:nvSpPr>
          <p:spPr>
            <a:xfrm>
              <a:off x="2494802" y="2984045"/>
              <a:ext cx="46355" cy="32384"/>
            </a:xfrm>
            <a:custGeom>
              <a:rect b="b" l="l" r="r" t="t"/>
              <a:pathLst>
                <a:path extrusionOk="0" h="32385" w="46355">
                  <a:moveTo>
                    <a:pt x="13067" y="32263"/>
                  </a:moveTo>
                  <a:lnTo>
                    <a:pt x="0" y="3639"/>
                  </a:lnTo>
                  <a:lnTo>
                    <a:pt x="45855" y="0"/>
                  </a:lnTo>
                  <a:lnTo>
                    <a:pt x="13067" y="32263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2494802" y="2984045"/>
              <a:ext cx="46355" cy="32384"/>
            </a:xfrm>
            <a:custGeom>
              <a:rect b="b" l="l" r="r" t="t"/>
              <a:pathLst>
                <a:path extrusionOk="0" h="32385" w="46355">
                  <a:moveTo>
                    <a:pt x="13067" y="32263"/>
                  </a:moveTo>
                  <a:lnTo>
                    <a:pt x="45855" y="0"/>
                  </a:lnTo>
                  <a:lnTo>
                    <a:pt x="0" y="3639"/>
                  </a:lnTo>
                  <a:lnTo>
                    <a:pt x="13067" y="32263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1648080" y="3354161"/>
              <a:ext cx="868044" cy="1009650"/>
            </a:xfrm>
            <a:custGeom>
              <a:rect b="b" l="l" r="r" t="t"/>
              <a:pathLst>
                <a:path extrusionOk="0" h="1009650" w="868044">
                  <a:moveTo>
                    <a:pt x="0" y="1009509"/>
                  </a:moveTo>
                  <a:lnTo>
                    <a:pt x="867863" y="0"/>
                  </a:ln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1635877" y="4348565"/>
              <a:ext cx="27305" cy="29845"/>
            </a:xfrm>
            <a:custGeom>
              <a:rect b="b" l="l" r="r" t="t"/>
              <a:pathLst>
                <a:path extrusionOk="0" h="29845" w="27305">
                  <a:moveTo>
                    <a:pt x="0" y="29299"/>
                  </a:moveTo>
                  <a:lnTo>
                    <a:pt x="11062" y="0"/>
                  </a:lnTo>
                  <a:lnTo>
                    <a:pt x="12202" y="15105"/>
                  </a:lnTo>
                  <a:lnTo>
                    <a:pt x="27308" y="13965"/>
                  </a:lnTo>
                  <a:lnTo>
                    <a:pt x="0" y="29299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1635877" y="4348565"/>
              <a:ext cx="27305" cy="29845"/>
            </a:xfrm>
            <a:custGeom>
              <a:rect b="b" l="l" r="r" t="t"/>
              <a:pathLst>
                <a:path extrusionOk="0" h="29845" w="27305">
                  <a:moveTo>
                    <a:pt x="12202" y="15105"/>
                  </a:moveTo>
                  <a:lnTo>
                    <a:pt x="11062" y="0"/>
                  </a:lnTo>
                  <a:lnTo>
                    <a:pt x="0" y="29299"/>
                  </a:lnTo>
                  <a:lnTo>
                    <a:pt x="27308" y="13965"/>
                  </a:lnTo>
                  <a:lnTo>
                    <a:pt x="12202" y="15105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2504013" y="3321383"/>
              <a:ext cx="40640" cy="43180"/>
            </a:xfrm>
            <a:custGeom>
              <a:rect b="b" l="l" r="r" t="t"/>
              <a:pathLst>
                <a:path extrusionOk="0" h="43179" w="40639">
                  <a:moveTo>
                    <a:pt x="23860" y="43034"/>
                  </a:moveTo>
                  <a:lnTo>
                    <a:pt x="0" y="22521"/>
                  </a:lnTo>
                  <a:lnTo>
                    <a:pt x="40108" y="0"/>
                  </a:lnTo>
                  <a:lnTo>
                    <a:pt x="23860" y="4303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2504013" y="3321383"/>
              <a:ext cx="40640" cy="43180"/>
            </a:xfrm>
            <a:custGeom>
              <a:rect b="b" l="l" r="r" t="t"/>
              <a:pathLst>
                <a:path extrusionOk="0" h="43179" w="40639">
                  <a:moveTo>
                    <a:pt x="23860" y="43034"/>
                  </a:moveTo>
                  <a:lnTo>
                    <a:pt x="40108" y="0"/>
                  </a:lnTo>
                  <a:lnTo>
                    <a:pt x="0" y="22521"/>
                  </a:lnTo>
                  <a:lnTo>
                    <a:pt x="23860" y="43034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8"/>
          <p:cNvSpPr txBox="1"/>
          <p:nvPr/>
        </p:nvSpPr>
        <p:spPr>
          <a:xfrm>
            <a:off x="3421875" y="3946762"/>
            <a:ext cx="1922260" cy="456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AWS EMR Cluster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Elastic MapReduce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8"/>
          <p:cNvSpPr txBox="1"/>
          <p:nvPr/>
        </p:nvSpPr>
        <p:spPr>
          <a:xfrm>
            <a:off x="3953854" y="3145138"/>
            <a:ext cx="48387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YARN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3" name="Google Shape;183;p8"/>
          <p:cNvGrpSpPr/>
          <p:nvPr/>
        </p:nvGrpSpPr>
        <p:grpSpPr>
          <a:xfrm>
            <a:off x="4179425" y="2636349"/>
            <a:ext cx="1073150" cy="386715"/>
            <a:chOff x="4179425" y="2636349"/>
            <a:chExt cx="1073150" cy="386715"/>
          </a:xfrm>
        </p:grpSpPr>
        <p:sp>
          <p:nvSpPr>
            <p:cNvPr id="184" name="Google Shape;184;p8"/>
            <p:cNvSpPr/>
            <p:nvPr/>
          </p:nvSpPr>
          <p:spPr>
            <a:xfrm>
              <a:off x="4179425" y="2636349"/>
              <a:ext cx="1073150" cy="386715"/>
            </a:xfrm>
            <a:custGeom>
              <a:rect b="b" l="l" r="r" t="t"/>
              <a:pathLst>
                <a:path extrusionOk="0" h="386714" w="1073150">
                  <a:moveTo>
                    <a:pt x="1008398" y="386399"/>
                  </a:moveTo>
                  <a:lnTo>
                    <a:pt x="64401" y="386399"/>
                  </a:lnTo>
                  <a:lnTo>
                    <a:pt x="39333" y="381339"/>
                  </a:lnTo>
                  <a:lnTo>
                    <a:pt x="18862" y="367537"/>
                  </a:lnTo>
                  <a:lnTo>
                    <a:pt x="5060" y="347066"/>
                  </a:lnTo>
                  <a:lnTo>
                    <a:pt x="0" y="321998"/>
                  </a:lnTo>
                  <a:lnTo>
                    <a:pt x="0" y="64401"/>
                  </a:lnTo>
                  <a:lnTo>
                    <a:pt x="5060" y="39333"/>
                  </a:lnTo>
                  <a:lnTo>
                    <a:pt x="18862" y="18862"/>
                  </a:lnTo>
                  <a:lnTo>
                    <a:pt x="39333" y="5060"/>
                  </a:lnTo>
                  <a:lnTo>
                    <a:pt x="64401" y="0"/>
                  </a:lnTo>
                  <a:lnTo>
                    <a:pt x="1008398" y="0"/>
                  </a:lnTo>
                  <a:lnTo>
                    <a:pt x="1053936" y="18862"/>
                  </a:lnTo>
                  <a:lnTo>
                    <a:pt x="1072799" y="64401"/>
                  </a:lnTo>
                  <a:lnTo>
                    <a:pt x="1072799" y="321998"/>
                  </a:lnTo>
                  <a:lnTo>
                    <a:pt x="1067739" y="347066"/>
                  </a:lnTo>
                  <a:lnTo>
                    <a:pt x="1053937" y="367537"/>
                  </a:lnTo>
                  <a:lnTo>
                    <a:pt x="1033466" y="381339"/>
                  </a:lnTo>
                  <a:lnTo>
                    <a:pt x="1008398" y="386399"/>
                  </a:lnTo>
                  <a:close/>
                </a:path>
              </a:pathLst>
            </a:custGeom>
            <a:solidFill>
              <a:srgbClr val="D0E0E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8"/>
            <p:cNvSpPr/>
            <p:nvPr/>
          </p:nvSpPr>
          <p:spPr>
            <a:xfrm>
              <a:off x="4179425" y="2636349"/>
              <a:ext cx="1073150" cy="386715"/>
            </a:xfrm>
            <a:custGeom>
              <a:rect b="b" l="l" r="r" t="t"/>
              <a:pathLst>
                <a:path extrusionOk="0" h="386714" w="1073150">
                  <a:moveTo>
                    <a:pt x="0" y="64401"/>
                  </a:moveTo>
                  <a:lnTo>
                    <a:pt x="5060" y="39333"/>
                  </a:lnTo>
                  <a:lnTo>
                    <a:pt x="18862" y="18862"/>
                  </a:lnTo>
                  <a:lnTo>
                    <a:pt x="39333" y="5060"/>
                  </a:lnTo>
                  <a:lnTo>
                    <a:pt x="64401" y="0"/>
                  </a:lnTo>
                  <a:lnTo>
                    <a:pt x="1008398" y="0"/>
                  </a:lnTo>
                  <a:lnTo>
                    <a:pt x="1053936" y="18862"/>
                  </a:lnTo>
                  <a:lnTo>
                    <a:pt x="1072799" y="64401"/>
                  </a:lnTo>
                  <a:lnTo>
                    <a:pt x="1072799" y="321998"/>
                  </a:lnTo>
                  <a:lnTo>
                    <a:pt x="1067739" y="347066"/>
                  </a:lnTo>
                  <a:lnTo>
                    <a:pt x="1053937" y="367537"/>
                  </a:lnTo>
                  <a:lnTo>
                    <a:pt x="1033466" y="381339"/>
                  </a:lnTo>
                  <a:lnTo>
                    <a:pt x="1008398" y="386399"/>
                  </a:lnTo>
                  <a:lnTo>
                    <a:pt x="64401" y="386399"/>
                  </a:lnTo>
                  <a:lnTo>
                    <a:pt x="39333" y="381339"/>
                  </a:lnTo>
                  <a:lnTo>
                    <a:pt x="18862" y="367537"/>
                  </a:lnTo>
                  <a:lnTo>
                    <a:pt x="5060" y="347066"/>
                  </a:lnTo>
                  <a:lnTo>
                    <a:pt x="0" y="321998"/>
                  </a:lnTo>
                  <a:lnTo>
                    <a:pt x="0" y="64401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" name="Google Shape;186;p8"/>
          <p:cNvSpPr txBox="1"/>
          <p:nvPr/>
        </p:nvSpPr>
        <p:spPr>
          <a:xfrm>
            <a:off x="4390153" y="2704963"/>
            <a:ext cx="65214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Hadoop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7" name="Google Shape;187;p8"/>
          <p:cNvGrpSpPr/>
          <p:nvPr/>
        </p:nvGrpSpPr>
        <p:grpSpPr>
          <a:xfrm>
            <a:off x="3058374" y="2636349"/>
            <a:ext cx="1058545" cy="386715"/>
            <a:chOff x="3058374" y="2636349"/>
            <a:chExt cx="1058545" cy="386715"/>
          </a:xfrm>
        </p:grpSpPr>
        <p:sp>
          <p:nvSpPr>
            <p:cNvPr id="188" name="Google Shape;188;p8"/>
            <p:cNvSpPr/>
            <p:nvPr/>
          </p:nvSpPr>
          <p:spPr>
            <a:xfrm>
              <a:off x="3058374" y="2636349"/>
              <a:ext cx="1058545" cy="386715"/>
            </a:xfrm>
            <a:custGeom>
              <a:rect b="b" l="l" r="r" t="t"/>
              <a:pathLst>
                <a:path extrusionOk="0" h="386714" w="1058545">
                  <a:moveTo>
                    <a:pt x="993698" y="386399"/>
                  </a:moveTo>
                  <a:lnTo>
                    <a:pt x="64401" y="386399"/>
                  </a:lnTo>
                  <a:lnTo>
                    <a:pt x="39333" y="381339"/>
                  </a:lnTo>
                  <a:lnTo>
                    <a:pt x="18862" y="367537"/>
                  </a:lnTo>
                  <a:lnTo>
                    <a:pt x="5060" y="347066"/>
                  </a:lnTo>
                  <a:lnTo>
                    <a:pt x="0" y="321998"/>
                  </a:lnTo>
                  <a:lnTo>
                    <a:pt x="0" y="64401"/>
                  </a:lnTo>
                  <a:lnTo>
                    <a:pt x="5060" y="39333"/>
                  </a:lnTo>
                  <a:lnTo>
                    <a:pt x="18862" y="18862"/>
                  </a:lnTo>
                  <a:lnTo>
                    <a:pt x="39333" y="5060"/>
                  </a:lnTo>
                  <a:lnTo>
                    <a:pt x="64401" y="0"/>
                  </a:lnTo>
                  <a:lnTo>
                    <a:pt x="993698" y="0"/>
                  </a:lnTo>
                  <a:lnTo>
                    <a:pt x="1039236" y="18862"/>
                  </a:lnTo>
                  <a:lnTo>
                    <a:pt x="1058099" y="64401"/>
                  </a:lnTo>
                  <a:lnTo>
                    <a:pt x="1058099" y="321998"/>
                  </a:lnTo>
                  <a:lnTo>
                    <a:pt x="1053039" y="347066"/>
                  </a:lnTo>
                  <a:lnTo>
                    <a:pt x="1039237" y="367537"/>
                  </a:lnTo>
                  <a:lnTo>
                    <a:pt x="1018766" y="381339"/>
                  </a:lnTo>
                  <a:lnTo>
                    <a:pt x="993698" y="386399"/>
                  </a:lnTo>
                  <a:close/>
                </a:path>
              </a:pathLst>
            </a:custGeom>
            <a:solidFill>
              <a:srgbClr val="D0E0E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8"/>
            <p:cNvSpPr/>
            <p:nvPr/>
          </p:nvSpPr>
          <p:spPr>
            <a:xfrm>
              <a:off x="3058374" y="2636349"/>
              <a:ext cx="1058545" cy="386715"/>
            </a:xfrm>
            <a:custGeom>
              <a:rect b="b" l="l" r="r" t="t"/>
              <a:pathLst>
                <a:path extrusionOk="0" h="386714" w="1058545">
                  <a:moveTo>
                    <a:pt x="0" y="64401"/>
                  </a:moveTo>
                  <a:lnTo>
                    <a:pt x="5060" y="39333"/>
                  </a:lnTo>
                  <a:lnTo>
                    <a:pt x="18862" y="18862"/>
                  </a:lnTo>
                  <a:lnTo>
                    <a:pt x="39333" y="5060"/>
                  </a:lnTo>
                  <a:lnTo>
                    <a:pt x="64401" y="0"/>
                  </a:lnTo>
                  <a:lnTo>
                    <a:pt x="993698" y="0"/>
                  </a:lnTo>
                  <a:lnTo>
                    <a:pt x="1039236" y="18862"/>
                  </a:lnTo>
                  <a:lnTo>
                    <a:pt x="1058099" y="64401"/>
                  </a:lnTo>
                  <a:lnTo>
                    <a:pt x="1058099" y="321998"/>
                  </a:lnTo>
                  <a:lnTo>
                    <a:pt x="1053039" y="347066"/>
                  </a:lnTo>
                  <a:lnTo>
                    <a:pt x="1039237" y="367537"/>
                  </a:lnTo>
                  <a:lnTo>
                    <a:pt x="1018766" y="381339"/>
                  </a:lnTo>
                  <a:lnTo>
                    <a:pt x="993698" y="386399"/>
                  </a:lnTo>
                  <a:lnTo>
                    <a:pt x="64401" y="386399"/>
                  </a:lnTo>
                  <a:lnTo>
                    <a:pt x="39333" y="381339"/>
                  </a:lnTo>
                  <a:lnTo>
                    <a:pt x="18862" y="367537"/>
                  </a:lnTo>
                  <a:lnTo>
                    <a:pt x="5060" y="347066"/>
                  </a:lnTo>
                  <a:lnTo>
                    <a:pt x="0" y="321998"/>
                  </a:lnTo>
                  <a:lnTo>
                    <a:pt x="0" y="64401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p8"/>
          <p:cNvSpPr txBox="1"/>
          <p:nvPr/>
        </p:nvSpPr>
        <p:spPr>
          <a:xfrm>
            <a:off x="3348737" y="2704963"/>
            <a:ext cx="476884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Spark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490525" y="299063"/>
            <a:ext cx="133286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AWS S3 Buckets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/>
          <p:cNvSpPr txBox="1"/>
          <p:nvPr>
            <p:ph type="title"/>
          </p:nvPr>
        </p:nvSpPr>
        <p:spPr>
          <a:xfrm>
            <a:off x="384724" y="503825"/>
            <a:ext cx="6701875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606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Grading</a:t>
            </a:r>
            <a:endParaRPr sz="3600"/>
          </a:p>
        </p:txBody>
      </p:sp>
      <p:graphicFrame>
        <p:nvGraphicFramePr>
          <p:cNvPr id="197" name="Google Shape;197;p9"/>
          <p:cNvGraphicFramePr/>
          <p:nvPr/>
        </p:nvGraphicFramePr>
        <p:xfrm>
          <a:off x="425687" y="14866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{DFDBD2BB-FC6F-4DB2-8467-6B963D07F47F}</a:tableStyleId>
              </a:tblPr>
              <a:tblGrid>
                <a:gridCol w="1959600"/>
                <a:gridCol w="1959600"/>
              </a:tblGrid>
              <a:tr h="801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207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207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6150">
                <a:tc>
                  <a:txBody>
                    <a:bodyPr/>
                    <a:lstStyle/>
                    <a:p>
                      <a:pPr indent="95884" lvl="0" marL="443865" marR="436244" rtl="0" algn="l">
                        <a:lnSpc>
                          <a:spcPct val="11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3975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259725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1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Final Project</a:t>
                      </a:r>
                      <a:endParaRPr sz="2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207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207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8" name="Google Shape;198;p9"/>
          <p:cNvGraphicFramePr/>
          <p:nvPr/>
        </p:nvGraphicFramePr>
        <p:xfrm>
          <a:off x="5053137" y="15983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{DFDBD2BB-FC6F-4DB2-8467-6B963D07F47F}</a:tableStyleId>
              </a:tblPr>
              <a:tblGrid>
                <a:gridCol w="1812925"/>
                <a:gridCol w="1812925"/>
              </a:tblGrid>
              <a:tr h="54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787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787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787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787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787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787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787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787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2024-11-10T16:04:34Z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