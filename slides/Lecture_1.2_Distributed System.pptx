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347" r:id="rId6"/>
    <p:sldId id="339" r:id="rId7"/>
    <p:sldId id="340" r:id="rId8"/>
    <p:sldId id="341" r:id="rId9"/>
    <p:sldId id="342" r:id="rId10"/>
    <p:sldId id="260" r:id="rId11"/>
    <p:sldId id="305" r:id="rId12"/>
    <p:sldId id="261" r:id="rId13"/>
    <p:sldId id="262" r:id="rId14"/>
    <p:sldId id="263" r:id="rId15"/>
    <p:sldId id="264" r:id="rId16"/>
    <p:sldId id="265" r:id="rId17"/>
    <p:sldId id="293" r:id="rId18"/>
    <p:sldId id="266" r:id="rId19"/>
    <p:sldId id="292" r:id="rId20"/>
    <p:sldId id="291" r:id="rId21"/>
    <p:sldId id="338" r:id="rId22"/>
    <p:sldId id="344" r:id="rId23"/>
    <p:sldId id="345" r:id="rId24"/>
    <p:sldId id="346" r:id="rId25"/>
    <p:sldId id="343" r:id="rId26"/>
    <p:sldId id="348" r:id="rId27"/>
    <p:sldId id="267" r:id="rId28"/>
    <p:sldId id="283" r:id="rId29"/>
    <p:sldId id="284" r:id="rId30"/>
    <p:sldId id="285" r:id="rId31"/>
    <p:sldId id="286" r:id="rId32"/>
    <p:sldId id="287" r:id="rId33"/>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694" autoAdjust="0"/>
  </p:normalViewPr>
  <p:slideViewPr>
    <p:cSldViewPr>
      <p:cViewPr varScale="1">
        <p:scale>
          <a:sx n="84" d="100"/>
          <a:sy n="84" d="100"/>
        </p:scale>
        <p:origin x="142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79923B63-F6BC-41E0-A7D3-B5C8B1E37197}" type="datetimeFigureOut">
              <a:rPr lang="en-US" smtClean="0"/>
              <a:t>1/4/2025</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7F804F2A-07D8-4B8C-8C4F-D03853777D68}" type="slidenum">
              <a:rPr lang="en-US" smtClean="0"/>
              <a:t>‹#›</a:t>
            </a:fld>
            <a:endParaRPr lang="en-US"/>
          </a:p>
        </p:txBody>
      </p:sp>
    </p:spTree>
    <p:extLst>
      <p:ext uri="{BB962C8B-B14F-4D97-AF65-F5344CB8AC3E}">
        <p14:creationId xmlns:p14="http://schemas.microsoft.com/office/powerpoint/2010/main" val="1008596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1E8C986-6492-A73C-1FAA-2D3B90BD5C5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In the first part we shall attempt a definition of the term </a:t>
            </a:r>
            <a:r>
              <a:rPr lang="en-US" altLang="zh-TW" i="1">
                <a:latin typeface="Arial" panose="020B0604020202020204" pitchFamily="34" charset="0"/>
                <a:ea typeface="新細明體" panose="02020500000000000000" pitchFamily="18" charset="-120"/>
              </a:rPr>
              <a:t>distributed system</a:t>
            </a:r>
            <a:r>
              <a:rPr lang="en-US" altLang="zh-TW">
                <a:latin typeface="Arial" panose="020B0604020202020204" pitchFamily="34" charset="0"/>
                <a:ea typeface="新細明體" panose="02020500000000000000" pitchFamily="18" charset="-120"/>
              </a:rPr>
              <a:t>  and compare it to centralized systems.</a:t>
            </a:r>
          </a:p>
          <a:p>
            <a:pPr marL="101600" indent="-101600"/>
            <a:r>
              <a:rPr lang="en-US" altLang="zh-TW">
                <a:latin typeface="Arial" panose="020B0604020202020204" pitchFamily="34" charset="0"/>
                <a:ea typeface="新細明體" panose="02020500000000000000" pitchFamily="18" charset="-120"/>
              </a:rPr>
              <a:t>For a better appreciation of the issues that are involved in distributed systems, we will review several distributed systems that everybody in this class has come across (probably without recognizing that this is a distributed system)</a:t>
            </a:r>
          </a:p>
          <a:p>
            <a:pPr marL="101600" indent="-101600"/>
            <a:r>
              <a:rPr lang="en-US" altLang="zh-TW">
                <a:latin typeface="Arial" panose="020B0604020202020204" pitchFamily="34" charset="0"/>
                <a:ea typeface="新細明體" panose="02020500000000000000" pitchFamily="18" charset="-120"/>
              </a:rPr>
              <a:t>We shall then elaborate on the common characteristics of distributed systems. These can be used to assess and compare distributed systems. They will also provide us with (initial) guidelines as to what we should remember when we construct distributed systems.</a:t>
            </a:r>
          </a:p>
        </p:txBody>
      </p:sp>
      <p:sp>
        <p:nvSpPr>
          <p:cNvPr id="10243" name="Rectangle 3">
            <a:extLst>
              <a:ext uri="{FF2B5EF4-FFF2-40B4-BE49-F238E27FC236}">
                <a16:creationId xmlns:a16="http://schemas.microsoft.com/office/drawing/2014/main" id="{6B9FDD85-F41C-0AB2-AD63-119378F67D3F}"/>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7F1F7B7-394E-CA2B-AF67-6BD5DFB73A6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dirty="0">
                <a:latin typeface="Arial" panose="020B0604020202020204" pitchFamily="34" charset="0"/>
                <a:ea typeface="新細明體" panose="02020500000000000000" pitchFamily="18" charset="-120"/>
              </a:rPr>
              <a:t>Systems involve hardware (processors), application and system software (control) and application and system information (data).</a:t>
            </a:r>
          </a:p>
          <a:p>
            <a:pPr marL="101600" indent="-101600"/>
            <a:r>
              <a:rPr lang="en-US" altLang="zh-TW" dirty="0">
                <a:latin typeface="Arial" panose="020B0604020202020204" pitchFamily="34" charset="0"/>
                <a:ea typeface="新細明體" panose="02020500000000000000" pitchFamily="18" charset="-120"/>
              </a:rPr>
              <a:t>Which of these dimensions have to be distributed for the system to be a distributed system?</a:t>
            </a:r>
          </a:p>
          <a:p>
            <a:pPr marL="101600" indent="-101600"/>
            <a:r>
              <a:rPr lang="en-US" altLang="zh-TW" dirty="0" err="1">
                <a:latin typeface="Arial" panose="020B0604020202020204" pitchFamily="34" charset="0"/>
                <a:ea typeface="新細明體" panose="02020500000000000000" pitchFamily="18" charset="-120"/>
              </a:rPr>
              <a:t>Enslow</a:t>
            </a:r>
            <a:r>
              <a:rPr lang="en-US" altLang="zh-TW" dirty="0">
                <a:latin typeface="Arial" panose="020B0604020202020204" pitchFamily="34" charset="0"/>
                <a:ea typeface="新細明體" panose="02020500000000000000" pitchFamily="18" charset="-120"/>
              </a:rPr>
              <a:t> requires that distribution is transparent and system users are unaware of the fact that the system is composed of multiple processors.</a:t>
            </a:r>
          </a:p>
          <a:p>
            <a:pPr marL="101600" indent="-101600"/>
            <a:r>
              <a:rPr lang="en-US" altLang="zh-TW" dirty="0" err="1">
                <a:latin typeface="Arial" panose="020B0604020202020204" pitchFamily="34" charset="0"/>
                <a:ea typeface="新細明體" panose="02020500000000000000" pitchFamily="18" charset="-120"/>
              </a:rPr>
              <a:t>Enslow´s</a:t>
            </a:r>
            <a:r>
              <a:rPr lang="en-US" altLang="zh-TW" dirty="0">
                <a:latin typeface="Arial" panose="020B0604020202020204" pitchFamily="34" charset="0"/>
                <a:ea typeface="新細明體" panose="02020500000000000000" pitchFamily="18" charset="-120"/>
              </a:rPr>
              <a:t> model (1978) is fairly rigid: A system is a fully distributed system if and only if all dimensions are fully decentralized.</a:t>
            </a:r>
          </a:p>
          <a:p>
            <a:pPr marL="576263" lvl="1" indent="-119063">
              <a:buFont typeface="Arial" panose="020B0604020202020204" pitchFamily="34" charset="0"/>
              <a:buChar char="–"/>
            </a:pPr>
            <a:r>
              <a:rPr lang="en-US" altLang="zh-TW" dirty="0">
                <a:latin typeface="Arial" panose="020B0604020202020204" pitchFamily="34" charset="0"/>
                <a:ea typeface="新細明體" panose="02020500000000000000" pitchFamily="18" charset="-120"/>
              </a:rPr>
              <a:t>Full hardware decentralization includes multiple heterogeneous control units (as opposed to a single control unit with multiple processors and multiple homogeneous control units).</a:t>
            </a:r>
          </a:p>
          <a:p>
            <a:pPr marL="576263" lvl="1" indent="-119063">
              <a:buFont typeface="Arial" panose="020B0604020202020204" pitchFamily="34" charset="0"/>
              <a:buChar char="–"/>
            </a:pPr>
            <a:r>
              <a:rPr lang="en-US" altLang="zh-TW" dirty="0">
                <a:latin typeface="Arial" panose="020B0604020202020204" pitchFamily="34" charset="0"/>
                <a:ea typeface="新細明體" panose="02020500000000000000" pitchFamily="18" charset="-120"/>
              </a:rPr>
              <a:t>Control must be provided by multiple units cooperating with each other rather than in a master-slave relationship</a:t>
            </a:r>
          </a:p>
          <a:p>
            <a:pPr marL="576263" lvl="1" indent="-119063">
              <a:buFont typeface="Arial" panose="020B0604020202020204" pitchFamily="34" charset="0"/>
              <a:buChar char="–"/>
            </a:pPr>
            <a:r>
              <a:rPr lang="en-US" altLang="zh-TW" dirty="0">
                <a:latin typeface="Arial" panose="020B0604020202020204" pitchFamily="34" charset="0"/>
                <a:ea typeface="新細明體" panose="02020500000000000000" pitchFamily="18" charset="-120"/>
              </a:rPr>
              <a:t>Data must be partitioned and/or replicated, each part with its own local directory.</a:t>
            </a:r>
          </a:p>
          <a:p>
            <a:pPr marL="101600" indent="-101600"/>
            <a:r>
              <a:rPr lang="en-US" altLang="zh-TW" dirty="0" err="1">
                <a:latin typeface="Arial" panose="020B0604020202020204" pitchFamily="34" charset="0"/>
                <a:ea typeface="新細明體" panose="02020500000000000000" pitchFamily="18" charset="-120"/>
              </a:rPr>
              <a:t>Enslow´s</a:t>
            </a:r>
            <a:r>
              <a:rPr lang="en-US" altLang="zh-TW" dirty="0">
                <a:latin typeface="Arial" panose="020B0604020202020204" pitchFamily="34" charset="0"/>
                <a:ea typeface="新細明體" panose="02020500000000000000" pitchFamily="18" charset="-120"/>
              </a:rPr>
              <a:t> definition is too restrictive in our opinion. Techniques of distributed system construction should also be employed if only a single dimension is decentralized.</a:t>
            </a:r>
          </a:p>
        </p:txBody>
      </p:sp>
      <p:sp>
        <p:nvSpPr>
          <p:cNvPr id="12291" name="Rectangle 3">
            <a:extLst>
              <a:ext uri="{FF2B5EF4-FFF2-40B4-BE49-F238E27FC236}">
                <a16:creationId xmlns:a16="http://schemas.microsoft.com/office/drawing/2014/main" id="{083108C7-F181-510D-829A-FBA88BB3287F}"/>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7445F2A-E9DB-B6D1-FC01-84E11351750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We employ the  (adapted) definition of Colouris, Dollimore and Kindberg (2005) of a distributed system.</a:t>
            </a:r>
          </a:p>
          <a:p>
            <a:pPr marL="101600" indent="-101600"/>
            <a:r>
              <a:rPr lang="en-US" altLang="zh-TW">
                <a:latin typeface="Arial" panose="020B0604020202020204" pitchFamily="34" charset="0"/>
                <a:ea typeface="新細明體" panose="02020500000000000000" pitchFamily="18" charset="-120"/>
              </a:rPr>
              <a:t>It requires autonomous computers to be interconnected through a network.</a:t>
            </a:r>
          </a:p>
          <a:p>
            <a:pPr marL="101600" indent="-101600"/>
            <a:r>
              <a:rPr lang="en-US" altLang="zh-TW">
                <a:latin typeface="Arial" panose="020B0604020202020204" pitchFamily="34" charset="0"/>
                <a:ea typeface="新細明體" panose="02020500000000000000" pitchFamily="18" charset="-120"/>
              </a:rPr>
              <a:t>Each computer has to be equipped with distributed operating system software, which enables the computers to coordinate activities and to share resources in a controlled way</a:t>
            </a:r>
          </a:p>
          <a:p>
            <a:pPr marL="101600" indent="-101600"/>
            <a:r>
              <a:rPr lang="en-US" altLang="zh-TW">
                <a:latin typeface="Arial" panose="020B0604020202020204" pitchFamily="34" charset="0"/>
                <a:ea typeface="新細明體" panose="02020500000000000000" pitchFamily="18" charset="-120"/>
              </a:rPr>
              <a:t>We also require transparency of distribution for the computer users. They shall not have to be aware of the fact that the system is distributed. </a:t>
            </a:r>
          </a:p>
        </p:txBody>
      </p:sp>
      <p:sp>
        <p:nvSpPr>
          <p:cNvPr id="14339" name="Rectangle 3">
            <a:extLst>
              <a:ext uri="{FF2B5EF4-FFF2-40B4-BE49-F238E27FC236}">
                <a16:creationId xmlns:a16="http://schemas.microsoft.com/office/drawing/2014/main" id="{40469EBD-BADF-DD68-2192-6E7A0C8E0295}"/>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03C023BF-C8CA-686C-F0F4-0C804FD5BB1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To clarify the consequences of distributing a system, we compare its characteristics to those we find in centralized systems.</a:t>
            </a:r>
          </a:p>
          <a:p>
            <a:pPr marL="101600" indent="-101600"/>
            <a:r>
              <a:rPr lang="en-US" altLang="zh-TW">
                <a:latin typeface="Arial" panose="020B0604020202020204" pitchFamily="34" charset="0"/>
                <a:ea typeface="新細明體" panose="02020500000000000000" pitchFamily="18" charset="-120"/>
              </a:rPr>
              <a:t>In a centralized system, there is a single component that may be decomposed further. However, its parts (such as classes in an object-oriented program) are not autonomous, i.e the component possess full control over them at all times. As there are no other components, there is no need to provide an interface to the component.</a:t>
            </a:r>
          </a:p>
          <a:p>
            <a:pPr marL="101600" indent="-101600"/>
            <a:r>
              <a:rPr lang="en-US" altLang="zh-TW">
                <a:latin typeface="Arial" panose="020B0604020202020204" pitchFamily="34" charset="0"/>
                <a:ea typeface="新細明體" panose="02020500000000000000" pitchFamily="18" charset="-120"/>
              </a:rPr>
              <a:t>If the component supports multiple users (e.g. a relational database), the users share the complete component at all times.</a:t>
            </a:r>
          </a:p>
          <a:p>
            <a:pPr marL="101600" indent="-101600"/>
            <a:r>
              <a:rPr lang="en-US" altLang="zh-TW">
                <a:latin typeface="Arial" panose="020B0604020202020204" pitchFamily="34" charset="0"/>
                <a:ea typeface="新細明體" panose="02020500000000000000" pitchFamily="18" charset="-120"/>
              </a:rPr>
              <a:t>A centralized system runs in a single process. There is no need to take concurrency control and synchronization into account.   </a:t>
            </a:r>
          </a:p>
          <a:p>
            <a:pPr marL="101600" indent="-101600"/>
            <a:r>
              <a:rPr lang="en-US" altLang="zh-TW">
                <a:latin typeface="Arial" panose="020B0604020202020204" pitchFamily="34" charset="0"/>
                <a:ea typeface="新細明體" panose="02020500000000000000" pitchFamily="18" charset="-120"/>
              </a:rPr>
              <a:t>There is only a single point of control. The component is in exactly one state that is determined by the program counter of the processor, register variable contents and the virtual memory occupied by the process.</a:t>
            </a:r>
          </a:p>
          <a:p>
            <a:pPr marL="101600" indent="-101600"/>
            <a:r>
              <a:rPr lang="en-US" altLang="zh-TW">
                <a:latin typeface="Arial" panose="020B0604020202020204" pitchFamily="34" charset="0"/>
                <a:ea typeface="新細明體" panose="02020500000000000000" pitchFamily="18" charset="-120"/>
              </a:rPr>
              <a:t>Either the system is running or it is not.Situations cannot occur where part of the system or parts of its interconnection have failed and need to recover.</a:t>
            </a:r>
          </a:p>
        </p:txBody>
      </p:sp>
      <p:sp>
        <p:nvSpPr>
          <p:cNvPr id="21507" name="Rectangle 3">
            <a:extLst>
              <a:ext uri="{FF2B5EF4-FFF2-40B4-BE49-F238E27FC236}">
                <a16:creationId xmlns:a16="http://schemas.microsoft.com/office/drawing/2014/main" id="{AEC2298F-B920-8A66-0B33-DA958AC58B67}"/>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CD980240-EB82-534B-5692-37AE1E4EF6FC}"/>
              </a:ext>
            </a:extLst>
          </p:cNvPr>
          <p:cNvSpPr>
            <a:spLocks noGrp="1" noRot="1" noChangeAspect="1" noChangeArrowheads="1" noTextEdit="1"/>
          </p:cNvSpPr>
          <p:nvPr>
            <p:ph type="sldImg"/>
          </p:nvPr>
        </p:nvSpPr>
        <p:spPr>
          <a:xfrm>
            <a:off x="554038" y="523875"/>
            <a:ext cx="5775325" cy="3249613"/>
          </a:xfrm>
          <a:ln/>
        </p:spPr>
      </p:sp>
      <p:sp>
        <p:nvSpPr>
          <p:cNvPr id="23555" name="Notes Placeholder 2">
            <a:extLst>
              <a:ext uri="{FF2B5EF4-FFF2-40B4-BE49-F238E27FC236}">
                <a16:creationId xmlns:a16="http://schemas.microsoft.com/office/drawing/2014/main" id="{FCB98DA3-C54D-353D-403A-803719A5246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C840165-7311-8DE5-AC3D-69D52C131CF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In a distributed system, there are multiple components that may be decomposed further. These components are autonomous, i.e. they possess full control over their parts at all times. The components, however, have to provide interfaces to be able to use each other.</a:t>
            </a:r>
          </a:p>
          <a:p>
            <a:pPr marL="101600" indent="-101600"/>
            <a:r>
              <a:rPr lang="en-US" altLang="zh-TW">
                <a:latin typeface="Arial" panose="020B0604020202020204" pitchFamily="34" charset="0"/>
                <a:ea typeface="新細明體" panose="02020500000000000000" pitchFamily="18" charset="-120"/>
              </a:rPr>
              <a:t>There may be components that are used by only some users but are not used by others. It is then beneficial to have these components residing on machines that are local to the users that use them.</a:t>
            </a:r>
          </a:p>
          <a:p>
            <a:pPr marL="101600" indent="-101600"/>
            <a:r>
              <a:rPr lang="en-US" altLang="zh-TW">
                <a:latin typeface="Arial" panose="020B0604020202020204" pitchFamily="34" charset="0"/>
                <a:ea typeface="新細明體" panose="02020500000000000000" pitchFamily="18" charset="-120"/>
              </a:rPr>
              <a:t>A distributed system runs in multiple processes. These processes are usually not executed on the same processor. Hence inter-process communication involves communication with other machines through a network. Different levels of abstraction (confer the ISO/OSI reference model) are involved in this communication.</a:t>
            </a:r>
          </a:p>
          <a:p>
            <a:pPr marL="101600" indent="-101600"/>
            <a:r>
              <a:rPr lang="en-US" altLang="zh-TW">
                <a:latin typeface="Arial" panose="020B0604020202020204" pitchFamily="34" charset="0"/>
                <a:ea typeface="新細明體" panose="02020500000000000000" pitchFamily="18" charset="-120"/>
              </a:rPr>
              <a:t>There are multiple points of control, but these are not totally independent. Components have to take into account that they are being used by other components and have to react properly to requests.</a:t>
            </a:r>
          </a:p>
          <a:p>
            <a:pPr marL="101600" indent="-101600"/>
            <a:r>
              <a:rPr lang="en-US" altLang="zh-TW">
                <a:latin typeface="Arial" panose="020B0604020202020204" pitchFamily="34" charset="0"/>
                <a:ea typeface="新細明體" panose="02020500000000000000" pitchFamily="18" charset="-120"/>
              </a:rPr>
              <a:t>There are multiple points of failure in a distributed system. The system may fail because a component of the system has failed. It may also fail if the network has broken down. It may also fail if the load on a component is so high that it does not respond within a reasonable time frame.  Even so, the distributed system is more fault-tolerant than a centralized one.</a:t>
            </a:r>
          </a:p>
        </p:txBody>
      </p:sp>
      <p:sp>
        <p:nvSpPr>
          <p:cNvPr id="25603" name="Rectangle 3">
            <a:extLst>
              <a:ext uri="{FF2B5EF4-FFF2-40B4-BE49-F238E27FC236}">
                <a16:creationId xmlns:a16="http://schemas.microsoft.com/office/drawing/2014/main" id="{FA995A0A-2A37-0445-4B74-786AC8376F86}"/>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28EA1B7-DAA3-E6FD-C0E3-C89209CA061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We now review several systems that most of you have come across already (possibly without being aware that they are distributed).</a:t>
            </a:r>
          </a:p>
          <a:p>
            <a:pPr marL="101600" indent="-101600"/>
            <a:r>
              <a:rPr lang="en-US" altLang="zh-TW">
                <a:latin typeface="Arial" panose="020B0604020202020204" pitchFamily="34" charset="0"/>
                <a:ea typeface="新細明體" panose="02020500000000000000" pitchFamily="18" charset="-120"/>
              </a:rPr>
              <a:t>This review will provide you with a better understanding of the issues that are to be tackled during distributed systems construction.</a:t>
            </a:r>
          </a:p>
        </p:txBody>
      </p:sp>
      <p:sp>
        <p:nvSpPr>
          <p:cNvPr id="27651" name="Rectangle 3">
            <a:extLst>
              <a:ext uri="{FF2B5EF4-FFF2-40B4-BE49-F238E27FC236}">
                <a16:creationId xmlns:a16="http://schemas.microsoft.com/office/drawing/2014/main" id="{883C510D-4754-1BA8-8879-96DD6FBA0363}"/>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C503DED-0A16-F761-A7B0-1F18D18261E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A local area network consists of a number of different computers. Workstations and Personal computers provide the front-end for network users. Different servers provide shared services.</a:t>
            </a:r>
          </a:p>
          <a:p>
            <a:pPr marL="101600" indent="-101600"/>
            <a:r>
              <a:rPr lang="en-US" altLang="zh-TW">
                <a:latin typeface="Arial" panose="020B0604020202020204" pitchFamily="34" charset="0"/>
                <a:ea typeface="新細明體" panose="02020500000000000000" pitchFamily="18" charset="-120"/>
              </a:rPr>
              <a:t>One or several network file servers provide data storage services. Any workstation and PC may henceforth store files on disks maintained by these file servers.</a:t>
            </a:r>
          </a:p>
          <a:p>
            <a:pPr marL="101600" indent="-101600"/>
            <a:r>
              <a:rPr lang="en-US" altLang="zh-TW">
                <a:latin typeface="Arial" panose="020B0604020202020204" pitchFamily="34" charset="0"/>
                <a:ea typeface="新細明體" panose="02020500000000000000" pitchFamily="18" charset="-120"/>
              </a:rPr>
              <a:t>A local name server maps machine names to IP addresses, user names to user ids and group names to group ids. Any machine can request a service to resolve a certain name.</a:t>
            </a:r>
          </a:p>
          <a:p>
            <a:pPr marL="101600" indent="-101600"/>
            <a:r>
              <a:rPr lang="en-US" altLang="zh-TW">
                <a:latin typeface="Arial" panose="020B0604020202020204" pitchFamily="34" charset="0"/>
                <a:ea typeface="新細明體" panose="02020500000000000000" pitchFamily="18" charset="-120"/>
              </a:rPr>
              <a:t>One or several print servers control the access to shared printers.Workstations and PCs have the server printing jobs for them. </a:t>
            </a:r>
          </a:p>
          <a:p>
            <a:pPr marL="101600" indent="-101600"/>
            <a:r>
              <a:rPr lang="en-US" altLang="zh-TW">
                <a:latin typeface="Arial" panose="020B0604020202020204" pitchFamily="34" charset="0"/>
                <a:ea typeface="新細明體" panose="02020500000000000000" pitchFamily="18" charset="-120"/>
              </a:rPr>
              <a:t>Another component provides a gateway to the wide area network.</a:t>
            </a:r>
          </a:p>
          <a:p>
            <a:pPr marL="101600" indent="-101600"/>
            <a:r>
              <a:rPr lang="en-US" altLang="zh-TW">
                <a:latin typeface="Arial" panose="020B0604020202020204" pitchFamily="34" charset="0"/>
                <a:ea typeface="新細明體" panose="02020500000000000000" pitchFamily="18" charset="-120"/>
              </a:rPr>
              <a:t>As a user you need not be aware which machine provides which service.</a:t>
            </a:r>
          </a:p>
          <a:p>
            <a:pPr marL="101600" indent="-101600"/>
            <a:r>
              <a:rPr lang="en-US" altLang="zh-TW">
                <a:latin typeface="Arial" panose="020B0604020202020204" pitchFamily="34" charset="0"/>
                <a:ea typeface="新細明體" panose="02020500000000000000" pitchFamily="18" charset="-120"/>
              </a:rPr>
              <a:t>Name servers provide the information regarding machine (by IP address), user names (by user ids), and group name (by group ids).</a:t>
            </a:r>
          </a:p>
          <a:p>
            <a:pPr marL="101600" indent="-101600"/>
            <a:r>
              <a:rPr lang="en-US" altLang="zh-TW">
                <a:latin typeface="Arial" panose="020B0604020202020204" pitchFamily="34" charset="0"/>
                <a:ea typeface="新細明體" panose="02020500000000000000" pitchFamily="18" charset="-120"/>
              </a:rPr>
              <a:t>Local area networks can be connected together to form Intranets.</a:t>
            </a:r>
          </a:p>
        </p:txBody>
      </p:sp>
      <p:sp>
        <p:nvSpPr>
          <p:cNvPr id="29699" name="Rectangle 3">
            <a:extLst>
              <a:ext uri="{FF2B5EF4-FFF2-40B4-BE49-F238E27FC236}">
                <a16:creationId xmlns:a16="http://schemas.microsoft.com/office/drawing/2014/main" id="{4A0228E1-C96E-9936-3C90-1D1976E34B2F}"/>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403DE30-95D3-C0FD-3D2D-D1D11FE3279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dirty="0">
                <a:latin typeface="Arial" panose="020B0604020202020204" pitchFamily="34" charset="0"/>
                <a:ea typeface="新細明體" panose="02020500000000000000" pitchFamily="18" charset="-120"/>
              </a:rPr>
              <a:t>Different client applications want to access and update shared data in a database.</a:t>
            </a:r>
          </a:p>
          <a:p>
            <a:pPr marL="101600" indent="-101600"/>
            <a:r>
              <a:rPr lang="en-US" altLang="zh-TW" dirty="0">
                <a:latin typeface="Arial" panose="020B0604020202020204" pitchFamily="34" charset="0"/>
                <a:ea typeface="新細明體" panose="02020500000000000000" pitchFamily="18" charset="-120"/>
              </a:rPr>
              <a:t>Client applications might be banking systems, real-estate agencies, airline-ticket reservation systems accessing data like balances of bank accounts, details of property that are for sale or to let, or airfares and aircraft reservation data.</a:t>
            </a:r>
          </a:p>
          <a:p>
            <a:pPr marL="101600" indent="-101600"/>
            <a:r>
              <a:rPr lang="en-US" altLang="zh-TW" dirty="0">
                <a:latin typeface="Arial" panose="020B0604020202020204" pitchFamily="34" charset="0"/>
                <a:ea typeface="新細明體" panose="02020500000000000000" pitchFamily="18" charset="-120"/>
              </a:rPr>
              <a:t>The database is physically distributed over several processors to take advantage of local data accesses for increased performance of client applications.</a:t>
            </a:r>
          </a:p>
          <a:p>
            <a:pPr marL="101600" indent="-101600"/>
            <a:r>
              <a:rPr lang="en-US" altLang="zh-TW" dirty="0">
                <a:latin typeface="Arial" panose="020B0604020202020204" pitchFamily="34" charset="0"/>
                <a:ea typeface="新細明體" panose="02020500000000000000" pitchFamily="18" charset="-120"/>
              </a:rPr>
              <a:t>Data may be replicated to reduce the impact of failures of a processor and/or the network.</a:t>
            </a:r>
          </a:p>
          <a:p>
            <a:pPr marL="101600" indent="-101600"/>
            <a:r>
              <a:rPr lang="en-US" altLang="zh-TW" dirty="0">
                <a:latin typeface="Arial" panose="020B0604020202020204" pitchFamily="34" charset="0"/>
                <a:ea typeface="新細明體" panose="02020500000000000000" pitchFamily="18" charset="-120"/>
              </a:rPr>
              <a:t>Each processor runs a database monitor that implements the mapping between the database seen by clients and the physical database stored on the different processors.</a:t>
            </a:r>
          </a:p>
          <a:p>
            <a:pPr marL="101600" indent="-101600"/>
            <a:r>
              <a:rPr lang="en-US" altLang="zh-TW" dirty="0">
                <a:latin typeface="Arial" panose="020B0604020202020204" pitchFamily="34" charset="0"/>
                <a:ea typeface="新細明體" panose="02020500000000000000" pitchFamily="18" charset="-120"/>
              </a:rPr>
              <a:t>Database monitors have to cooperate with each other to implement client accesses to remote data, updates of replicated data and concurrency control.</a:t>
            </a:r>
          </a:p>
          <a:p>
            <a:pPr marL="101600" indent="-101600"/>
            <a:r>
              <a:rPr lang="en-US" altLang="zh-TW" dirty="0">
                <a:latin typeface="Arial" panose="020B0604020202020204" pitchFamily="34" charset="0"/>
                <a:ea typeface="新細明體" panose="02020500000000000000" pitchFamily="18" charset="-120"/>
              </a:rPr>
              <a:t>The physical distribution of data is therefore transparent to clients. </a:t>
            </a:r>
          </a:p>
        </p:txBody>
      </p:sp>
      <p:sp>
        <p:nvSpPr>
          <p:cNvPr id="31747" name="Rectangle 3">
            <a:extLst>
              <a:ext uri="{FF2B5EF4-FFF2-40B4-BE49-F238E27FC236}">
                <a16:creationId xmlns:a16="http://schemas.microsoft.com/office/drawing/2014/main" id="{72C1E65B-2BCB-8FD2-CE17-0663670DACF8}"/>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9706B6A-7B6B-88B5-4F58-346D3A85163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An automatic teller machine network enables bank customers to withdraw cash from their bank account.</a:t>
            </a:r>
          </a:p>
          <a:p>
            <a:pPr marL="101600" indent="-101600"/>
            <a:r>
              <a:rPr lang="en-US" altLang="zh-TW">
                <a:latin typeface="Arial" panose="020B0604020202020204" pitchFamily="34" charset="0"/>
                <a:ea typeface="新細明體" panose="02020500000000000000" pitchFamily="18" charset="-120"/>
              </a:rPr>
              <a:t>Banks and building societies maintain large networks of teller machines.</a:t>
            </a:r>
          </a:p>
          <a:p>
            <a:pPr marL="101600" indent="-101600"/>
            <a:r>
              <a:rPr lang="en-US" altLang="zh-TW">
                <a:latin typeface="Arial" panose="020B0604020202020204" pitchFamily="34" charset="0"/>
                <a:ea typeface="新細明體" panose="02020500000000000000" pitchFamily="18" charset="-120"/>
              </a:rPr>
              <a:t>Customer have high security, privacy and reliability requirements.</a:t>
            </a:r>
          </a:p>
          <a:p>
            <a:pPr marL="101600" indent="-101600"/>
            <a:r>
              <a:rPr lang="en-US" altLang="zh-TW">
                <a:latin typeface="Arial" panose="020B0604020202020204" pitchFamily="34" charset="0"/>
                <a:ea typeface="新細明體" panose="02020500000000000000" pitchFamily="18" charset="-120"/>
              </a:rPr>
              <a:t>Customers may want to withdraw cash from their account through a ´foreign´ teller machine.</a:t>
            </a:r>
          </a:p>
          <a:p>
            <a:pPr marL="101600" indent="-101600"/>
            <a:r>
              <a:rPr lang="en-US" altLang="zh-TW">
                <a:latin typeface="Arial" panose="020B0604020202020204" pitchFamily="34" charset="0"/>
                <a:ea typeface="新細明體" panose="02020500000000000000" pitchFamily="18" charset="-120"/>
              </a:rPr>
              <a:t>A front-end computer controls one or several tellers. It </a:t>
            </a:r>
          </a:p>
          <a:p>
            <a:pPr marL="571500" lvl="1" indent="-114300">
              <a:buFont typeface="Arial" panose="020B0604020202020204" pitchFamily="34" charset="0"/>
              <a:buChar char="–"/>
            </a:pPr>
            <a:r>
              <a:rPr lang="en-US" altLang="zh-TW">
                <a:latin typeface="Arial" panose="020B0604020202020204" pitchFamily="34" charset="0"/>
                <a:ea typeface="新細明體" panose="02020500000000000000" pitchFamily="18" charset="-120"/>
              </a:rPr>
              <a:t>transfers withdrawal  requests to the computer of the account holder´s bank,</a:t>
            </a:r>
          </a:p>
          <a:p>
            <a:pPr marL="571500" lvl="1" indent="-114300">
              <a:buFont typeface="Arial" panose="020B0604020202020204" pitchFamily="34" charset="0"/>
              <a:buChar char="–"/>
            </a:pPr>
            <a:r>
              <a:rPr lang="en-US" altLang="zh-TW">
                <a:latin typeface="Arial" panose="020B0604020202020204" pitchFamily="34" charset="0"/>
                <a:ea typeface="新細明體" panose="02020500000000000000" pitchFamily="18" charset="-120"/>
              </a:rPr>
              <a:t>awaits the bank granting the request, and</a:t>
            </a:r>
          </a:p>
          <a:p>
            <a:pPr marL="571500" lvl="1" indent="-114300">
              <a:buFont typeface="Arial" panose="020B0604020202020204" pitchFamily="34" charset="0"/>
              <a:buChar char="–"/>
            </a:pPr>
            <a:r>
              <a:rPr lang="en-US" altLang="zh-TW">
                <a:latin typeface="Arial" panose="020B0604020202020204" pitchFamily="34" charset="0"/>
                <a:ea typeface="新細明體" panose="02020500000000000000" pitchFamily="18" charset="-120"/>
              </a:rPr>
              <a:t>therefore has to be interoperable with heterogeneous computer systems (Hang Seng Bank may have different account management systems than HongKong Bank and Bank of China).</a:t>
            </a:r>
          </a:p>
          <a:p>
            <a:pPr marL="101600" indent="-101600"/>
            <a:r>
              <a:rPr lang="en-US" altLang="zh-TW">
                <a:latin typeface="Arial" panose="020B0604020202020204" pitchFamily="34" charset="0"/>
                <a:ea typeface="新細明體" panose="02020500000000000000" pitchFamily="18" charset="-120"/>
              </a:rPr>
              <a:t>Each bank has fault-tolerant systems to quickly recover from failures of their account holding computers. An example is the ´Hot standby´ computer which maintains a copy of the account database and can replace the main computer within seconds.</a:t>
            </a:r>
          </a:p>
        </p:txBody>
      </p:sp>
      <p:sp>
        <p:nvSpPr>
          <p:cNvPr id="33795" name="Rectangle 3">
            <a:extLst>
              <a:ext uri="{FF2B5EF4-FFF2-40B4-BE49-F238E27FC236}">
                <a16:creationId xmlns:a16="http://schemas.microsoft.com/office/drawing/2014/main" id="{13C5D46D-9FB8-DC66-2C65-8E26DC0653B1}"/>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76187F8-682A-B2D5-89A2-5E8C3D91EF67}"/>
              </a:ext>
            </a:extLst>
          </p:cNvPr>
          <p:cNvSpPr>
            <a:spLocks noGrp="1" noRot="1" noChangeAspect="1" noChangeArrowheads="1" noTextEdit="1"/>
          </p:cNvSpPr>
          <p:nvPr>
            <p:ph type="sldImg"/>
          </p:nvPr>
        </p:nvSpPr>
        <p:spPr>
          <a:xfrm>
            <a:off x="554038" y="523875"/>
            <a:ext cx="5775325" cy="3249613"/>
          </a:xfrm>
          <a:ln/>
        </p:spPr>
      </p:sp>
      <p:sp>
        <p:nvSpPr>
          <p:cNvPr id="35843" name="Rectangle 3">
            <a:extLst>
              <a:ext uri="{FF2B5EF4-FFF2-40B4-BE49-F238E27FC236}">
                <a16:creationId xmlns:a16="http://schemas.microsoft.com/office/drawing/2014/main" id="{A68F73FD-FB72-66DF-F272-DC1188A064C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ea typeface="新細明體" panose="02020500000000000000" pitchFamily="18" charset="-120"/>
              </a:rPr>
              <a:t>Internet is the largest distributed system in the world.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5365D8C-7F3D-A6F4-8A87-FC6B89C3306F}"/>
              </a:ext>
            </a:extLst>
          </p:cNvPr>
          <p:cNvSpPr>
            <a:spLocks noGrp="1" noChangeArrowheads="1"/>
          </p:cNvSpPr>
          <p:nvPr>
            <p:ph type="body" idx="1"/>
          </p:nvPr>
        </p:nvSpPr>
        <p:spPr>
          <a:xfrm>
            <a:off x="915988" y="3954463"/>
            <a:ext cx="5046662" cy="424338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World Wide Web is the largest software application running on Internet.  It becomes the most popular distributed software application ever created.</a:t>
            </a:r>
          </a:p>
        </p:txBody>
      </p:sp>
      <p:sp>
        <p:nvSpPr>
          <p:cNvPr id="37891" name="Rectangle 3">
            <a:extLst>
              <a:ext uri="{FF2B5EF4-FFF2-40B4-BE49-F238E27FC236}">
                <a16:creationId xmlns:a16="http://schemas.microsoft.com/office/drawing/2014/main" id="{ABFF4D8C-260B-AD60-242E-72149D1B3F3A}"/>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FFC9B62-8F74-42BB-8E05-277ADB50F9EF}"/>
              </a:ext>
            </a:extLst>
          </p:cNvPr>
          <p:cNvSpPr>
            <a:spLocks noGrp="1" noRot="1" noChangeAspect="1" noChangeArrowheads="1" noTextEdit="1"/>
          </p:cNvSpPr>
          <p:nvPr>
            <p:ph type="sldImg"/>
          </p:nvPr>
        </p:nvSpPr>
        <p:spPr>
          <a:xfrm>
            <a:off x="554038" y="523875"/>
            <a:ext cx="5775325" cy="3249613"/>
          </a:xfrm>
          <a:ln/>
        </p:spPr>
      </p:sp>
      <p:sp>
        <p:nvSpPr>
          <p:cNvPr id="39939" name="Rectangle 3">
            <a:extLst>
              <a:ext uri="{FF2B5EF4-FFF2-40B4-BE49-F238E27FC236}">
                <a16:creationId xmlns:a16="http://schemas.microsoft.com/office/drawing/2014/main" id="{1BF1FC33-1274-8123-0D1B-D22D642BB91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sz="1100">
                <a:latin typeface="Arial" panose="020B0604020202020204" pitchFamily="34" charset="0"/>
                <a:ea typeface="新細明體" panose="02020500000000000000" pitchFamily="18" charset="-120"/>
              </a:rPr>
              <a:t>A Web browser is a user interface to the world´s biggest distributed system, the Internet.</a:t>
            </a:r>
          </a:p>
          <a:p>
            <a:r>
              <a:rPr lang="en-US" altLang="zh-TW" sz="1100">
                <a:latin typeface="Arial" panose="020B0604020202020204" pitchFamily="34" charset="0"/>
                <a:ea typeface="新細明體" panose="02020500000000000000" pitchFamily="18" charset="-120"/>
              </a:rPr>
              <a:t>A Web page includes links to other Web pages. These links are specified as URLs.</a:t>
            </a:r>
          </a:p>
          <a:p>
            <a:r>
              <a:rPr lang="en-US" altLang="zh-TW" sz="1100">
                <a:latin typeface="Arial" panose="020B0604020202020204" pitchFamily="34" charset="0"/>
                <a:ea typeface="新細明體" panose="02020500000000000000" pitchFamily="18" charset="-120"/>
              </a:rPr>
              <a:t>An URL is the name of a protocol (ftp, http, etc.), the name of a site (gateway1.cse.cuhk.edu.hk) and the name of a file.</a:t>
            </a:r>
          </a:p>
          <a:p>
            <a:r>
              <a:rPr lang="en-US" altLang="zh-TW" sz="1100">
                <a:latin typeface="Arial" panose="020B0604020202020204" pitchFamily="34" charset="0"/>
                <a:ea typeface="新細明體" panose="02020500000000000000" pitchFamily="18" charset="-120"/>
              </a:rPr>
              <a:t>To follow a link to a remote Web page, your Web browser </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talks to the local name server to resolve the symbolic site name into an IP address (137.189.89.153).</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talks to the http daemon running on that web site and requests the delivery of the Web page addressed by the URL.</a:t>
            </a:r>
          </a:p>
          <a:p>
            <a:r>
              <a:rPr lang="en-US" altLang="zh-TW" sz="1100">
                <a:latin typeface="Arial" panose="020B0604020202020204" pitchFamily="34" charset="0"/>
                <a:ea typeface="新細明體" panose="02020500000000000000" pitchFamily="18" charset="-120"/>
              </a:rPr>
              <a:t>To obtain a file from a remote ftp site, your Web browser</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 resolves the site name with the local name server</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talks to the ftp daemon running on that site and performs an anonymous login.</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switches the daemon into an appropriate transfer mode and </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obtains the file addressed by the file addressed in the URL.</a:t>
            </a:r>
          </a:p>
          <a:p>
            <a:r>
              <a:rPr lang="en-US" altLang="zh-TW" sz="1100">
                <a:latin typeface="Arial" panose="020B0604020202020204" pitchFamily="34" charset="0"/>
                <a:ea typeface="新細明體" panose="02020500000000000000" pitchFamily="18" charset="-120"/>
              </a:rPr>
              <a:t>To send an e-mail, your Web browser </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opens a new dialog window where you can enter the addressee(s) and the e-mail text </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talks to the local sendmail daemon to have it delivering the e-mail to the sendmail daemons on the sites of your addressees.</a:t>
            </a:r>
          </a:p>
          <a:p>
            <a:pPr>
              <a:buFontTx/>
              <a:buNone/>
            </a:pPr>
            <a:endParaRPr lang="zh-TW" altLang="en-US" sz="1100">
              <a:latin typeface="Arial" panose="020B0604020202020204" pitchFamily="34" charset="0"/>
              <a:ea typeface="新細明體" panose="02020500000000000000" pitchFamily="18" charset="-12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4B950F4-A4BD-C80E-FF0E-6DD5283B83F9}"/>
              </a:ext>
            </a:extLst>
          </p:cNvPr>
          <p:cNvSpPr>
            <a:spLocks noGrp="1" noRot="1" noChangeAspect="1" noChangeArrowheads="1" noTextEdit="1"/>
          </p:cNvSpPr>
          <p:nvPr>
            <p:ph type="sldImg"/>
          </p:nvPr>
        </p:nvSpPr>
        <p:spPr>
          <a:xfrm>
            <a:off x="554038" y="523875"/>
            <a:ext cx="5775325" cy="3249613"/>
          </a:xfrm>
          <a:ln/>
        </p:spPr>
      </p:sp>
      <p:sp>
        <p:nvSpPr>
          <p:cNvPr id="41987" name="Rectangle 3">
            <a:extLst>
              <a:ext uri="{FF2B5EF4-FFF2-40B4-BE49-F238E27FC236}">
                <a16:creationId xmlns:a16="http://schemas.microsoft.com/office/drawing/2014/main" id="{3DF2F777-BDAA-7A60-CF57-AB58B26C44C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ea typeface="新細明體" panose="02020500000000000000" pitchFamily="18" charset="-120"/>
              </a:rPr>
              <a:t>Mobile and ubiquitous computer extend the access of Internet and distributed system architecture from wire-line connections to wireless connections.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2E96B97C-BA9E-5F91-55A5-F888A2D506CD}"/>
              </a:ext>
            </a:extLst>
          </p:cNvPr>
          <p:cNvSpPr>
            <a:spLocks noGrp="1" noChangeArrowheads="1"/>
          </p:cNvSpPr>
          <p:nvPr>
            <p:ph type="body" idx="1"/>
          </p:nvPr>
        </p:nvSpPr>
        <p:spPr>
          <a:ln w="9525"/>
        </p:spPr>
        <p:txBody>
          <a:bodyPr/>
          <a:lstStyle/>
          <a:p>
            <a:pPr marL="101600" indent="-101600">
              <a:defRPr/>
            </a:pPr>
            <a:r>
              <a:rPr lang="en-US" altLang="zh-TW" sz="1100" dirty="0">
                <a:latin typeface="Arial" panose="020B0604020202020204" pitchFamily="34" charset="0"/>
                <a:ea typeface="新細明體" panose="020B0604030504040204" pitchFamily="18" charset="-120"/>
              </a:rPr>
              <a:t>Why do we bother about constructing distributed systems? Constructing a centralized system appears to be much easier!</a:t>
            </a:r>
          </a:p>
          <a:p>
            <a:pPr marL="101600" indent="-101600">
              <a:defRPr/>
            </a:pPr>
            <a:r>
              <a:rPr lang="en-US" altLang="zh-TW" sz="1100" dirty="0">
                <a:latin typeface="Arial" panose="020B0604020202020204" pitchFamily="34" charset="0"/>
                <a:ea typeface="新細明體" panose="020B0604030504040204" pitchFamily="18" charset="-120"/>
              </a:rPr>
              <a:t>Some properties of a distributed system cannot be achieved by a centralized system. It is worthwhile to keep these properties in mind during the design or assessment of a distributed system.</a:t>
            </a:r>
          </a:p>
          <a:p>
            <a:pPr marL="101600" indent="-101600">
              <a:defRPr/>
            </a:pPr>
            <a:r>
              <a:rPr lang="en-US" altLang="zh-TW" sz="1100" dirty="0">
                <a:latin typeface="Arial" panose="020B0604020202020204" pitchFamily="34" charset="0"/>
                <a:ea typeface="新細明體" panose="020B0604030504040204" pitchFamily="18" charset="-120"/>
              </a:rPr>
              <a:t>Heterogeneity: I can access all the documents that are available on the Internet, even though the documents are located in different type of machines.</a:t>
            </a:r>
          </a:p>
          <a:p>
            <a:pPr marL="101600" indent="-101600">
              <a:defRPr/>
            </a:pPr>
            <a:r>
              <a:rPr lang="en-US" altLang="zh-TW" sz="1100" dirty="0">
                <a:latin typeface="Arial" panose="020B0604020202020204" pitchFamily="34" charset="0"/>
                <a:ea typeface="新細明體" panose="020B0604030504040204" pitchFamily="18" charset="-120"/>
              </a:rPr>
              <a:t>Openness: I have credit cards from Hang Seng Bank and Wells Fargo Bank in U.S.A. and can use them at each others tellers. These banks, however, would never develop a common centralized teller system. It is because their systems are open and interoperable that I have this flexibility.</a:t>
            </a:r>
          </a:p>
          <a:p>
            <a:pPr marL="101600" indent="-101600">
              <a:defRPr/>
            </a:pPr>
            <a:r>
              <a:rPr lang="en-US" altLang="zh-TW" sz="1100" dirty="0">
                <a:latin typeface="Arial" panose="020B0604020202020204" pitchFamily="34" charset="0"/>
                <a:ea typeface="新細明體" panose="020B0604030504040204" pitchFamily="18" charset="-120"/>
              </a:rPr>
              <a:t>Security: I want to purchase products in e-Commerce.  I don’t want other people to steal my credit card number.</a:t>
            </a:r>
          </a:p>
          <a:p>
            <a:pPr marL="101600" indent="-101600">
              <a:defRPr/>
            </a:pPr>
            <a:r>
              <a:rPr lang="en-US" altLang="zh-TW" sz="1100" dirty="0">
                <a:latin typeface="Arial" panose="020B0604020202020204" pitchFamily="34" charset="0"/>
                <a:ea typeface="新細明體" panose="020B0604030504040204" pitchFamily="18" charset="-120"/>
              </a:rPr>
              <a:t>Scalability: Distributed systems, such as the Internet, grow each day to accommodate more users and to withstand higher load. (Hong Kong stock trading broker is on-line and you can open accounts and do on-line trading from home PC).</a:t>
            </a:r>
          </a:p>
          <a:p>
            <a:pPr marL="101600" indent="-101600">
              <a:defRPr/>
            </a:pPr>
            <a:r>
              <a:rPr lang="en-US" altLang="zh-TW" sz="1100" dirty="0">
                <a:latin typeface="Arial" panose="020B0604020202020204" pitchFamily="34" charset="0"/>
                <a:ea typeface="新細明體" panose="020B0604030504040204" pitchFamily="18" charset="-120"/>
              </a:rPr>
              <a:t>Failure Handling: Two (distributed) account databases are managed by the bank to quickly recover from a break-down.</a:t>
            </a:r>
          </a:p>
          <a:p>
            <a:pPr marL="101600" indent="-101600">
              <a:defRPr/>
            </a:pPr>
            <a:r>
              <a:rPr lang="en-US" altLang="zh-TW" sz="1100" dirty="0">
                <a:latin typeface="Arial" panose="020B0604020202020204" pitchFamily="34" charset="0"/>
                <a:ea typeface="新細明體" panose="020B0604030504040204" pitchFamily="18" charset="-120"/>
              </a:rPr>
              <a:t>Concurrency: Multiple database users can concurrently access and update data in a distributed database system. The database system preserves integrity against concurrent updates and users perceive the database as their own copy. They are, however, able to see each others changes after they have been completed.</a:t>
            </a:r>
          </a:p>
          <a:p>
            <a:pPr marL="101600" indent="-101600">
              <a:defRPr/>
            </a:pPr>
            <a:r>
              <a:rPr lang="en-US" altLang="zh-TW" sz="1100" dirty="0">
                <a:latin typeface="Arial" panose="020B0604020202020204" pitchFamily="34" charset="0"/>
                <a:ea typeface="新細明體" panose="020B0604030504040204" pitchFamily="18" charset="-120"/>
              </a:rPr>
              <a:t>Transparency: When using a distributed system it appears to users as if it were centralized. </a:t>
            </a:r>
          </a:p>
          <a:p>
            <a:pPr marL="101600" indent="-101600">
              <a:defRPr/>
            </a:pPr>
            <a:endParaRPr lang="en-US" altLang="zh-TW" sz="1100" dirty="0">
              <a:latin typeface="Arial" panose="020B0604020202020204" pitchFamily="34" charset="0"/>
              <a:ea typeface="新細明體" panose="020B0604030504040204" pitchFamily="18" charset="-120"/>
            </a:endParaRPr>
          </a:p>
          <a:p>
            <a:pPr>
              <a:lnSpc>
                <a:spcPts val="1500"/>
              </a:lnSpc>
              <a:defRPr/>
            </a:pPr>
            <a:r>
              <a:rPr lang="vi-VN" sz="1600" dirty="0">
                <a:solidFill>
                  <a:srgbClr val="FFE66D"/>
                </a:solidFill>
                <a:latin typeface="Consolas" panose="020B0609020204030204" pitchFamily="49" charset="0"/>
              </a:rPr>
              <a:t>1. Tính không đồng nhất (Heterogeneity)</a:t>
            </a:r>
            <a:endParaRPr lang="vi-VN" sz="1600" dirty="0">
              <a:solidFill>
                <a:srgbClr val="D5CED9"/>
              </a:solidFill>
              <a:latin typeface="Consolas" panose="020B0609020204030204" pitchFamily="49" charset="0"/>
            </a:endParaRPr>
          </a:p>
          <a:p>
            <a:pPr>
              <a:lnSpc>
                <a:spcPts val="1500"/>
              </a:lnSpc>
              <a:defRPr/>
            </a:pPr>
            <a:r>
              <a:rPr lang="vi-VN" sz="1600" dirty="0">
                <a:solidFill>
                  <a:srgbClr val="FFE66D"/>
                </a:solidFill>
                <a:latin typeface="Consolas" panose="020B0609020204030204" pitchFamily="49" charset="0"/>
              </a:rPr>
              <a:t>- Khả năng hoạt động với nhiều phần cứng, mạng, hệ điều hành và ngôn ngữ lập trình khác nhau</a:t>
            </a:r>
            <a:endParaRPr lang="vi-VN" sz="1600" dirty="0">
              <a:solidFill>
                <a:srgbClr val="D5CED9"/>
              </a:solidFill>
              <a:latin typeface="Consolas" panose="020B0609020204030204" pitchFamily="49" charset="0"/>
            </a:endParaRPr>
          </a:p>
          <a:p>
            <a:pPr marL="0" indent="0">
              <a:lnSpc>
                <a:spcPts val="1500"/>
              </a:lnSpc>
              <a:buFontTx/>
              <a:buNone/>
              <a:defRPr/>
            </a:pPr>
            <a:br>
              <a:rPr lang="vi-VN" sz="1600" dirty="0">
                <a:solidFill>
                  <a:srgbClr val="D5CED9"/>
                </a:solidFill>
                <a:latin typeface="Consolas" panose="020B0609020204030204" pitchFamily="49" charset="0"/>
              </a:rPr>
            </a:br>
            <a:r>
              <a:rPr lang="vi-VN" sz="1600" dirty="0">
                <a:solidFill>
                  <a:srgbClr val="FFE66D"/>
                </a:solidFill>
                <a:latin typeface="Consolas" panose="020B0609020204030204" pitchFamily="49" charset="0"/>
              </a:rPr>
              <a:t>2. Tính mở (Openness)</a:t>
            </a:r>
            <a:endParaRPr lang="vi-VN" sz="1600" dirty="0">
              <a:solidFill>
                <a:srgbClr val="D5CED9"/>
              </a:solidFill>
              <a:latin typeface="Consolas" panose="020B0609020204030204" pitchFamily="49" charset="0"/>
            </a:endParaRPr>
          </a:p>
          <a:p>
            <a:pPr>
              <a:lnSpc>
                <a:spcPts val="1500"/>
              </a:lnSpc>
              <a:defRPr/>
            </a:pPr>
            <a:r>
              <a:rPr lang="vi-VN" sz="1600" dirty="0">
                <a:solidFill>
                  <a:srgbClr val="FFE66D"/>
                </a:solidFill>
                <a:latin typeface="Consolas" panose="020B0609020204030204" pitchFamily="49" charset="0"/>
              </a:rPr>
              <a:t>- Khả năng mở rộng và tương tác với các hệ thống khác</a:t>
            </a:r>
            <a:endParaRPr lang="vi-VN" sz="1600" dirty="0">
              <a:solidFill>
                <a:srgbClr val="D5CED9"/>
              </a:solidFill>
              <a:latin typeface="Consolas" panose="020B0609020204030204" pitchFamily="49" charset="0"/>
            </a:endParaRPr>
          </a:p>
          <a:p>
            <a:pPr marL="0" indent="0">
              <a:lnSpc>
                <a:spcPts val="1500"/>
              </a:lnSpc>
              <a:buFontTx/>
              <a:buNone/>
              <a:defRPr/>
            </a:pPr>
            <a:br>
              <a:rPr lang="vi-VN" sz="1600" dirty="0">
                <a:solidFill>
                  <a:srgbClr val="D5CED9"/>
                </a:solidFill>
                <a:latin typeface="Consolas" panose="020B0609020204030204" pitchFamily="49" charset="0"/>
              </a:rPr>
            </a:br>
            <a:r>
              <a:rPr lang="vi-VN" sz="1600" dirty="0">
                <a:solidFill>
                  <a:srgbClr val="FFE66D"/>
                </a:solidFill>
                <a:latin typeface="Consolas" panose="020B0609020204030204" pitchFamily="49" charset="0"/>
              </a:rPr>
              <a:t>3. Tính bảo mật (Security)</a:t>
            </a:r>
            <a:endParaRPr lang="vi-VN" sz="1600" dirty="0">
              <a:solidFill>
                <a:srgbClr val="D5CED9"/>
              </a:solidFill>
              <a:latin typeface="Consolas" panose="020B0609020204030204" pitchFamily="49" charset="0"/>
            </a:endParaRPr>
          </a:p>
          <a:p>
            <a:pPr>
              <a:lnSpc>
                <a:spcPts val="1500"/>
              </a:lnSpc>
              <a:defRPr/>
            </a:pPr>
            <a:r>
              <a:rPr lang="vi-VN" sz="1600" dirty="0">
                <a:solidFill>
                  <a:srgbClr val="FFE66D"/>
                </a:solidFill>
                <a:latin typeface="Consolas" panose="020B0609020204030204" pitchFamily="49" charset="0"/>
              </a:rPr>
              <a:t>- Đảm bảo an toàn thông tin và kiểm soát truy cập</a:t>
            </a:r>
            <a:endParaRPr lang="vi-VN" sz="1600" dirty="0">
              <a:solidFill>
                <a:srgbClr val="D5CED9"/>
              </a:solidFill>
              <a:latin typeface="Consolas" panose="020B0609020204030204" pitchFamily="49" charset="0"/>
            </a:endParaRPr>
          </a:p>
          <a:p>
            <a:pPr marL="0" indent="0">
              <a:lnSpc>
                <a:spcPts val="1500"/>
              </a:lnSpc>
              <a:buFontTx/>
              <a:buNone/>
              <a:defRPr/>
            </a:pPr>
            <a:br>
              <a:rPr lang="vi-VN" sz="1600" dirty="0">
                <a:solidFill>
                  <a:srgbClr val="D5CED9"/>
                </a:solidFill>
                <a:latin typeface="Consolas" panose="020B0609020204030204" pitchFamily="49" charset="0"/>
              </a:rPr>
            </a:br>
            <a:r>
              <a:rPr lang="vi-VN" sz="1600" dirty="0">
                <a:solidFill>
                  <a:srgbClr val="FFE66D"/>
                </a:solidFill>
                <a:latin typeface="Consolas" panose="020B0609020204030204" pitchFamily="49" charset="0"/>
              </a:rPr>
              <a:t>4. Khả năng mở rộng (Scalability)</a:t>
            </a:r>
            <a:endParaRPr lang="vi-VN" sz="1600" dirty="0">
              <a:solidFill>
                <a:srgbClr val="D5CED9"/>
              </a:solidFill>
              <a:latin typeface="Consolas" panose="020B0609020204030204" pitchFamily="49" charset="0"/>
            </a:endParaRPr>
          </a:p>
          <a:p>
            <a:pPr>
              <a:lnSpc>
                <a:spcPts val="1500"/>
              </a:lnSpc>
              <a:defRPr/>
            </a:pPr>
            <a:r>
              <a:rPr lang="vi-VN" sz="1600" dirty="0">
                <a:solidFill>
                  <a:srgbClr val="FFE66D"/>
                </a:solidFill>
                <a:latin typeface="Consolas" panose="020B0609020204030204" pitchFamily="49" charset="0"/>
              </a:rPr>
              <a:t>- Khả năng tăng quy mô hệ thống mà không ảnh hưởng đến hiệu suất</a:t>
            </a:r>
            <a:endParaRPr lang="vi-VN" sz="1600" dirty="0">
              <a:solidFill>
                <a:srgbClr val="D5CED9"/>
              </a:solidFill>
              <a:latin typeface="Consolas" panose="020B0609020204030204" pitchFamily="49" charset="0"/>
            </a:endParaRPr>
          </a:p>
          <a:p>
            <a:pPr marL="0" indent="0">
              <a:lnSpc>
                <a:spcPts val="1500"/>
              </a:lnSpc>
              <a:buFontTx/>
              <a:buNone/>
              <a:defRPr/>
            </a:pPr>
            <a:br>
              <a:rPr lang="vi-VN" sz="1600" dirty="0">
                <a:solidFill>
                  <a:srgbClr val="D5CED9"/>
                </a:solidFill>
                <a:latin typeface="Consolas" panose="020B0609020204030204" pitchFamily="49" charset="0"/>
              </a:rPr>
            </a:br>
            <a:r>
              <a:rPr lang="vi-VN" sz="1600" dirty="0">
                <a:solidFill>
                  <a:srgbClr val="FFE66D"/>
                </a:solidFill>
                <a:latin typeface="Consolas" panose="020B0609020204030204" pitchFamily="49" charset="0"/>
              </a:rPr>
              <a:t>5. Xử lý lỗi (Failure Handling)</a:t>
            </a:r>
            <a:endParaRPr lang="vi-VN" sz="1600" dirty="0">
              <a:solidFill>
                <a:srgbClr val="D5CED9"/>
              </a:solidFill>
              <a:latin typeface="Consolas" panose="020B0609020204030204" pitchFamily="49" charset="0"/>
            </a:endParaRPr>
          </a:p>
          <a:p>
            <a:pPr>
              <a:lnSpc>
                <a:spcPts val="1500"/>
              </a:lnSpc>
              <a:defRPr/>
            </a:pPr>
            <a:r>
              <a:rPr lang="vi-VN" sz="1600" dirty="0">
                <a:solidFill>
                  <a:srgbClr val="FFE66D"/>
                </a:solidFill>
                <a:latin typeface="Consolas" panose="020B0609020204030204" pitchFamily="49" charset="0"/>
              </a:rPr>
              <a:t>- Khả năng phát hiện và khắc phục các sự cố</a:t>
            </a:r>
            <a:endParaRPr lang="vi-VN" sz="1600" dirty="0">
              <a:solidFill>
                <a:srgbClr val="D5CED9"/>
              </a:solidFill>
              <a:latin typeface="Consolas" panose="020B0609020204030204" pitchFamily="49" charset="0"/>
            </a:endParaRPr>
          </a:p>
          <a:p>
            <a:pPr marL="0" indent="0">
              <a:lnSpc>
                <a:spcPts val="1500"/>
              </a:lnSpc>
              <a:buFontTx/>
              <a:buNone/>
              <a:defRPr/>
            </a:pPr>
            <a:br>
              <a:rPr lang="vi-VN" sz="1600" dirty="0">
                <a:solidFill>
                  <a:srgbClr val="D5CED9"/>
                </a:solidFill>
                <a:latin typeface="Consolas" panose="020B0609020204030204" pitchFamily="49" charset="0"/>
              </a:rPr>
            </a:br>
            <a:r>
              <a:rPr lang="vi-VN" sz="1600" dirty="0">
                <a:solidFill>
                  <a:srgbClr val="FFE66D"/>
                </a:solidFill>
                <a:latin typeface="Consolas" panose="020B0609020204030204" pitchFamily="49" charset="0"/>
              </a:rPr>
              <a:t>6. Tính đồng thời (Concurrency)</a:t>
            </a:r>
            <a:endParaRPr lang="vi-VN" sz="1600" dirty="0">
              <a:solidFill>
                <a:srgbClr val="D5CED9"/>
              </a:solidFill>
              <a:latin typeface="Consolas" panose="020B0609020204030204" pitchFamily="49" charset="0"/>
            </a:endParaRPr>
          </a:p>
          <a:p>
            <a:pPr>
              <a:lnSpc>
                <a:spcPts val="1500"/>
              </a:lnSpc>
              <a:defRPr/>
            </a:pPr>
            <a:r>
              <a:rPr lang="vi-VN" sz="1600" dirty="0">
                <a:solidFill>
                  <a:srgbClr val="FFE66D"/>
                </a:solidFill>
                <a:latin typeface="Consolas" panose="020B0609020204030204" pitchFamily="49" charset="0"/>
              </a:rPr>
              <a:t>- Khả năng xử lý nhiều tác vụ cùng một lúc</a:t>
            </a:r>
            <a:endParaRPr lang="vi-VN" sz="1600" dirty="0">
              <a:solidFill>
                <a:srgbClr val="D5CED9"/>
              </a:solidFill>
              <a:latin typeface="Consolas" panose="020B0609020204030204" pitchFamily="49" charset="0"/>
            </a:endParaRPr>
          </a:p>
          <a:p>
            <a:pPr marL="0" indent="0">
              <a:lnSpc>
                <a:spcPts val="1500"/>
              </a:lnSpc>
              <a:buFontTx/>
              <a:buNone/>
              <a:defRPr/>
            </a:pPr>
            <a:br>
              <a:rPr lang="vi-VN" sz="1600" dirty="0">
                <a:solidFill>
                  <a:srgbClr val="D5CED9"/>
                </a:solidFill>
                <a:latin typeface="Consolas" panose="020B0609020204030204" pitchFamily="49" charset="0"/>
              </a:rPr>
            </a:br>
            <a:r>
              <a:rPr lang="vi-VN" sz="1600" dirty="0">
                <a:solidFill>
                  <a:srgbClr val="FFE66D"/>
                </a:solidFill>
                <a:latin typeface="Consolas" panose="020B0609020204030204" pitchFamily="49" charset="0"/>
              </a:rPr>
              <a:t>7. Tính trong suốt (Transparency)</a:t>
            </a:r>
            <a:endParaRPr lang="vi-VN" sz="1600" dirty="0">
              <a:solidFill>
                <a:srgbClr val="D5CED9"/>
              </a:solidFill>
              <a:latin typeface="Consolas" panose="020B0609020204030204" pitchFamily="49" charset="0"/>
            </a:endParaRPr>
          </a:p>
          <a:p>
            <a:pPr>
              <a:lnSpc>
                <a:spcPts val="1500"/>
              </a:lnSpc>
              <a:defRPr/>
            </a:pPr>
            <a:r>
              <a:rPr lang="vi-VN" sz="1600" dirty="0">
                <a:solidFill>
                  <a:srgbClr val="FFE66D"/>
                </a:solidFill>
                <a:latin typeface="Consolas" panose="020B0609020204030204" pitchFamily="49" charset="0"/>
              </a:rPr>
              <a:t>- Che giấu sự phức tạp của hệ thống phân tán với người dùng</a:t>
            </a:r>
            <a:endParaRPr lang="vi-VN" sz="1600" dirty="0">
              <a:solidFill>
                <a:srgbClr val="D5CED9"/>
              </a:solidFill>
              <a:latin typeface="Consolas" panose="020B0609020204030204" pitchFamily="49" charset="0"/>
            </a:endParaRPr>
          </a:p>
          <a:p>
            <a:pPr marL="101600" indent="-101600">
              <a:defRPr/>
            </a:pPr>
            <a:endParaRPr lang="en-US" altLang="zh-TW" sz="1100" dirty="0">
              <a:latin typeface="Arial" panose="020B0604020202020204" pitchFamily="34" charset="0"/>
              <a:ea typeface="新細明體" panose="020B0604030504040204" pitchFamily="18" charset="-120"/>
            </a:endParaRPr>
          </a:p>
        </p:txBody>
      </p:sp>
      <p:sp>
        <p:nvSpPr>
          <p:cNvPr id="50179" name="Rectangle 3">
            <a:extLst>
              <a:ext uri="{FF2B5EF4-FFF2-40B4-BE49-F238E27FC236}">
                <a16:creationId xmlns:a16="http://schemas.microsoft.com/office/drawing/2014/main" id="{8CBD7EAD-2F2C-30AF-332B-DFB1F2BE4B4D}"/>
              </a:ext>
            </a:extLst>
          </p:cNvPr>
          <p:cNvSpPr>
            <a:spLocks noGrp="1" noRot="1" noChangeAspect="1" noChangeArrowheads="1" noTextEdit="1"/>
          </p:cNvSpPr>
          <p:nvPr>
            <p:ph type="sldImg"/>
          </p:nvPr>
        </p:nvSpPr>
        <p:spPr>
          <a:xfrm>
            <a:off x="554038" y="523875"/>
            <a:ext cx="5775325" cy="3249613"/>
          </a:xfrm>
          <a:ln cap="flat"/>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FF59628F-D246-BDEE-0646-69F80B2ED03C}"/>
              </a:ext>
            </a:extLst>
          </p:cNvPr>
          <p:cNvSpPr>
            <a:spLocks noGrp="1" noRot="1" noChangeAspect="1" noChangeArrowheads="1" noTextEdit="1"/>
          </p:cNvSpPr>
          <p:nvPr>
            <p:ph type="sldImg"/>
          </p:nvPr>
        </p:nvSpPr>
        <p:spPr>
          <a:xfrm>
            <a:off x="554038" y="523875"/>
            <a:ext cx="5775325" cy="3249613"/>
          </a:xfrm>
          <a:ln/>
        </p:spPr>
      </p:sp>
      <p:sp>
        <p:nvSpPr>
          <p:cNvPr id="82947" name="Rectangle 3">
            <a:extLst>
              <a:ext uri="{FF2B5EF4-FFF2-40B4-BE49-F238E27FC236}">
                <a16:creationId xmlns:a16="http://schemas.microsoft.com/office/drawing/2014/main" id="{B0D3960E-E76B-BC75-615D-50B255BFF06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ea typeface="新細明體" panose="02020500000000000000" pitchFamily="18" charset="-120"/>
              </a:rPr>
              <a:t>According to the </a:t>
            </a:r>
            <a:r>
              <a:rPr lang="en-US" altLang="zh-TW" i="1">
                <a:latin typeface="Arial" panose="020B0604020202020204" pitchFamily="34" charset="0"/>
                <a:ea typeface="新細明體" panose="02020500000000000000" pitchFamily="18" charset="-120"/>
              </a:rPr>
              <a:t>Fundamentals of Software Engineering</a:t>
            </a:r>
            <a:r>
              <a:rPr lang="en-US" altLang="zh-TW">
                <a:latin typeface="Arial" panose="020B0604020202020204" pitchFamily="34" charset="0"/>
                <a:ea typeface="新細明體" panose="02020500000000000000" pitchFamily="18" charset="-120"/>
              </a:rPr>
              <a:t> book by Ghezzi et. al., software engineering principles include (1) Rigor and Formality (2) Separation of Concerns (3) Modularity (4) Abstraction (5) Anticipation of Change (6) Generality and (7) Incrementality.</a:t>
            </a:r>
          </a:p>
          <a:p>
            <a:r>
              <a:rPr lang="en-US" altLang="zh-TW">
                <a:latin typeface="Arial" panose="020B0604020202020204" pitchFamily="34" charset="0"/>
                <a:ea typeface="新細明體" panose="02020500000000000000" pitchFamily="18" charset="-120"/>
              </a:rPr>
              <a:t>Specific issues need to be resolved for the design of software for distributed systems.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0A6548E4-668C-8399-602E-25F76958AFAC}"/>
              </a:ext>
            </a:extLst>
          </p:cNvPr>
          <p:cNvSpPr>
            <a:spLocks noGrp="1" noRot="1" noChangeAspect="1" noChangeArrowheads="1" noTextEdit="1"/>
          </p:cNvSpPr>
          <p:nvPr>
            <p:ph type="sldImg"/>
          </p:nvPr>
        </p:nvSpPr>
        <p:spPr>
          <a:xfrm>
            <a:off x="554038" y="523875"/>
            <a:ext cx="5775325" cy="3249613"/>
          </a:xfrm>
          <a:ln/>
        </p:spPr>
      </p:sp>
      <p:sp>
        <p:nvSpPr>
          <p:cNvPr id="84995" name="Rectangle 3">
            <a:extLst>
              <a:ext uri="{FF2B5EF4-FFF2-40B4-BE49-F238E27FC236}">
                <a16:creationId xmlns:a16="http://schemas.microsoft.com/office/drawing/2014/main" id="{64F127C2-743C-45A6-64D0-6C507D2F4A2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ea typeface="新細明體" panose="02020500000000000000" pitchFamily="18" charset="-120"/>
              </a:rPr>
              <a:t>Name: names that can be interpreted by users or by programs</a:t>
            </a:r>
          </a:p>
          <a:p>
            <a:r>
              <a:rPr lang="en-US" altLang="zh-TW">
                <a:latin typeface="Arial" panose="020B0604020202020204" pitchFamily="34" charset="0"/>
                <a:ea typeface="新細明體" panose="02020500000000000000" pitchFamily="18" charset="-120"/>
              </a:rPr>
              <a:t>Identifier: names that can be interpreted or used only by programs. At each name translation step, a name or identifier is mapped to a lower-level identifier that can be used to specify a resource when communicating with some software component, until a communication id is produced that is acceptable to the communication subsystem, and that is used to transmit a request to a resource manager.</a:t>
            </a:r>
          </a:p>
          <a:p>
            <a:r>
              <a:rPr lang="en-US" altLang="zh-TW">
                <a:latin typeface="Arial" panose="020B0604020202020204" pitchFamily="34" charset="0"/>
                <a:ea typeface="新細明體" panose="02020500000000000000" pitchFamily="18" charset="-120"/>
              </a:rPr>
              <a:t>Names having some hierarchical structure</a:t>
            </a:r>
          </a:p>
          <a:p>
            <a:pPr lvl="1"/>
            <a:r>
              <a:rPr lang="en-US" altLang="zh-TW">
                <a:latin typeface="Arial" panose="020B0604020202020204" pitchFamily="34" charset="0"/>
                <a:ea typeface="新細明體" panose="02020500000000000000" pitchFamily="18" charset="-120"/>
              </a:rPr>
              <a:t>representing an internal hierarchic name space (/etc/passwd)</a:t>
            </a:r>
          </a:p>
          <a:p>
            <a:pPr lvl="1"/>
            <a:r>
              <a:rPr lang="en-US" altLang="zh-TW">
                <a:latin typeface="Arial" panose="020B0604020202020204" pitchFamily="34" charset="0"/>
                <a:ea typeface="新細明體" panose="02020500000000000000" pitchFamily="18" charset="-120"/>
              </a:rPr>
              <a:t>organizational hierarchy (cse.cuhk.edu.hk)</a:t>
            </a:r>
          </a:p>
          <a:p>
            <a:pPr lvl="1"/>
            <a:r>
              <a:rPr lang="en-US" altLang="zh-TW">
                <a:latin typeface="Arial" panose="020B0604020202020204" pitchFamily="34" charset="0"/>
                <a:ea typeface="新細明體" panose="02020500000000000000" pitchFamily="18" charset="-120"/>
              </a:rPr>
              <a:t>a flat set of numeric or symbolic identifier</a:t>
            </a:r>
          </a:p>
          <a:p>
            <a:pPr>
              <a:buFontTx/>
              <a:buNone/>
            </a:pPr>
            <a:r>
              <a:rPr lang="en-US" altLang="zh-TW" i="1">
                <a:latin typeface="Arial" panose="020B0604020202020204" pitchFamily="34" charset="0"/>
                <a:ea typeface="新細明體" panose="02020500000000000000" pitchFamily="18" charset="-120"/>
              </a:rPr>
              <a:t>  advantages: each part of a name is resolved relative to a separate context, and the same name may be used with different meaning in different context</a:t>
            </a:r>
          </a:p>
          <a:p>
            <a:r>
              <a:rPr lang="en-US" altLang="zh-TW">
                <a:latin typeface="Arial" panose="020B0604020202020204" pitchFamily="34" charset="0"/>
                <a:ea typeface="新細明體" panose="02020500000000000000" pitchFamily="18" charset="-120"/>
              </a:rPr>
              <a:t>Names are always resolved relative to some context.  Contexts are represented by name tables or databases.  In the case of file systems, each directory represents a context.  To resolve a name, we must supply the context and the name.  A name service accepts requests for the translation of names or identifiers in one name space to identifier in some other space.  It also handles name registration, deletion, and provides up-to-date information.</a:t>
            </a:r>
          </a:p>
          <a:p>
            <a:r>
              <a:rPr lang="en-US" altLang="zh-TW">
                <a:latin typeface="Arial" panose="020B0604020202020204" pitchFamily="34" charset="0"/>
                <a:ea typeface="新細明體" panose="02020500000000000000" pitchFamily="18" charset="-120"/>
              </a:rPr>
              <a:t>Naming schemes can be designed to protect the resources from unauthorized access.  Each id is chosen so that it is hard to reproduce, and their client’s authority is being checked by the naming service.  Ids which meet this requirement are known as </a:t>
            </a:r>
            <a:r>
              <a:rPr lang="en-US" altLang="zh-TW" i="1">
                <a:latin typeface="Arial" panose="020B0604020202020204" pitchFamily="34" charset="0"/>
                <a:ea typeface="新細明體" panose="02020500000000000000" pitchFamily="18" charset="-120"/>
              </a:rPr>
              <a:t>capabilities</a:t>
            </a:r>
            <a:r>
              <a:rPr lang="en-US" altLang="zh-TW">
                <a:latin typeface="Arial" panose="020B0604020202020204" pitchFamily="34" charset="0"/>
                <a:ea typeface="新細明體" panose="02020500000000000000" pitchFamily="18" charset="-120"/>
              </a:rP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A856BDFE-F82F-4292-82DB-4D3999AF08F2}"/>
              </a:ext>
            </a:extLst>
          </p:cNvPr>
          <p:cNvSpPr>
            <a:spLocks noGrp="1" noRot="1" noChangeAspect="1" noChangeArrowheads="1" noTextEdit="1"/>
          </p:cNvSpPr>
          <p:nvPr>
            <p:ph type="sldImg"/>
          </p:nvPr>
        </p:nvSpPr>
        <p:spPr>
          <a:xfrm>
            <a:off x="554038" y="523875"/>
            <a:ext cx="5775325" cy="3249613"/>
          </a:xfrm>
          <a:ln/>
        </p:spPr>
      </p:sp>
      <p:sp>
        <p:nvSpPr>
          <p:cNvPr id="87043" name="Rectangle 3">
            <a:extLst>
              <a:ext uri="{FF2B5EF4-FFF2-40B4-BE49-F238E27FC236}">
                <a16:creationId xmlns:a16="http://schemas.microsoft.com/office/drawing/2014/main" id="{C5852F33-C92D-EF3C-BF89-65CC0B1A0A5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ea typeface="新細明體" panose="02020500000000000000" pitchFamily="18" charset="-120"/>
              </a:rPr>
              <a:t>Synchronization prevent sending or receiving process from continuing until the other process makes an action that frees it.</a:t>
            </a:r>
          </a:p>
          <a:p>
            <a:r>
              <a:rPr lang="en-US" altLang="zh-TW">
                <a:latin typeface="Arial" panose="020B0604020202020204" pitchFamily="34" charset="0"/>
                <a:ea typeface="新細明體" panose="02020500000000000000" pitchFamily="18" charset="-120"/>
              </a:rPr>
              <a:t>Each message-passing action involves the transmission by the sending process of a set of data values (a message) through a specified communication mechanism (a channel or port) and the acceptance by the receiving process of a message.</a:t>
            </a:r>
          </a:p>
          <a:p>
            <a:r>
              <a:rPr lang="en-US" altLang="zh-TW">
                <a:latin typeface="Arial" panose="020B0604020202020204" pitchFamily="34" charset="0"/>
                <a:ea typeface="新細明體" panose="02020500000000000000" pitchFamily="18" charset="-120"/>
              </a:rPr>
              <a:t>Synchronous (blocking) means that the sender waits after transmitting a message until the receiver has performed a receive operation.</a:t>
            </a:r>
          </a:p>
          <a:p>
            <a:r>
              <a:rPr lang="en-US" altLang="zh-TW">
                <a:latin typeface="Arial" panose="020B0604020202020204" pitchFamily="34" charset="0"/>
                <a:ea typeface="新細明體" panose="02020500000000000000" pitchFamily="18" charset="-120"/>
              </a:rPr>
              <a:t>Asynchronous (non-blocking) means that the message is placed in a queue of messages waiting for the receiver to accept them and the sending process can proceed immediately.</a:t>
            </a:r>
          </a:p>
          <a:p>
            <a:r>
              <a:rPr lang="en-US" altLang="zh-TW">
                <a:latin typeface="Arial" panose="020B0604020202020204" pitchFamily="34" charset="0"/>
                <a:ea typeface="新細明體" panose="02020500000000000000" pitchFamily="18" charset="-120"/>
              </a:rPr>
              <a:t>Distributed systems can be designed entirely in terms of message-passing, but there are certain useful communication patterns (collective of primitives for high-level operations).</a:t>
            </a:r>
          </a:p>
          <a:p>
            <a:r>
              <a:rPr lang="en-US" altLang="zh-TW">
                <a:latin typeface="Arial" panose="020B0604020202020204" pitchFamily="34" charset="0"/>
                <a:ea typeface="新細明體" panose="02020500000000000000" pitchFamily="18" charset="-120"/>
              </a:rPr>
              <a:t>Client-server communication model is for service provision: 1. Transmission of a request from a client to a server; 2. Execution of the request by the server; 3. Transmission of a reply to the client.</a:t>
            </a:r>
          </a:p>
          <a:p>
            <a:r>
              <a:rPr lang="en-US" altLang="zh-TW">
                <a:latin typeface="Arial" panose="020B0604020202020204" pitchFamily="34" charset="0"/>
                <a:ea typeface="新細明體" panose="02020500000000000000" pitchFamily="18" charset="-120"/>
              </a:rPr>
              <a:t>Function shipping: the server acts as an execution environment and interpreter for programs, and clients transmit sequences of instructions for interpretation (e.g., PostScript files sent to printer).</a:t>
            </a:r>
          </a:p>
          <a:p>
            <a:r>
              <a:rPr lang="en-US" altLang="zh-TW">
                <a:latin typeface="Arial" panose="020B0604020202020204" pitchFamily="34" charset="0"/>
                <a:ea typeface="新細明體" panose="02020500000000000000" pitchFamily="18" charset="-120"/>
              </a:rPr>
              <a:t>Multicasting: sending a message to the members of a specified group of processes. Multicasting examples: locating an object, fault tolerance, and multiple update.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B52EAB97-ACF7-FE33-5477-ED6948841645}"/>
              </a:ext>
            </a:extLst>
          </p:cNvPr>
          <p:cNvSpPr>
            <a:spLocks noGrp="1" noRot="1" noChangeAspect="1" noChangeArrowheads="1" noTextEdit="1"/>
          </p:cNvSpPr>
          <p:nvPr>
            <p:ph type="sldImg"/>
          </p:nvPr>
        </p:nvSpPr>
        <p:spPr>
          <a:xfrm>
            <a:off x="554038" y="523875"/>
            <a:ext cx="5775325" cy="3249613"/>
          </a:xfrm>
          <a:ln/>
        </p:spPr>
      </p:sp>
      <p:sp>
        <p:nvSpPr>
          <p:cNvPr id="89091" name="Rectangle 3">
            <a:extLst>
              <a:ext uri="{FF2B5EF4-FFF2-40B4-BE49-F238E27FC236}">
                <a16:creationId xmlns:a16="http://schemas.microsoft.com/office/drawing/2014/main" id="{7D83F857-2137-C410-EF9D-D6D27452CB6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ea typeface="新細明體" panose="02020500000000000000" pitchFamily="18" charset="-120"/>
              </a:rPr>
              <a:t>Middleware provides run-time support for programming language, such as interpreters and libraries</a:t>
            </a:r>
          </a:p>
          <a:p>
            <a:r>
              <a:rPr lang="en-US" altLang="zh-TW">
                <a:latin typeface="Arial" panose="020B0604020202020204" pitchFamily="34" charset="0"/>
                <a:ea typeface="新細明體" panose="02020500000000000000" pitchFamily="18" charset="-120"/>
              </a:rPr>
              <a:t>OS is the main system software to manage basic resources and to provide user and application services:</a:t>
            </a:r>
          </a:p>
          <a:p>
            <a:r>
              <a:rPr lang="en-US" altLang="zh-TW">
                <a:latin typeface="Arial" panose="020B0604020202020204" pitchFamily="34" charset="0"/>
                <a:ea typeface="新細明體" panose="02020500000000000000" pitchFamily="18" charset="-120"/>
              </a:rPr>
              <a:t>Basic resource management:</a:t>
            </a:r>
          </a:p>
          <a:p>
            <a:pPr lvl="1"/>
            <a:r>
              <a:rPr lang="en-US" altLang="zh-TW">
                <a:latin typeface="Arial" panose="020B0604020202020204" pitchFamily="34" charset="0"/>
                <a:ea typeface="新細明體" panose="02020500000000000000" pitchFamily="18" charset="-120"/>
              </a:rPr>
              <a:t>- memory allocation and protection</a:t>
            </a:r>
          </a:p>
          <a:p>
            <a:pPr lvl="1"/>
            <a:r>
              <a:rPr lang="en-US" altLang="zh-TW">
                <a:latin typeface="Arial" panose="020B0604020202020204" pitchFamily="34" charset="0"/>
                <a:ea typeface="新細明體" panose="02020500000000000000" pitchFamily="18" charset="-120"/>
              </a:rPr>
              <a:t>- process creation and processor scheduling</a:t>
            </a:r>
          </a:p>
          <a:p>
            <a:pPr lvl="1"/>
            <a:r>
              <a:rPr lang="en-US" altLang="zh-TW">
                <a:latin typeface="Arial" panose="020B0604020202020204" pitchFamily="34" charset="0"/>
                <a:ea typeface="新細明體" panose="02020500000000000000" pitchFamily="18" charset="-120"/>
              </a:rPr>
              <a:t>- peripheral device handling</a:t>
            </a:r>
          </a:p>
          <a:p>
            <a:r>
              <a:rPr lang="en-US" altLang="zh-TW">
                <a:latin typeface="Arial" panose="020B0604020202020204" pitchFamily="34" charset="0"/>
                <a:ea typeface="新細明體" panose="02020500000000000000" pitchFamily="18" charset="-120"/>
              </a:rPr>
              <a:t>User and application services:</a:t>
            </a:r>
          </a:p>
          <a:p>
            <a:pPr lvl="1"/>
            <a:r>
              <a:rPr lang="en-US" altLang="zh-TW">
                <a:latin typeface="Arial" panose="020B0604020202020204" pitchFamily="34" charset="0"/>
                <a:ea typeface="新細明體" panose="02020500000000000000" pitchFamily="18" charset="-120"/>
              </a:rPr>
              <a:t>- user authentication and access control (e.g., login facilities)</a:t>
            </a:r>
          </a:p>
          <a:p>
            <a:pPr lvl="1"/>
            <a:r>
              <a:rPr lang="en-US" altLang="zh-TW">
                <a:latin typeface="Arial" panose="020B0604020202020204" pitchFamily="34" charset="0"/>
                <a:ea typeface="新細明體" panose="02020500000000000000" pitchFamily="18" charset="-120"/>
              </a:rPr>
              <a:t>- file management and file access facilities</a:t>
            </a:r>
          </a:p>
          <a:p>
            <a:pPr lvl="1"/>
            <a:r>
              <a:rPr lang="en-US" altLang="zh-TW">
                <a:latin typeface="Arial" panose="020B0604020202020204" pitchFamily="34" charset="0"/>
                <a:ea typeface="新細明體" panose="02020500000000000000" pitchFamily="18" charset="-120"/>
              </a:rPr>
              <a:t>- clock facilities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3015FA1F-C753-7EE5-51E6-0CC790D8B22E}"/>
              </a:ext>
            </a:extLst>
          </p:cNvPr>
          <p:cNvSpPr>
            <a:spLocks noGrp="1" noRot="1" noChangeAspect="1" noChangeArrowheads="1" noTextEdit="1"/>
          </p:cNvSpPr>
          <p:nvPr>
            <p:ph type="sldImg"/>
          </p:nvPr>
        </p:nvSpPr>
        <p:spPr>
          <a:xfrm>
            <a:off x="554038" y="523875"/>
            <a:ext cx="5775325" cy="3249613"/>
          </a:xfrm>
          <a:ln/>
        </p:spPr>
      </p:sp>
      <p:sp>
        <p:nvSpPr>
          <p:cNvPr id="91139" name="Rectangle 3">
            <a:extLst>
              <a:ext uri="{FF2B5EF4-FFF2-40B4-BE49-F238E27FC236}">
                <a16:creationId xmlns:a16="http://schemas.microsoft.com/office/drawing/2014/main" id="{4F2EC3E0-E331-AEC7-3C01-F06A5CC4522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ea typeface="新細明體" panose="02020500000000000000" pitchFamily="18" charset="-120"/>
              </a:rPr>
              <a:t>Kernel only perform basic resource management with the addition of inter-process communication</a:t>
            </a:r>
          </a:p>
          <a:p>
            <a:r>
              <a:rPr lang="en-US" altLang="zh-TW">
                <a:latin typeface="Arial" panose="020B0604020202020204" pitchFamily="34" charset="0"/>
                <a:ea typeface="新細明體" panose="02020500000000000000" pitchFamily="18" charset="-120"/>
              </a:rPr>
              <a:t>A new class of software component called open services to provide all other shared resources and services.</a:t>
            </a:r>
          </a:p>
          <a:p>
            <a:r>
              <a:rPr lang="en-US" altLang="zh-TW">
                <a:latin typeface="Arial" panose="020B0604020202020204" pitchFamily="34" charset="0"/>
                <a:ea typeface="新細明體" panose="02020500000000000000" pitchFamily="18" charset="-120"/>
              </a:rPr>
              <a:t>Kernels are not designed to be modified routinely. Any services that do not require privileged access to the kernels’ code and data or the hardware of the computer need not be included in the kernel.</a:t>
            </a:r>
          </a:p>
          <a:p>
            <a:r>
              <a:rPr lang="en-US" altLang="zh-TW">
                <a:latin typeface="Arial" panose="020B0604020202020204" pitchFamily="34" charset="0"/>
                <a:ea typeface="新細明體" panose="02020500000000000000" pitchFamily="18" charset="-120"/>
              </a:rPr>
              <a:t>A shared horizontal line signified that services provided by the  box below the line are directly used by the components above it.  E.g., application program may use OS kernel services, distributed programming support and open services.</a:t>
            </a:r>
          </a:p>
          <a:p>
            <a:r>
              <a:rPr lang="en-US" altLang="zh-TW">
                <a:latin typeface="Arial" panose="020B0604020202020204" pitchFamily="34" charset="0"/>
                <a:ea typeface="新細明體" panose="02020500000000000000" pitchFamily="18" charset="-120"/>
              </a:rPr>
              <a:t>Micro-kernels: the kernels that provide the smallest possible set of services and resources on which the remaining services required can be built.  Typically this basic set of services includes a process abstraction and a basic communication service.</a:t>
            </a:r>
          </a:p>
          <a:p>
            <a:r>
              <a:rPr lang="en-US" altLang="zh-TW">
                <a:latin typeface="Arial" panose="020B0604020202020204" pitchFamily="34" charset="0"/>
                <a:ea typeface="新細明體" panose="02020500000000000000" pitchFamily="18" charset="-120"/>
              </a:rPr>
              <a:t>Open services:  The distinction between kernel services and open services is made because kernel cannot be open, as they must enforce their own protection against run-time modification. Openness means that distributed systems can be configured to the particular needs of a given community of users or set of applications.</a:t>
            </a:r>
          </a:p>
          <a:p>
            <a:r>
              <a:rPr lang="en-US" altLang="zh-TW">
                <a:latin typeface="Arial" panose="020B0604020202020204" pitchFamily="34" charset="0"/>
                <a:ea typeface="新細明體" panose="02020500000000000000" pitchFamily="18" charset="-120"/>
              </a:rPr>
              <a:t>Distributed programming support includes run-time support for language facilities that allow programs written in conventional languages to work together.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Trebuchet MS"/>
                <a:cs typeface="Trebuchet MS"/>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63D197"/>
          </a:solidFill>
        </p:spPr>
        <p:txBody>
          <a:bodyPr wrap="square" lIns="0" tIns="0" rIns="0" bIns="0" rtlCol="0"/>
          <a:lstStyle/>
          <a:p>
            <a:endParaRPr/>
          </a:p>
        </p:txBody>
      </p:sp>
      <p:sp>
        <p:nvSpPr>
          <p:cNvPr id="2" name="Holder 2"/>
          <p:cNvSpPr>
            <a:spLocks noGrp="1"/>
          </p:cNvSpPr>
          <p:nvPr>
            <p:ph type="title"/>
          </p:nvPr>
        </p:nvSpPr>
        <p:spPr>
          <a:xfrm>
            <a:off x="583474" y="1532366"/>
            <a:ext cx="1893570" cy="756919"/>
          </a:xfrm>
          <a:prstGeom prst="rect">
            <a:avLst/>
          </a:prstGeom>
        </p:spPr>
        <p:txBody>
          <a:bodyPr wrap="square" lIns="0" tIns="0" rIns="0" bIns="0">
            <a:spAutoFit/>
          </a:bodyPr>
          <a:lstStyle>
            <a:lvl1pPr>
              <a:defRPr sz="4800" b="0"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475249" y="1162308"/>
            <a:ext cx="8193500" cy="33528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1/4/2025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202729"/>
          </a:solidFill>
        </p:spPr>
        <p:txBody>
          <a:bodyPr wrap="square" lIns="0" tIns="0" rIns="0" bIns="0" rtlCol="0"/>
          <a:lstStyle/>
          <a:p>
            <a:endParaRPr/>
          </a:p>
        </p:txBody>
      </p:sp>
      <p:sp>
        <p:nvSpPr>
          <p:cNvPr id="3" name="object 3"/>
          <p:cNvSpPr/>
          <p:nvPr/>
        </p:nvSpPr>
        <p:spPr>
          <a:xfrm>
            <a:off x="0" y="2998149"/>
            <a:ext cx="9144000" cy="0"/>
          </a:xfrm>
          <a:custGeom>
            <a:avLst/>
            <a:gdLst/>
            <a:ahLst/>
            <a:cxnLst/>
            <a:rect l="l" t="t" r="r" b="b"/>
            <a:pathLst>
              <a:path w="9144000">
                <a:moveTo>
                  <a:pt x="0" y="0"/>
                </a:moveTo>
                <a:lnTo>
                  <a:pt x="9143999" y="0"/>
                </a:lnTo>
              </a:path>
            </a:pathLst>
          </a:custGeom>
          <a:ln w="19049">
            <a:solidFill>
              <a:srgbClr val="63D197"/>
            </a:solidFill>
          </a:ln>
        </p:spPr>
        <p:txBody>
          <a:bodyPr wrap="square" lIns="0" tIns="0" rIns="0" bIns="0" rtlCol="0"/>
          <a:lstStyle/>
          <a:p>
            <a:endParaRPr/>
          </a:p>
        </p:txBody>
      </p:sp>
      <p:sp>
        <p:nvSpPr>
          <p:cNvPr id="4" name="object 4"/>
          <p:cNvSpPr txBox="1">
            <a:spLocks noGrp="1"/>
          </p:cNvSpPr>
          <p:nvPr>
            <p:ph type="title"/>
          </p:nvPr>
        </p:nvSpPr>
        <p:spPr>
          <a:xfrm>
            <a:off x="583474" y="1532366"/>
            <a:ext cx="7188926" cy="751488"/>
          </a:xfrm>
          <a:prstGeom prst="rect">
            <a:avLst/>
          </a:prstGeom>
        </p:spPr>
        <p:txBody>
          <a:bodyPr vert="horz" wrap="square" lIns="0" tIns="12700" rIns="0" bIns="0" rtlCol="0">
            <a:spAutoFit/>
          </a:bodyPr>
          <a:lstStyle/>
          <a:p>
            <a:pPr marL="12700">
              <a:lnSpc>
                <a:spcPct val="100000"/>
              </a:lnSpc>
              <a:spcBef>
                <a:spcPts val="100"/>
              </a:spcBef>
            </a:pPr>
            <a:r>
              <a:rPr lang="en-US" spc="100" dirty="0"/>
              <a:t>Distributed Systems</a:t>
            </a:r>
            <a:endParaRPr spc="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A67CFE1A-DD4D-3319-787E-8BD8263E8302}"/>
              </a:ext>
            </a:extLst>
          </p:cNvPr>
          <p:cNvSpPr>
            <a:spLocks noGrp="1" noChangeArrowheads="1"/>
          </p:cNvSpPr>
          <p:nvPr>
            <p:ph type="title"/>
          </p:nvPr>
        </p:nvSpPr>
        <p:spPr>
          <a:xfrm>
            <a:off x="1294855" y="1149275"/>
            <a:ext cx="1420178" cy="1477328"/>
          </a:xfrm>
        </p:spPr>
        <p:txBody>
          <a:bodyPr/>
          <a:lstStyle/>
          <a:p>
            <a:pPr>
              <a:defRPr/>
            </a:pPr>
            <a:r>
              <a:rPr lang="en-US" altLang="zh-TW">
                <a:ea typeface="+mj-ea"/>
                <a:cs typeface="+mj-cs"/>
              </a:rPr>
              <a:t>Outline</a:t>
            </a:r>
          </a:p>
        </p:txBody>
      </p:sp>
      <p:sp>
        <p:nvSpPr>
          <p:cNvPr id="9219" name="Rectangle 3">
            <a:extLst>
              <a:ext uri="{FF2B5EF4-FFF2-40B4-BE49-F238E27FC236}">
                <a16:creationId xmlns:a16="http://schemas.microsoft.com/office/drawing/2014/main" id="{89805075-7308-384E-E433-872498866E60}"/>
              </a:ext>
            </a:extLst>
          </p:cNvPr>
          <p:cNvSpPr>
            <a:spLocks noGrp="1"/>
          </p:cNvSpPr>
          <p:nvPr>
            <p:ph sz="quarter" idx="1"/>
          </p:nvPr>
        </p:nvSpPr>
        <p:spPr>
          <a:xfrm>
            <a:off x="838200" y="1463754"/>
            <a:ext cx="5518547" cy="2215991"/>
          </a:xfrm>
        </p:spPr>
        <p:txBody>
          <a:bodyPr/>
          <a:lstStyle/>
          <a:p>
            <a:pPr eaLnBrk="1" hangingPunct="1">
              <a:buFont typeface="Symbol" panose="05050102010706020507" pitchFamily="18" charset="2"/>
              <a:buNone/>
            </a:pPr>
            <a:r>
              <a:rPr lang="en-US" altLang="zh-TW" sz="2400" dirty="0">
                <a:latin typeface="Trebuchet MS" panose="020B0603020202020204" pitchFamily="34" charset="0"/>
                <a:ea typeface="新細明體" panose="02020500000000000000" pitchFamily="18" charset="-120"/>
              </a:rPr>
              <a:t>1. What is a Distributed System</a:t>
            </a:r>
          </a:p>
          <a:p>
            <a:pPr eaLnBrk="1" hangingPunct="1">
              <a:buFont typeface="Symbol" panose="05050102010706020507" pitchFamily="18" charset="2"/>
              <a:buNone/>
            </a:pPr>
            <a:r>
              <a:rPr lang="en-US" altLang="zh-TW" sz="2400" dirty="0">
                <a:latin typeface="Trebuchet MS" panose="020B0603020202020204" pitchFamily="34" charset="0"/>
                <a:ea typeface="新細明體" panose="02020500000000000000" pitchFamily="18" charset="-120"/>
              </a:rPr>
              <a:t>2. Examples of Distributed Systems</a:t>
            </a:r>
          </a:p>
          <a:p>
            <a:pPr eaLnBrk="1" hangingPunct="1">
              <a:buFont typeface="Symbol" panose="05050102010706020507" pitchFamily="18" charset="2"/>
              <a:buNone/>
            </a:pPr>
            <a:r>
              <a:rPr lang="en-US" altLang="zh-TW" sz="2400" dirty="0">
                <a:latin typeface="Trebuchet MS" panose="020B0603020202020204" pitchFamily="34" charset="0"/>
                <a:ea typeface="新細明體" panose="02020500000000000000" pitchFamily="18" charset="-120"/>
              </a:rPr>
              <a:t>3. Common Characteristics</a:t>
            </a:r>
          </a:p>
          <a:p>
            <a:pPr eaLnBrk="1" hangingPunct="1">
              <a:buFont typeface="Symbol" panose="05050102010706020507" pitchFamily="18" charset="2"/>
              <a:buNone/>
            </a:pPr>
            <a:r>
              <a:rPr lang="en-US" altLang="zh-TW" sz="2400" dirty="0">
                <a:latin typeface="Trebuchet MS" panose="020B0603020202020204" pitchFamily="34" charset="0"/>
                <a:ea typeface="新細明體" panose="02020500000000000000" pitchFamily="18" charset="-120"/>
              </a:rPr>
              <a:t>4. Basic Design Issues</a:t>
            </a:r>
          </a:p>
          <a:p>
            <a:pPr eaLnBrk="1" hangingPunct="1">
              <a:buFont typeface="Symbol" panose="05050102010706020507" pitchFamily="18" charset="2"/>
              <a:buNone/>
            </a:pPr>
            <a:r>
              <a:rPr lang="en-US" altLang="zh-TW" sz="2400" dirty="0">
                <a:latin typeface="Trebuchet MS" panose="020B0603020202020204" pitchFamily="34" charset="0"/>
                <a:ea typeface="新細明體" panose="02020500000000000000" pitchFamily="18" charset="-120"/>
              </a:rPr>
              <a:t>5. Summary</a:t>
            </a:r>
          </a:p>
          <a:p>
            <a:pPr eaLnBrk="1" hangingPunct="1">
              <a:buFont typeface="Symbol" panose="05050102010706020507" pitchFamily="18" charset="2"/>
              <a:buNone/>
            </a:pPr>
            <a:endParaRPr lang="zh-TW" altLang="en-US" sz="2400" dirty="0">
              <a:latin typeface="Trebuchet MS" panose="020B0603020202020204" pitchFamily="34" charset="0"/>
              <a:ea typeface="新細明體" panose="02020500000000000000" pitchFamily="18" charset="-120"/>
            </a:endParaRPr>
          </a:p>
        </p:txBody>
      </p:sp>
      <p:sp>
        <p:nvSpPr>
          <p:cNvPr id="9220" name="Slide Number Placeholder 3">
            <a:extLst>
              <a:ext uri="{FF2B5EF4-FFF2-40B4-BE49-F238E27FC236}">
                <a16:creationId xmlns:a16="http://schemas.microsoft.com/office/drawing/2014/main" id="{6846BCA4-9DE6-010C-1C98-A5DFCB11315F}"/>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2</a:t>
            </a:fld>
            <a:endParaRPr lang="en-US" altLang="en-US" sz="1050">
              <a:solidFill>
                <a:srgbClr val="FFFFFF"/>
              </a:solidFill>
            </a:endParaRPr>
          </a:p>
        </p:txBody>
      </p:sp>
      <p:sp>
        <p:nvSpPr>
          <p:cNvPr id="2" name="object 2">
            <a:extLst>
              <a:ext uri="{FF2B5EF4-FFF2-40B4-BE49-F238E27FC236}">
                <a16:creationId xmlns:a16="http://schemas.microsoft.com/office/drawing/2014/main" id="{C34A9C7B-D7FB-BD3B-3252-7BB452F0FB1E}"/>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Outline</a:t>
            </a:r>
            <a:endParaRPr lang="en-US" sz="2800" kern="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195D5EE2-7566-94D8-8D43-6EE4A0E8426B}"/>
              </a:ext>
            </a:extLst>
          </p:cNvPr>
          <p:cNvSpPr>
            <a:spLocks noChangeArrowheads="1"/>
          </p:cNvSpPr>
          <p:nvPr/>
        </p:nvSpPr>
        <p:spPr bwMode="auto">
          <a:xfrm>
            <a:off x="5605463" y="1128281"/>
            <a:ext cx="964207"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350">
                <a:latin typeface="Arial" panose="020B0604020202020204" pitchFamily="34" charset="0"/>
                <a:ea typeface="新細明體" panose="02020500000000000000" pitchFamily="18" charset="-120"/>
              </a:rPr>
              <a:t>Fully</a:t>
            </a:r>
          </a:p>
          <a:p>
            <a:r>
              <a:rPr lang="en-US" altLang="zh-TW" sz="1350">
                <a:latin typeface="Arial" panose="020B0604020202020204" pitchFamily="34" charset="0"/>
                <a:ea typeface="新細明體" panose="02020500000000000000" pitchFamily="18" charset="-120"/>
              </a:rPr>
              <a:t>Distributed</a:t>
            </a:r>
          </a:p>
        </p:txBody>
      </p:sp>
      <p:sp>
        <p:nvSpPr>
          <p:cNvPr id="11268" name="Line 4">
            <a:extLst>
              <a:ext uri="{FF2B5EF4-FFF2-40B4-BE49-F238E27FC236}">
                <a16:creationId xmlns:a16="http://schemas.microsoft.com/office/drawing/2014/main" id="{D670F9A5-ED1A-5619-6742-772A05E1A1F9}"/>
              </a:ext>
            </a:extLst>
          </p:cNvPr>
          <p:cNvSpPr>
            <a:spLocks noChangeShapeType="1"/>
          </p:cNvSpPr>
          <p:nvPr/>
        </p:nvSpPr>
        <p:spPr bwMode="auto">
          <a:xfrm flipV="1">
            <a:off x="5563791" y="1939096"/>
            <a:ext cx="390525" cy="4095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11269" name="Rectangle 5">
            <a:extLst>
              <a:ext uri="{FF2B5EF4-FFF2-40B4-BE49-F238E27FC236}">
                <a16:creationId xmlns:a16="http://schemas.microsoft.com/office/drawing/2014/main" id="{E9DF7ADF-2EDA-3B15-1F4E-E5178BDBC610}"/>
              </a:ext>
            </a:extLst>
          </p:cNvPr>
          <p:cNvSpPr>
            <a:spLocks noChangeArrowheads="1"/>
          </p:cNvSpPr>
          <p:nvPr/>
        </p:nvSpPr>
        <p:spPr bwMode="auto">
          <a:xfrm rot="18780000">
            <a:off x="5876821" y="1774672"/>
            <a:ext cx="637194"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800" b="1">
                <a:latin typeface="Arial" panose="020B0604020202020204" pitchFamily="34" charset="0"/>
                <a:ea typeface="新細明體" panose="02020500000000000000" pitchFamily="18" charset="-120"/>
              </a:rPr>
              <a:t>Data</a:t>
            </a:r>
          </a:p>
        </p:txBody>
      </p:sp>
      <p:sp>
        <p:nvSpPr>
          <p:cNvPr id="11270" name="Line 6">
            <a:extLst>
              <a:ext uri="{FF2B5EF4-FFF2-40B4-BE49-F238E27FC236}">
                <a16:creationId xmlns:a16="http://schemas.microsoft.com/office/drawing/2014/main" id="{8BC61B04-74C5-697E-3A61-F4C77E74B496}"/>
              </a:ext>
            </a:extLst>
          </p:cNvPr>
          <p:cNvSpPr>
            <a:spLocks noChangeShapeType="1"/>
          </p:cNvSpPr>
          <p:nvPr/>
        </p:nvSpPr>
        <p:spPr bwMode="auto">
          <a:xfrm>
            <a:off x="4535091" y="3372608"/>
            <a:ext cx="45124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11271" name="Rectangle 7">
            <a:extLst>
              <a:ext uri="{FF2B5EF4-FFF2-40B4-BE49-F238E27FC236}">
                <a16:creationId xmlns:a16="http://schemas.microsoft.com/office/drawing/2014/main" id="{BCEAC0B4-0F18-50AF-D329-D3796FB272AF}"/>
              </a:ext>
            </a:extLst>
          </p:cNvPr>
          <p:cNvSpPr>
            <a:spLocks noChangeArrowheads="1"/>
          </p:cNvSpPr>
          <p:nvPr/>
        </p:nvSpPr>
        <p:spPr bwMode="auto">
          <a:xfrm>
            <a:off x="4670822" y="3413090"/>
            <a:ext cx="139381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800" b="1">
                <a:latin typeface="Arial" panose="020B0604020202020204" pitchFamily="34" charset="0"/>
                <a:ea typeface="新細明體" panose="02020500000000000000" pitchFamily="18" charset="-120"/>
              </a:rPr>
              <a:t>Processors</a:t>
            </a:r>
          </a:p>
        </p:txBody>
      </p:sp>
      <p:sp>
        <p:nvSpPr>
          <p:cNvPr id="11272" name="AutoShape 8">
            <a:extLst>
              <a:ext uri="{FF2B5EF4-FFF2-40B4-BE49-F238E27FC236}">
                <a16:creationId xmlns:a16="http://schemas.microsoft.com/office/drawing/2014/main" id="{BA4FFFB9-5960-28B4-8E1B-44ECCE99E49D}"/>
              </a:ext>
            </a:extLst>
          </p:cNvPr>
          <p:cNvSpPr>
            <a:spLocks noChangeArrowheads="1"/>
          </p:cNvSpPr>
          <p:nvPr/>
        </p:nvSpPr>
        <p:spPr bwMode="auto">
          <a:xfrm>
            <a:off x="3792141" y="18914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73" name="AutoShape 9">
            <a:extLst>
              <a:ext uri="{FF2B5EF4-FFF2-40B4-BE49-F238E27FC236}">
                <a16:creationId xmlns:a16="http://schemas.microsoft.com/office/drawing/2014/main" id="{A6498537-A3D7-8BF5-4154-FD1A472071DA}"/>
              </a:ext>
            </a:extLst>
          </p:cNvPr>
          <p:cNvSpPr>
            <a:spLocks noChangeArrowheads="1"/>
          </p:cNvSpPr>
          <p:nvPr/>
        </p:nvSpPr>
        <p:spPr bwMode="auto">
          <a:xfrm>
            <a:off x="4135041" y="18914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74" name="AutoShape 10">
            <a:extLst>
              <a:ext uri="{FF2B5EF4-FFF2-40B4-BE49-F238E27FC236}">
                <a16:creationId xmlns:a16="http://schemas.microsoft.com/office/drawing/2014/main" id="{4C30D110-A362-1F22-D0B9-E666551439E7}"/>
              </a:ext>
            </a:extLst>
          </p:cNvPr>
          <p:cNvSpPr>
            <a:spLocks noChangeArrowheads="1"/>
          </p:cNvSpPr>
          <p:nvPr/>
        </p:nvSpPr>
        <p:spPr bwMode="auto">
          <a:xfrm>
            <a:off x="4477941" y="18914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75" name="AutoShape 11">
            <a:extLst>
              <a:ext uri="{FF2B5EF4-FFF2-40B4-BE49-F238E27FC236}">
                <a16:creationId xmlns:a16="http://schemas.microsoft.com/office/drawing/2014/main" id="{A22C9975-510B-9C4A-3321-2DB07E9099B5}"/>
              </a:ext>
            </a:extLst>
          </p:cNvPr>
          <p:cNvSpPr>
            <a:spLocks noChangeArrowheads="1"/>
          </p:cNvSpPr>
          <p:nvPr/>
        </p:nvSpPr>
        <p:spPr bwMode="auto">
          <a:xfrm>
            <a:off x="4820841" y="18914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76" name="AutoShape 12">
            <a:extLst>
              <a:ext uri="{FF2B5EF4-FFF2-40B4-BE49-F238E27FC236}">
                <a16:creationId xmlns:a16="http://schemas.microsoft.com/office/drawing/2014/main" id="{2809A005-8432-3EE7-D43E-2AB8BF6B845C}"/>
              </a:ext>
            </a:extLst>
          </p:cNvPr>
          <p:cNvSpPr>
            <a:spLocks noChangeArrowheads="1"/>
          </p:cNvSpPr>
          <p:nvPr/>
        </p:nvSpPr>
        <p:spPr bwMode="auto">
          <a:xfrm>
            <a:off x="3792141" y="149142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77" name="AutoShape 13">
            <a:extLst>
              <a:ext uri="{FF2B5EF4-FFF2-40B4-BE49-F238E27FC236}">
                <a16:creationId xmlns:a16="http://schemas.microsoft.com/office/drawing/2014/main" id="{02946A4F-1E84-169B-CDF2-C33BA9AE9673}"/>
              </a:ext>
            </a:extLst>
          </p:cNvPr>
          <p:cNvSpPr>
            <a:spLocks noChangeArrowheads="1"/>
          </p:cNvSpPr>
          <p:nvPr/>
        </p:nvSpPr>
        <p:spPr bwMode="auto">
          <a:xfrm>
            <a:off x="4135041" y="149142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78" name="AutoShape 14">
            <a:extLst>
              <a:ext uri="{FF2B5EF4-FFF2-40B4-BE49-F238E27FC236}">
                <a16:creationId xmlns:a16="http://schemas.microsoft.com/office/drawing/2014/main" id="{189816EE-1195-CA54-4395-FA1C7864F527}"/>
              </a:ext>
            </a:extLst>
          </p:cNvPr>
          <p:cNvSpPr>
            <a:spLocks noChangeArrowheads="1"/>
          </p:cNvSpPr>
          <p:nvPr/>
        </p:nvSpPr>
        <p:spPr bwMode="auto">
          <a:xfrm>
            <a:off x="4477941" y="149142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79" name="AutoShape 15">
            <a:extLst>
              <a:ext uri="{FF2B5EF4-FFF2-40B4-BE49-F238E27FC236}">
                <a16:creationId xmlns:a16="http://schemas.microsoft.com/office/drawing/2014/main" id="{F400F1ED-DB27-9F83-9D79-9F9D55910CD8}"/>
              </a:ext>
            </a:extLst>
          </p:cNvPr>
          <p:cNvSpPr>
            <a:spLocks noChangeArrowheads="1"/>
          </p:cNvSpPr>
          <p:nvPr/>
        </p:nvSpPr>
        <p:spPr bwMode="auto">
          <a:xfrm>
            <a:off x="4820841" y="149142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80" name="AutoShape 16">
            <a:extLst>
              <a:ext uri="{FF2B5EF4-FFF2-40B4-BE49-F238E27FC236}">
                <a16:creationId xmlns:a16="http://schemas.microsoft.com/office/drawing/2014/main" id="{5B4E733B-9D54-8A2B-2CF8-650B1BE46745}"/>
              </a:ext>
            </a:extLst>
          </p:cNvPr>
          <p:cNvSpPr>
            <a:spLocks noChangeArrowheads="1"/>
          </p:cNvSpPr>
          <p:nvPr/>
        </p:nvSpPr>
        <p:spPr bwMode="auto">
          <a:xfrm>
            <a:off x="3792141" y="10913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81" name="AutoShape 17">
            <a:extLst>
              <a:ext uri="{FF2B5EF4-FFF2-40B4-BE49-F238E27FC236}">
                <a16:creationId xmlns:a16="http://schemas.microsoft.com/office/drawing/2014/main" id="{CAD6204D-1E0A-DF33-6CF7-6E91AEE307BA}"/>
              </a:ext>
            </a:extLst>
          </p:cNvPr>
          <p:cNvSpPr>
            <a:spLocks noChangeArrowheads="1"/>
          </p:cNvSpPr>
          <p:nvPr/>
        </p:nvSpPr>
        <p:spPr bwMode="auto">
          <a:xfrm>
            <a:off x="4135041" y="10913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82" name="AutoShape 18">
            <a:extLst>
              <a:ext uri="{FF2B5EF4-FFF2-40B4-BE49-F238E27FC236}">
                <a16:creationId xmlns:a16="http://schemas.microsoft.com/office/drawing/2014/main" id="{6E3E6050-44F4-9D08-72EA-341CE3615CF6}"/>
              </a:ext>
            </a:extLst>
          </p:cNvPr>
          <p:cNvSpPr>
            <a:spLocks noChangeArrowheads="1"/>
          </p:cNvSpPr>
          <p:nvPr/>
        </p:nvSpPr>
        <p:spPr bwMode="auto">
          <a:xfrm>
            <a:off x="4477941" y="10913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83" name="AutoShape 19">
            <a:extLst>
              <a:ext uri="{FF2B5EF4-FFF2-40B4-BE49-F238E27FC236}">
                <a16:creationId xmlns:a16="http://schemas.microsoft.com/office/drawing/2014/main" id="{49BD0F93-A9BB-F607-542D-6DB6E2FA0213}"/>
              </a:ext>
            </a:extLst>
          </p:cNvPr>
          <p:cNvSpPr>
            <a:spLocks noChangeArrowheads="1"/>
          </p:cNvSpPr>
          <p:nvPr/>
        </p:nvSpPr>
        <p:spPr bwMode="auto">
          <a:xfrm>
            <a:off x="4820841" y="1091371"/>
            <a:ext cx="733425" cy="790575"/>
          </a:xfrm>
          <a:prstGeom prst="cube">
            <a:avLst>
              <a:gd name="adj" fmla="val 48838"/>
            </a:avLst>
          </a:prstGeom>
          <a:solidFill>
            <a:schemeClr val="hlink"/>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grpSp>
        <p:nvGrpSpPr>
          <p:cNvPr id="11284" name="Group 32">
            <a:extLst>
              <a:ext uri="{FF2B5EF4-FFF2-40B4-BE49-F238E27FC236}">
                <a16:creationId xmlns:a16="http://schemas.microsoft.com/office/drawing/2014/main" id="{D846A83D-7A47-7794-5985-D5045ECE646B}"/>
              </a:ext>
            </a:extLst>
          </p:cNvPr>
          <p:cNvGrpSpPr>
            <a:grpSpLocks/>
          </p:cNvGrpSpPr>
          <p:nvPr/>
        </p:nvGrpSpPr>
        <p:grpSpPr bwMode="auto">
          <a:xfrm>
            <a:off x="3449241" y="1434271"/>
            <a:ext cx="1762125" cy="1590675"/>
            <a:chOff x="2353" y="1492"/>
            <a:chExt cx="1480" cy="1336"/>
          </a:xfrm>
        </p:grpSpPr>
        <p:sp>
          <p:nvSpPr>
            <p:cNvPr id="11311" name="AutoShape 20">
              <a:extLst>
                <a:ext uri="{FF2B5EF4-FFF2-40B4-BE49-F238E27FC236}">
                  <a16:creationId xmlns:a16="http://schemas.microsoft.com/office/drawing/2014/main" id="{D0D3A4BA-BAF2-6275-6D36-7BA98E6AEC8C}"/>
                </a:ext>
              </a:extLst>
            </p:cNvPr>
            <p:cNvSpPr>
              <a:spLocks noChangeArrowheads="1"/>
            </p:cNvSpPr>
            <p:nvPr/>
          </p:nvSpPr>
          <p:spPr bwMode="auto">
            <a:xfrm>
              <a:off x="2353" y="2164"/>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12" name="AutoShape 21">
              <a:extLst>
                <a:ext uri="{FF2B5EF4-FFF2-40B4-BE49-F238E27FC236}">
                  <a16:creationId xmlns:a16="http://schemas.microsoft.com/office/drawing/2014/main" id="{B6CFAC70-1DFF-DCEA-079D-2D8E3404606E}"/>
                </a:ext>
              </a:extLst>
            </p:cNvPr>
            <p:cNvSpPr>
              <a:spLocks noChangeArrowheads="1"/>
            </p:cNvSpPr>
            <p:nvPr/>
          </p:nvSpPr>
          <p:spPr bwMode="auto">
            <a:xfrm>
              <a:off x="2641" y="2164"/>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13" name="AutoShape 22">
              <a:extLst>
                <a:ext uri="{FF2B5EF4-FFF2-40B4-BE49-F238E27FC236}">
                  <a16:creationId xmlns:a16="http://schemas.microsoft.com/office/drawing/2014/main" id="{1479D530-FBAE-C87C-F042-FA2061C01284}"/>
                </a:ext>
              </a:extLst>
            </p:cNvPr>
            <p:cNvSpPr>
              <a:spLocks noChangeArrowheads="1"/>
            </p:cNvSpPr>
            <p:nvPr/>
          </p:nvSpPr>
          <p:spPr bwMode="auto">
            <a:xfrm>
              <a:off x="2929" y="2164"/>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14" name="AutoShape 23">
              <a:extLst>
                <a:ext uri="{FF2B5EF4-FFF2-40B4-BE49-F238E27FC236}">
                  <a16:creationId xmlns:a16="http://schemas.microsoft.com/office/drawing/2014/main" id="{4C48A5B8-35FA-34FA-8D8D-2AA5B192D39D}"/>
                </a:ext>
              </a:extLst>
            </p:cNvPr>
            <p:cNvSpPr>
              <a:spLocks noChangeArrowheads="1"/>
            </p:cNvSpPr>
            <p:nvPr/>
          </p:nvSpPr>
          <p:spPr bwMode="auto">
            <a:xfrm>
              <a:off x="3217" y="2164"/>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15" name="AutoShape 24">
              <a:extLst>
                <a:ext uri="{FF2B5EF4-FFF2-40B4-BE49-F238E27FC236}">
                  <a16:creationId xmlns:a16="http://schemas.microsoft.com/office/drawing/2014/main" id="{1DEBEF63-7BED-BF24-D25D-419373AE34D2}"/>
                </a:ext>
              </a:extLst>
            </p:cNvPr>
            <p:cNvSpPr>
              <a:spLocks noChangeArrowheads="1"/>
            </p:cNvSpPr>
            <p:nvPr/>
          </p:nvSpPr>
          <p:spPr bwMode="auto">
            <a:xfrm>
              <a:off x="2353" y="1828"/>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16" name="AutoShape 25">
              <a:extLst>
                <a:ext uri="{FF2B5EF4-FFF2-40B4-BE49-F238E27FC236}">
                  <a16:creationId xmlns:a16="http://schemas.microsoft.com/office/drawing/2014/main" id="{EEF95D6C-13FD-0904-D38B-D30A41CD9147}"/>
                </a:ext>
              </a:extLst>
            </p:cNvPr>
            <p:cNvSpPr>
              <a:spLocks noChangeArrowheads="1"/>
            </p:cNvSpPr>
            <p:nvPr/>
          </p:nvSpPr>
          <p:spPr bwMode="auto">
            <a:xfrm>
              <a:off x="2641" y="1828"/>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17" name="AutoShape 26">
              <a:extLst>
                <a:ext uri="{FF2B5EF4-FFF2-40B4-BE49-F238E27FC236}">
                  <a16:creationId xmlns:a16="http://schemas.microsoft.com/office/drawing/2014/main" id="{DACD08A0-BF32-56D5-D3F0-56AEA6443AC9}"/>
                </a:ext>
              </a:extLst>
            </p:cNvPr>
            <p:cNvSpPr>
              <a:spLocks noChangeArrowheads="1"/>
            </p:cNvSpPr>
            <p:nvPr/>
          </p:nvSpPr>
          <p:spPr bwMode="auto">
            <a:xfrm>
              <a:off x="2929" y="1828"/>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18" name="AutoShape 27">
              <a:extLst>
                <a:ext uri="{FF2B5EF4-FFF2-40B4-BE49-F238E27FC236}">
                  <a16:creationId xmlns:a16="http://schemas.microsoft.com/office/drawing/2014/main" id="{217E088D-707B-04F5-53B1-1A8A811840B2}"/>
                </a:ext>
              </a:extLst>
            </p:cNvPr>
            <p:cNvSpPr>
              <a:spLocks noChangeArrowheads="1"/>
            </p:cNvSpPr>
            <p:nvPr/>
          </p:nvSpPr>
          <p:spPr bwMode="auto">
            <a:xfrm>
              <a:off x="3217" y="1828"/>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19" name="AutoShape 28">
              <a:extLst>
                <a:ext uri="{FF2B5EF4-FFF2-40B4-BE49-F238E27FC236}">
                  <a16:creationId xmlns:a16="http://schemas.microsoft.com/office/drawing/2014/main" id="{C1A4FAC3-DC28-C25E-D091-DAE4C2B65427}"/>
                </a:ext>
              </a:extLst>
            </p:cNvPr>
            <p:cNvSpPr>
              <a:spLocks noChangeArrowheads="1"/>
            </p:cNvSpPr>
            <p:nvPr/>
          </p:nvSpPr>
          <p:spPr bwMode="auto">
            <a:xfrm>
              <a:off x="2353" y="1492"/>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20" name="AutoShape 29">
              <a:extLst>
                <a:ext uri="{FF2B5EF4-FFF2-40B4-BE49-F238E27FC236}">
                  <a16:creationId xmlns:a16="http://schemas.microsoft.com/office/drawing/2014/main" id="{E34BE8A9-D5FE-66C2-5619-2278A722B62D}"/>
                </a:ext>
              </a:extLst>
            </p:cNvPr>
            <p:cNvSpPr>
              <a:spLocks noChangeArrowheads="1"/>
            </p:cNvSpPr>
            <p:nvPr/>
          </p:nvSpPr>
          <p:spPr bwMode="auto">
            <a:xfrm>
              <a:off x="2641" y="1492"/>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21" name="AutoShape 30">
              <a:extLst>
                <a:ext uri="{FF2B5EF4-FFF2-40B4-BE49-F238E27FC236}">
                  <a16:creationId xmlns:a16="http://schemas.microsoft.com/office/drawing/2014/main" id="{8094381B-BE8E-C746-717D-16BB8C107750}"/>
                </a:ext>
              </a:extLst>
            </p:cNvPr>
            <p:cNvSpPr>
              <a:spLocks noChangeArrowheads="1"/>
            </p:cNvSpPr>
            <p:nvPr/>
          </p:nvSpPr>
          <p:spPr bwMode="auto">
            <a:xfrm>
              <a:off x="2929" y="1492"/>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22" name="AutoShape 31">
              <a:extLst>
                <a:ext uri="{FF2B5EF4-FFF2-40B4-BE49-F238E27FC236}">
                  <a16:creationId xmlns:a16="http://schemas.microsoft.com/office/drawing/2014/main" id="{CCAC562D-B1C3-0767-7DCE-EE6B3B939359}"/>
                </a:ext>
              </a:extLst>
            </p:cNvPr>
            <p:cNvSpPr>
              <a:spLocks noChangeArrowheads="1"/>
            </p:cNvSpPr>
            <p:nvPr/>
          </p:nvSpPr>
          <p:spPr bwMode="auto">
            <a:xfrm>
              <a:off x="3217" y="1492"/>
              <a:ext cx="616" cy="664"/>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grpSp>
      <p:sp>
        <p:nvSpPr>
          <p:cNvPr id="11285" name="AutoShape 33">
            <a:extLst>
              <a:ext uri="{FF2B5EF4-FFF2-40B4-BE49-F238E27FC236}">
                <a16:creationId xmlns:a16="http://schemas.microsoft.com/office/drawing/2014/main" id="{00C4C85D-F89F-47E6-BC8C-75BD476BE78E}"/>
              </a:ext>
            </a:extLst>
          </p:cNvPr>
          <p:cNvSpPr>
            <a:spLocks noChangeArrowheads="1"/>
          </p:cNvSpPr>
          <p:nvPr/>
        </p:nvSpPr>
        <p:spPr bwMode="auto">
          <a:xfrm>
            <a:off x="3106341" y="25772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86" name="AutoShape 34">
            <a:extLst>
              <a:ext uri="{FF2B5EF4-FFF2-40B4-BE49-F238E27FC236}">
                <a16:creationId xmlns:a16="http://schemas.microsoft.com/office/drawing/2014/main" id="{5DC5C4F4-B2BE-C798-9257-0A6B40DA9947}"/>
              </a:ext>
            </a:extLst>
          </p:cNvPr>
          <p:cNvSpPr>
            <a:spLocks noChangeArrowheads="1"/>
          </p:cNvSpPr>
          <p:nvPr/>
        </p:nvSpPr>
        <p:spPr bwMode="auto">
          <a:xfrm>
            <a:off x="3449241" y="25772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87" name="AutoShape 35">
            <a:extLst>
              <a:ext uri="{FF2B5EF4-FFF2-40B4-BE49-F238E27FC236}">
                <a16:creationId xmlns:a16="http://schemas.microsoft.com/office/drawing/2014/main" id="{BE3768CD-2DC9-5A9A-BBF8-7443AF8F966C}"/>
              </a:ext>
            </a:extLst>
          </p:cNvPr>
          <p:cNvSpPr>
            <a:spLocks noChangeArrowheads="1"/>
          </p:cNvSpPr>
          <p:nvPr/>
        </p:nvSpPr>
        <p:spPr bwMode="auto">
          <a:xfrm>
            <a:off x="3792141" y="25772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88" name="AutoShape 36">
            <a:extLst>
              <a:ext uri="{FF2B5EF4-FFF2-40B4-BE49-F238E27FC236}">
                <a16:creationId xmlns:a16="http://schemas.microsoft.com/office/drawing/2014/main" id="{58AF525A-8E3D-C4F9-9589-F981F5348188}"/>
              </a:ext>
            </a:extLst>
          </p:cNvPr>
          <p:cNvSpPr>
            <a:spLocks noChangeArrowheads="1"/>
          </p:cNvSpPr>
          <p:nvPr/>
        </p:nvSpPr>
        <p:spPr bwMode="auto">
          <a:xfrm>
            <a:off x="4135041" y="25772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89" name="AutoShape 37">
            <a:extLst>
              <a:ext uri="{FF2B5EF4-FFF2-40B4-BE49-F238E27FC236}">
                <a16:creationId xmlns:a16="http://schemas.microsoft.com/office/drawing/2014/main" id="{28D45ED5-0A13-673E-3795-7B0F12C7742D}"/>
              </a:ext>
            </a:extLst>
          </p:cNvPr>
          <p:cNvSpPr>
            <a:spLocks noChangeArrowheads="1"/>
          </p:cNvSpPr>
          <p:nvPr/>
        </p:nvSpPr>
        <p:spPr bwMode="auto">
          <a:xfrm>
            <a:off x="3106341" y="217722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90" name="AutoShape 38">
            <a:extLst>
              <a:ext uri="{FF2B5EF4-FFF2-40B4-BE49-F238E27FC236}">
                <a16:creationId xmlns:a16="http://schemas.microsoft.com/office/drawing/2014/main" id="{3B4F4362-759C-5FBA-1601-BFF8B8C4EA32}"/>
              </a:ext>
            </a:extLst>
          </p:cNvPr>
          <p:cNvSpPr>
            <a:spLocks noChangeArrowheads="1"/>
          </p:cNvSpPr>
          <p:nvPr/>
        </p:nvSpPr>
        <p:spPr bwMode="auto">
          <a:xfrm>
            <a:off x="3449241" y="217722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91" name="AutoShape 39">
            <a:extLst>
              <a:ext uri="{FF2B5EF4-FFF2-40B4-BE49-F238E27FC236}">
                <a16:creationId xmlns:a16="http://schemas.microsoft.com/office/drawing/2014/main" id="{259301A3-4298-E95F-5991-C63B2857A467}"/>
              </a:ext>
            </a:extLst>
          </p:cNvPr>
          <p:cNvSpPr>
            <a:spLocks noChangeArrowheads="1"/>
          </p:cNvSpPr>
          <p:nvPr/>
        </p:nvSpPr>
        <p:spPr bwMode="auto">
          <a:xfrm>
            <a:off x="3792141" y="217722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92" name="AutoShape 40">
            <a:extLst>
              <a:ext uri="{FF2B5EF4-FFF2-40B4-BE49-F238E27FC236}">
                <a16:creationId xmlns:a16="http://schemas.microsoft.com/office/drawing/2014/main" id="{950882C4-EDD4-F11C-AED3-6F3A15A1AC4F}"/>
              </a:ext>
            </a:extLst>
          </p:cNvPr>
          <p:cNvSpPr>
            <a:spLocks noChangeArrowheads="1"/>
          </p:cNvSpPr>
          <p:nvPr/>
        </p:nvSpPr>
        <p:spPr bwMode="auto">
          <a:xfrm>
            <a:off x="4135041" y="217722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93" name="AutoShape 41">
            <a:extLst>
              <a:ext uri="{FF2B5EF4-FFF2-40B4-BE49-F238E27FC236}">
                <a16:creationId xmlns:a16="http://schemas.microsoft.com/office/drawing/2014/main" id="{2028AF51-664E-E55A-CC8A-1C680E757AAF}"/>
              </a:ext>
            </a:extLst>
          </p:cNvPr>
          <p:cNvSpPr>
            <a:spLocks noChangeArrowheads="1"/>
          </p:cNvSpPr>
          <p:nvPr/>
        </p:nvSpPr>
        <p:spPr bwMode="auto">
          <a:xfrm>
            <a:off x="3106341" y="17771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94" name="AutoShape 42">
            <a:extLst>
              <a:ext uri="{FF2B5EF4-FFF2-40B4-BE49-F238E27FC236}">
                <a16:creationId xmlns:a16="http://schemas.microsoft.com/office/drawing/2014/main" id="{B45BADD9-A8DB-F560-24EF-EF0941CF3F73}"/>
              </a:ext>
            </a:extLst>
          </p:cNvPr>
          <p:cNvSpPr>
            <a:spLocks noChangeArrowheads="1"/>
          </p:cNvSpPr>
          <p:nvPr/>
        </p:nvSpPr>
        <p:spPr bwMode="auto">
          <a:xfrm>
            <a:off x="3449241" y="17771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95" name="AutoShape 43">
            <a:extLst>
              <a:ext uri="{FF2B5EF4-FFF2-40B4-BE49-F238E27FC236}">
                <a16:creationId xmlns:a16="http://schemas.microsoft.com/office/drawing/2014/main" id="{BCB333A1-BE18-8A8D-2D0C-B219A5906B2B}"/>
              </a:ext>
            </a:extLst>
          </p:cNvPr>
          <p:cNvSpPr>
            <a:spLocks noChangeArrowheads="1"/>
          </p:cNvSpPr>
          <p:nvPr/>
        </p:nvSpPr>
        <p:spPr bwMode="auto">
          <a:xfrm>
            <a:off x="3792141" y="17771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96" name="AutoShape 44">
            <a:extLst>
              <a:ext uri="{FF2B5EF4-FFF2-40B4-BE49-F238E27FC236}">
                <a16:creationId xmlns:a16="http://schemas.microsoft.com/office/drawing/2014/main" id="{29A93CDF-1BBD-D701-281A-D33A18C3D7F3}"/>
              </a:ext>
            </a:extLst>
          </p:cNvPr>
          <p:cNvSpPr>
            <a:spLocks noChangeArrowheads="1"/>
          </p:cNvSpPr>
          <p:nvPr/>
        </p:nvSpPr>
        <p:spPr bwMode="auto">
          <a:xfrm>
            <a:off x="4135041" y="1777171"/>
            <a:ext cx="733425" cy="790575"/>
          </a:xfrm>
          <a:prstGeom prst="cube">
            <a:avLst>
              <a:gd name="adj" fmla="val 48838"/>
            </a:avLst>
          </a:prstGeom>
          <a:solidFill>
            <a:schemeClr val="bg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297" name="Line 45">
            <a:extLst>
              <a:ext uri="{FF2B5EF4-FFF2-40B4-BE49-F238E27FC236}">
                <a16:creationId xmlns:a16="http://schemas.microsoft.com/office/drawing/2014/main" id="{C14D5ABE-EAED-16EC-285A-26EB7CEBF160}"/>
              </a:ext>
            </a:extLst>
          </p:cNvPr>
          <p:cNvSpPr>
            <a:spLocks noChangeShapeType="1"/>
          </p:cNvSpPr>
          <p:nvPr/>
        </p:nvSpPr>
        <p:spPr bwMode="auto">
          <a:xfrm flipV="1">
            <a:off x="3101579" y="1710496"/>
            <a:ext cx="0" cy="4953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11298" name="Rectangle 46">
            <a:extLst>
              <a:ext uri="{FF2B5EF4-FFF2-40B4-BE49-F238E27FC236}">
                <a16:creationId xmlns:a16="http://schemas.microsoft.com/office/drawing/2014/main" id="{8E2A8B5D-C88A-600E-7561-0785775CB2C1}"/>
              </a:ext>
            </a:extLst>
          </p:cNvPr>
          <p:cNvSpPr>
            <a:spLocks noChangeArrowheads="1"/>
          </p:cNvSpPr>
          <p:nvPr/>
        </p:nvSpPr>
        <p:spPr bwMode="auto">
          <a:xfrm>
            <a:off x="2590800" y="1258059"/>
            <a:ext cx="95779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800" b="1">
                <a:latin typeface="Arial" panose="020B0604020202020204" pitchFamily="34" charset="0"/>
                <a:ea typeface="新細明體" panose="02020500000000000000" pitchFamily="18" charset="-120"/>
              </a:rPr>
              <a:t>Control</a:t>
            </a:r>
          </a:p>
        </p:txBody>
      </p:sp>
      <p:sp>
        <p:nvSpPr>
          <p:cNvPr id="11299" name="Rectangle 47">
            <a:extLst>
              <a:ext uri="{FF2B5EF4-FFF2-40B4-BE49-F238E27FC236}">
                <a16:creationId xmlns:a16="http://schemas.microsoft.com/office/drawing/2014/main" id="{DAB83510-95C7-6923-0A3F-2027862E609C}"/>
              </a:ext>
            </a:extLst>
          </p:cNvPr>
          <p:cNvSpPr>
            <a:spLocks noChangeArrowheads="1"/>
          </p:cNvSpPr>
          <p:nvPr/>
        </p:nvSpPr>
        <p:spPr bwMode="auto">
          <a:xfrm>
            <a:off x="4748213" y="3104718"/>
            <a:ext cx="1045961" cy="228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050">
                <a:latin typeface="Arial" panose="020B0604020202020204" pitchFamily="34" charset="0"/>
                <a:ea typeface="新細明體" panose="02020500000000000000" pitchFamily="18" charset="-120"/>
              </a:rPr>
              <a:t>Fully replicated</a:t>
            </a:r>
          </a:p>
        </p:txBody>
      </p:sp>
      <p:sp>
        <p:nvSpPr>
          <p:cNvPr id="11300" name="Rectangle 48">
            <a:extLst>
              <a:ext uri="{FF2B5EF4-FFF2-40B4-BE49-F238E27FC236}">
                <a16:creationId xmlns:a16="http://schemas.microsoft.com/office/drawing/2014/main" id="{B47447AE-02DF-712B-256B-F667BC68924F}"/>
              </a:ext>
            </a:extLst>
          </p:cNvPr>
          <p:cNvSpPr>
            <a:spLocks noChangeArrowheads="1"/>
          </p:cNvSpPr>
          <p:nvPr/>
        </p:nvSpPr>
        <p:spPr bwMode="auto">
          <a:xfrm>
            <a:off x="5091113" y="2704668"/>
            <a:ext cx="1247939"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050">
                <a:latin typeface="Arial" panose="020B0604020202020204" pitchFamily="34" charset="0"/>
                <a:ea typeface="新細明體" panose="02020500000000000000" pitchFamily="18" charset="-120"/>
              </a:rPr>
              <a:t>Not fully replicated</a:t>
            </a:r>
          </a:p>
          <a:p>
            <a:r>
              <a:rPr lang="en-US" altLang="zh-TW" sz="1050">
                <a:latin typeface="Arial" panose="020B0604020202020204" pitchFamily="34" charset="0"/>
                <a:ea typeface="新細明體" panose="02020500000000000000" pitchFamily="18" charset="-120"/>
              </a:rPr>
              <a:t>master directory</a:t>
            </a:r>
          </a:p>
        </p:txBody>
      </p:sp>
      <p:sp>
        <p:nvSpPr>
          <p:cNvPr id="11301" name="Rectangle 49">
            <a:extLst>
              <a:ext uri="{FF2B5EF4-FFF2-40B4-BE49-F238E27FC236}">
                <a16:creationId xmlns:a16="http://schemas.microsoft.com/office/drawing/2014/main" id="{230A45C4-E3FC-8FF0-D405-349B1BB2F64C}"/>
              </a:ext>
            </a:extLst>
          </p:cNvPr>
          <p:cNvSpPr>
            <a:spLocks noChangeArrowheads="1"/>
          </p:cNvSpPr>
          <p:nvPr/>
        </p:nvSpPr>
        <p:spPr bwMode="auto">
          <a:xfrm>
            <a:off x="5548313" y="2301045"/>
            <a:ext cx="970619"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050">
                <a:latin typeface="Arial" panose="020B0604020202020204" pitchFamily="34" charset="0"/>
                <a:ea typeface="新細明體" panose="02020500000000000000" pitchFamily="18" charset="-120"/>
              </a:rPr>
              <a:t>Local data,</a:t>
            </a:r>
          </a:p>
          <a:p>
            <a:r>
              <a:rPr lang="en-US" altLang="zh-TW" sz="1050">
                <a:latin typeface="Arial" panose="020B0604020202020204" pitchFamily="34" charset="0"/>
                <a:ea typeface="新細明體" panose="02020500000000000000" pitchFamily="18" charset="-120"/>
              </a:rPr>
              <a:t>local directory</a:t>
            </a:r>
          </a:p>
        </p:txBody>
      </p:sp>
      <p:sp>
        <p:nvSpPr>
          <p:cNvPr id="11302" name="Rectangle 50">
            <a:extLst>
              <a:ext uri="{FF2B5EF4-FFF2-40B4-BE49-F238E27FC236}">
                <a16:creationId xmlns:a16="http://schemas.microsoft.com/office/drawing/2014/main" id="{37891E32-5A34-81AD-823A-057EE346CEB7}"/>
              </a:ext>
            </a:extLst>
          </p:cNvPr>
          <p:cNvSpPr>
            <a:spLocks noChangeArrowheads="1"/>
          </p:cNvSpPr>
          <p:nvPr/>
        </p:nvSpPr>
        <p:spPr bwMode="auto">
          <a:xfrm>
            <a:off x="2157413" y="3047568"/>
            <a:ext cx="909705" cy="228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050">
                <a:latin typeface="Arial" panose="020B0604020202020204" pitchFamily="34" charset="0"/>
                <a:ea typeface="新細明體" panose="02020500000000000000" pitchFamily="18" charset="-120"/>
              </a:rPr>
              <a:t>Master-slave</a:t>
            </a:r>
          </a:p>
        </p:txBody>
      </p:sp>
      <p:sp>
        <p:nvSpPr>
          <p:cNvPr id="11303" name="Rectangle 51">
            <a:extLst>
              <a:ext uri="{FF2B5EF4-FFF2-40B4-BE49-F238E27FC236}">
                <a16:creationId xmlns:a16="http://schemas.microsoft.com/office/drawing/2014/main" id="{5430395A-1E1A-9352-3BDF-736918813465}"/>
              </a:ext>
            </a:extLst>
          </p:cNvPr>
          <p:cNvSpPr>
            <a:spLocks noChangeArrowheads="1"/>
          </p:cNvSpPr>
          <p:nvPr/>
        </p:nvSpPr>
        <p:spPr bwMode="auto">
          <a:xfrm>
            <a:off x="1333500" y="2515358"/>
            <a:ext cx="1768079"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a:r>
              <a:rPr lang="en-US" altLang="zh-TW" sz="1050">
                <a:latin typeface="Arial" panose="020B0604020202020204" pitchFamily="34" charset="0"/>
                <a:ea typeface="新細明體" panose="02020500000000000000" pitchFamily="18" charset="-120"/>
              </a:rPr>
              <a:t>Autonomous </a:t>
            </a:r>
          </a:p>
          <a:p>
            <a:pPr algn="r"/>
            <a:r>
              <a:rPr lang="en-US" altLang="zh-TW" sz="1050">
                <a:latin typeface="Arial" panose="020B0604020202020204" pitchFamily="34" charset="0"/>
                <a:ea typeface="新細明體" panose="02020500000000000000" pitchFamily="18" charset="-120"/>
              </a:rPr>
              <a:t>transaction based</a:t>
            </a:r>
          </a:p>
        </p:txBody>
      </p:sp>
      <p:sp>
        <p:nvSpPr>
          <p:cNvPr id="11304" name="Rectangle 52">
            <a:extLst>
              <a:ext uri="{FF2B5EF4-FFF2-40B4-BE49-F238E27FC236}">
                <a16:creationId xmlns:a16="http://schemas.microsoft.com/office/drawing/2014/main" id="{37A49512-21C4-D7E9-E730-01F3DE4AC0B0}"/>
              </a:ext>
            </a:extLst>
          </p:cNvPr>
          <p:cNvSpPr>
            <a:spLocks noChangeArrowheads="1"/>
          </p:cNvSpPr>
          <p:nvPr/>
        </p:nvSpPr>
        <p:spPr bwMode="auto">
          <a:xfrm>
            <a:off x="1988292" y="2067683"/>
            <a:ext cx="1113287"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a:r>
              <a:rPr lang="en-US" altLang="zh-TW" sz="1050">
                <a:latin typeface="Arial" panose="020B0604020202020204" pitchFamily="34" charset="0"/>
                <a:ea typeface="新細明體" panose="02020500000000000000" pitchFamily="18" charset="-120"/>
              </a:rPr>
              <a:t>Autonomous</a:t>
            </a:r>
          </a:p>
          <a:p>
            <a:pPr algn="r"/>
            <a:r>
              <a:rPr lang="en-US" altLang="zh-TW" sz="1050">
                <a:latin typeface="Arial" panose="020B0604020202020204" pitchFamily="34" charset="0"/>
                <a:ea typeface="新細明體" panose="02020500000000000000" pitchFamily="18" charset="-120"/>
              </a:rPr>
              <a:t>fully cooperative</a:t>
            </a:r>
          </a:p>
        </p:txBody>
      </p:sp>
      <p:sp>
        <p:nvSpPr>
          <p:cNvPr id="11305" name="Rectangle 53">
            <a:extLst>
              <a:ext uri="{FF2B5EF4-FFF2-40B4-BE49-F238E27FC236}">
                <a16:creationId xmlns:a16="http://schemas.microsoft.com/office/drawing/2014/main" id="{59AE20CA-5948-AC1A-296B-62F4CB4AD4B5}"/>
              </a:ext>
            </a:extLst>
          </p:cNvPr>
          <p:cNvSpPr>
            <a:spLocks noChangeArrowheads="1"/>
          </p:cNvSpPr>
          <p:nvPr/>
        </p:nvSpPr>
        <p:spPr bwMode="auto">
          <a:xfrm>
            <a:off x="1924050" y="1096566"/>
            <a:ext cx="5295900" cy="38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1306" name="Rectangle 54">
            <a:extLst>
              <a:ext uri="{FF2B5EF4-FFF2-40B4-BE49-F238E27FC236}">
                <a16:creationId xmlns:a16="http://schemas.microsoft.com/office/drawing/2014/main" id="{C3700701-6363-B490-F7AB-39DE1ABB1C48}"/>
              </a:ext>
            </a:extLst>
          </p:cNvPr>
          <p:cNvSpPr>
            <a:spLocks noChangeArrowheads="1"/>
          </p:cNvSpPr>
          <p:nvPr/>
        </p:nvSpPr>
        <p:spPr bwMode="auto">
          <a:xfrm>
            <a:off x="2752725" y="3390468"/>
            <a:ext cx="646812" cy="55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050">
                <a:latin typeface="Arial" panose="020B0604020202020204" pitchFamily="34" charset="0"/>
                <a:ea typeface="新細明體" panose="02020500000000000000" pitchFamily="18" charset="-120"/>
              </a:rPr>
              <a:t>Homog. </a:t>
            </a:r>
          </a:p>
          <a:p>
            <a:r>
              <a:rPr lang="en-US" altLang="zh-TW" sz="1050">
                <a:latin typeface="Arial" panose="020B0604020202020204" pitchFamily="34" charset="0"/>
                <a:ea typeface="新細明體" panose="02020500000000000000" pitchFamily="18" charset="-120"/>
              </a:rPr>
              <a:t>special</a:t>
            </a:r>
          </a:p>
          <a:p>
            <a:r>
              <a:rPr lang="en-US" altLang="zh-TW" sz="1050">
                <a:latin typeface="Arial" panose="020B0604020202020204" pitchFamily="34" charset="0"/>
                <a:ea typeface="新細明體" panose="02020500000000000000" pitchFamily="18" charset="-120"/>
              </a:rPr>
              <a:t>purpose</a:t>
            </a:r>
          </a:p>
        </p:txBody>
      </p:sp>
      <p:sp>
        <p:nvSpPr>
          <p:cNvPr id="11307" name="Rectangle 55">
            <a:extLst>
              <a:ext uri="{FF2B5EF4-FFF2-40B4-BE49-F238E27FC236}">
                <a16:creationId xmlns:a16="http://schemas.microsoft.com/office/drawing/2014/main" id="{067DF5CA-C90D-C00F-7492-62C9012F2D2F}"/>
              </a:ext>
            </a:extLst>
          </p:cNvPr>
          <p:cNvSpPr>
            <a:spLocks noChangeArrowheads="1"/>
          </p:cNvSpPr>
          <p:nvPr/>
        </p:nvSpPr>
        <p:spPr bwMode="auto">
          <a:xfrm>
            <a:off x="3210680" y="3818150"/>
            <a:ext cx="654828" cy="55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050" dirty="0" err="1">
                <a:latin typeface="Arial" panose="020B0604020202020204" pitchFamily="34" charset="0"/>
                <a:ea typeface="新細明體" panose="02020500000000000000" pitchFamily="18" charset="-120"/>
              </a:rPr>
              <a:t>Heterog</a:t>
            </a:r>
            <a:r>
              <a:rPr lang="en-US" altLang="zh-TW" sz="1050" dirty="0">
                <a:latin typeface="Arial" panose="020B0604020202020204" pitchFamily="34" charset="0"/>
                <a:ea typeface="新細明體" panose="02020500000000000000" pitchFamily="18" charset="-120"/>
              </a:rPr>
              <a:t>.</a:t>
            </a:r>
          </a:p>
          <a:p>
            <a:r>
              <a:rPr lang="en-US" altLang="zh-TW" sz="1050" dirty="0">
                <a:latin typeface="Arial" panose="020B0604020202020204" pitchFamily="34" charset="0"/>
                <a:ea typeface="新細明體" panose="02020500000000000000" pitchFamily="18" charset="-120"/>
              </a:rPr>
              <a:t>special</a:t>
            </a:r>
          </a:p>
          <a:p>
            <a:r>
              <a:rPr lang="en-US" altLang="zh-TW" sz="1050" dirty="0">
                <a:latin typeface="Arial" panose="020B0604020202020204" pitchFamily="34" charset="0"/>
                <a:ea typeface="新細明體" panose="02020500000000000000" pitchFamily="18" charset="-120"/>
              </a:rPr>
              <a:t>purpose</a:t>
            </a:r>
          </a:p>
        </p:txBody>
      </p:sp>
      <p:sp>
        <p:nvSpPr>
          <p:cNvPr id="11308" name="Rectangle 56">
            <a:extLst>
              <a:ext uri="{FF2B5EF4-FFF2-40B4-BE49-F238E27FC236}">
                <a16:creationId xmlns:a16="http://schemas.microsoft.com/office/drawing/2014/main" id="{82677FF9-DC65-0C95-CB58-A5AE5F6ABA6B}"/>
              </a:ext>
            </a:extLst>
          </p:cNvPr>
          <p:cNvSpPr>
            <a:spLocks noChangeArrowheads="1"/>
          </p:cNvSpPr>
          <p:nvPr/>
        </p:nvSpPr>
        <p:spPr bwMode="auto">
          <a:xfrm>
            <a:off x="3676650" y="3389277"/>
            <a:ext cx="625974" cy="55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050">
                <a:latin typeface="Arial" panose="020B0604020202020204" pitchFamily="34" charset="0"/>
                <a:ea typeface="新細明體" panose="02020500000000000000" pitchFamily="18" charset="-120"/>
              </a:rPr>
              <a:t>Homog.</a:t>
            </a:r>
          </a:p>
          <a:p>
            <a:r>
              <a:rPr lang="en-US" altLang="zh-TW" sz="1050">
                <a:latin typeface="Arial" panose="020B0604020202020204" pitchFamily="34" charset="0"/>
                <a:ea typeface="新細明體" panose="02020500000000000000" pitchFamily="18" charset="-120"/>
              </a:rPr>
              <a:t>general</a:t>
            </a:r>
          </a:p>
          <a:p>
            <a:r>
              <a:rPr lang="en-US" altLang="zh-TW" sz="1050">
                <a:latin typeface="Arial" panose="020B0604020202020204" pitchFamily="34" charset="0"/>
                <a:ea typeface="新細明體" panose="02020500000000000000" pitchFamily="18" charset="-120"/>
              </a:rPr>
              <a:t>purpose</a:t>
            </a:r>
          </a:p>
        </p:txBody>
      </p:sp>
      <p:sp>
        <p:nvSpPr>
          <p:cNvPr id="11309" name="Rectangle 57">
            <a:extLst>
              <a:ext uri="{FF2B5EF4-FFF2-40B4-BE49-F238E27FC236}">
                <a16:creationId xmlns:a16="http://schemas.microsoft.com/office/drawing/2014/main" id="{395A9CC6-FD03-033D-8079-E8B639CB53BD}"/>
              </a:ext>
            </a:extLst>
          </p:cNvPr>
          <p:cNvSpPr>
            <a:spLocks noChangeArrowheads="1"/>
          </p:cNvSpPr>
          <p:nvPr/>
        </p:nvSpPr>
        <p:spPr bwMode="auto">
          <a:xfrm>
            <a:off x="4293424" y="3836878"/>
            <a:ext cx="654828" cy="55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050" dirty="0" err="1">
                <a:latin typeface="Arial" panose="020B0604020202020204" pitchFamily="34" charset="0"/>
                <a:ea typeface="新細明體" panose="02020500000000000000" pitchFamily="18" charset="-120"/>
              </a:rPr>
              <a:t>Heterog</a:t>
            </a:r>
            <a:r>
              <a:rPr lang="en-US" altLang="zh-TW" sz="1050" dirty="0">
                <a:latin typeface="Arial" panose="020B0604020202020204" pitchFamily="34" charset="0"/>
                <a:ea typeface="新細明體" panose="02020500000000000000" pitchFamily="18" charset="-120"/>
              </a:rPr>
              <a:t>.</a:t>
            </a:r>
          </a:p>
          <a:p>
            <a:r>
              <a:rPr lang="en-US" altLang="zh-TW" sz="1050" dirty="0">
                <a:latin typeface="Arial" panose="020B0604020202020204" pitchFamily="34" charset="0"/>
                <a:ea typeface="新細明體" panose="02020500000000000000" pitchFamily="18" charset="-120"/>
              </a:rPr>
              <a:t>general</a:t>
            </a:r>
          </a:p>
          <a:p>
            <a:r>
              <a:rPr lang="en-US" altLang="zh-TW" sz="1050" dirty="0">
                <a:latin typeface="Arial" panose="020B0604020202020204" pitchFamily="34" charset="0"/>
                <a:ea typeface="新細明體" panose="02020500000000000000" pitchFamily="18" charset="-120"/>
              </a:rPr>
              <a:t>purpose</a:t>
            </a:r>
          </a:p>
        </p:txBody>
      </p:sp>
      <p:sp>
        <p:nvSpPr>
          <p:cNvPr id="11310" name="Slide Number Placeholder 57">
            <a:extLst>
              <a:ext uri="{FF2B5EF4-FFF2-40B4-BE49-F238E27FC236}">
                <a16:creationId xmlns:a16="http://schemas.microsoft.com/office/drawing/2014/main" id="{38ECA5A1-CE1C-FCC8-D9AE-F2729B515184}"/>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3</a:t>
            </a:fld>
            <a:endParaRPr lang="en-US" altLang="en-US" sz="1050">
              <a:solidFill>
                <a:srgbClr val="FFFFFF"/>
              </a:solidFill>
            </a:endParaRPr>
          </a:p>
        </p:txBody>
      </p:sp>
      <p:sp>
        <p:nvSpPr>
          <p:cNvPr id="2" name="object 2">
            <a:extLst>
              <a:ext uri="{FF2B5EF4-FFF2-40B4-BE49-F238E27FC236}">
                <a16:creationId xmlns:a16="http://schemas.microsoft.com/office/drawing/2014/main" id="{8D5490D6-3525-68DF-F097-A3C272EDAD5A}"/>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1. Distributed System Types</a:t>
            </a:r>
            <a:endParaRPr lang="en-US" sz="2800" kern="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3D1C8A6-F5BA-134B-E5AC-1608D33116C5}"/>
              </a:ext>
            </a:extLst>
          </p:cNvPr>
          <p:cNvSpPr>
            <a:spLocks noGrp="1" noChangeArrowheads="1"/>
          </p:cNvSpPr>
          <p:nvPr>
            <p:ph type="title"/>
          </p:nvPr>
        </p:nvSpPr>
        <p:spPr>
          <a:xfrm>
            <a:off x="1143000" y="285750"/>
            <a:ext cx="6800850" cy="1477328"/>
          </a:xfrm>
        </p:spPr>
        <p:txBody>
          <a:bodyPr/>
          <a:lstStyle/>
          <a:p>
            <a:pPr>
              <a:defRPr/>
            </a:pPr>
            <a:r>
              <a:rPr lang="en-US" altLang="zh-TW">
                <a:ea typeface="+mj-ea"/>
                <a:cs typeface="+mj-cs"/>
              </a:rPr>
              <a:t>1. What is a Distributed System?</a:t>
            </a:r>
          </a:p>
        </p:txBody>
      </p:sp>
      <p:sp>
        <p:nvSpPr>
          <p:cNvPr id="13315" name="Rectangle 3">
            <a:extLst>
              <a:ext uri="{FF2B5EF4-FFF2-40B4-BE49-F238E27FC236}">
                <a16:creationId xmlns:a16="http://schemas.microsoft.com/office/drawing/2014/main" id="{C66AF4B3-BF80-7EFD-F599-2E79885BFB82}"/>
              </a:ext>
            </a:extLst>
          </p:cNvPr>
          <p:cNvSpPr>
            <a:spLocks noGrp="1"/>
          </p:cNvSpPr>
          <p:nvPr>
            <p:ph sz="quarter" idx="1"/>
          </p:nvPr>
        </p:nvSpPr>
        <p:spPr>
          <a:xfrm>
            <a:off x="457201" y="771525"/>
            <a:ext cx="8534400" cy="3323987"/>
          </a:xfrm>
        </p:spPr>
        <p:txBody>
          <a:bodyPr/>
          <a:lstStyle/>
          <a:p>
            <a:r>
              <a:rPr lang="en-US" altLang="zh-TW" sz="2400" u="sng" dirty="0">
                <a:latin typeface="Trebuchet MS" panose="020B0603020202020204" pitchFamily="34" charset="0"/>
                <a:ea typeface="新細明體" panose="02020500000000000000" pitchFamily="18" charset="-120"/>
              </a:rPr>
              <a:t>Definition</a:t>
            </a:r>
            <a:r>
              <a:rPr lang="en-US" altLang="zh-TW" sz="2400" dirty="0">
                <a:latin typeface="Trebuchet MS" panose="020B0603020202020204" pitchFamily="34" charset="0"/>
                <a:ea typeface="新細明體" panose="02020500000000000000" pitchFamily="18" charset="-120"/>
              </a:rPr>
              <a:t>: A </a:t>
            </a:r>
            <a:r>
              <a:rPr lang="en-US" altLang="zh-TW" sz="2400" i="1" dirty="0">
                <a:latin typeface="Trebuchet MS" panose="020B0603020202020204" pitchFamily="34" charset="0"/>
                <a:ea typeface="新細明體" panose="02020500000000000000" pitchFamily="18" charset="-120"/>
              </a:rPr>
              <a:t>distributed system</a:t>
            </a:r>
            <a:r>
              <a:rPr lang="en-US" altLang="zh-TW" sz="2400" dirty="0">
                <a:latin typeface="Trebuchet MS" panose="020B0603020202020204" pitchFamily="34" charset="0"/>
                <a:ea typeface="新細明體" panose="02020500000000000000" pitchFamily="18" charset="-120"/>
              </a:rPr>
              <a:t>  is one in which </a:t>
            </a:r>
            <a:r>
              <a:rPr lang="en-US" altLang="zh-TW" sz="2400" b="1" dirty="0">
                <a:latin typeface="Trebuchet MS" panose="020B0603020202020204" pitchFamily="34" charset="0"/>
                <a:ea typeface="新細明體" panose="02020500000000000000" pitchFamily="18" charset="-120"/>
              </a:rPr>
              <a:t>components</a:t>
            </a:r>
            <a:r>
              <a:rPr lang="en-US" altLang="zh-TW" sz="2400" dirty="0">
                <a:latin typeface="Trebuchet MS" panose="020B0603020202020204" pitchFamily="34" charset="0"/>
                <a:ea typeface="新細明體" panose="02020500000000000000" pitchFamily="18" charset="-120"/>
              </a:rPr>
              <a:t> located at networked computers communicate and </a:t>
            </a:r>
            <a:r>
              <a:rPr lang="en-US" altLang="zh-TW" sz="2400" b="1" dirty="0">
                <a:latin typeface="Trebuchet MS" panose="020B0603020202020204" pitchFamily="34" charset="0"/>
                <a:ea typeface="新細明體" panose="02020500000000000000" pitchFamily="18" charset="-120"/>
              </a:rPr>
              <a:t>coordinate</a:t>
            </a:r>
            <a:r>
              <a:rPr lang="en-US" altLang="zh-TW" sz="2400" dirty="0">
                <a:latin typeface="Trebuchet MS" panose="020B0603020202020204" pitchFamily="34" charset="0"/>
                <a:ea typeface="新細明體" panose="02020500000000000000" pitchFamily="18" charset="-120"/>
              </a:rPr>
              <a:t> their actions only by passing </a:t>
            </a:r>
            <a:r>
              <a:rPr lang="en-US" altLang="zh-TW" sz="2400" b="1" dirty="0">
                <a:latin typeface="Trebuchet MS" panose="020B0603020202020204" pitchFamily="34" charset="0"/>
                <a:ea typeface="新細明體" panose="02020500000000000000" pitchFamily="18" charset="-120"/>
              </a:rPr>
              <a:t>messages</a:t>
            </a:r>
            <a:r>
              <a:rPr lang="en-US" altLang="zh-TW" sz="2400" dirty="0">
                <a:latin typeface="Trebuchet MS" panose="020B0603020202020204" pitchFamily="34" charset="0"/>
                <a:ea typeface="新細明體" panose="02020500000000000000" pitchFamily="18" charset="-120"/>
              </a:rPr>
              <a:t>.  </a:t>
            </a:r>
          </a:p>
          <a:p>
            <a:endParaRPr lang="en-US" altLang="zh-TW" sz="2400" dirty="0">
              <a:latin typeface="Trebuchet MS" panose="020B0603020202020204" pitchFamily="34" charset="0"/>
              <a:ea typeface="新細明體" panose="02020500000000000000" pitchFamily="18" charset="-120"/>
            </a:endParaRPr>
          </a:p>
          <a:p>
            <a:r>
              <a:rPr lang="en-US" altLang="zh-TW" sz="2400" dirty="0">
                <a:latin typeface="Trebuchet MS" panose="020B0603020202020204" pitchFamily="34" charset="0"/>
                <a:ea typeface="新細明體" panose="02020500000000000000" pitchFamily="18" charset="-120"/>
              </a:rPr>
              <a:t>This definition leads to the following characteristics of distributed systems:</a:t>
            </a:r>
          </a:p>
          <a:p>
            <a:pPr marL="457200" indent="-457200">
              <a:buFont typeface="+mj-lt"/>
              <a:buAutoNum type="arabicPeriod"/>
            </a:pPr>
            <a:r>
              <a:rPr lang="en-US" altLang="zh-TW" sz="2400" dirty="0">
                <a:latin typeface="Trebuchet MS" panose="020B0603020202020204" pitchFamily="34" charset="0"/>
                <a:ea typeface="新細明體" panose="02020500000000000000" pitchFamily="18" charset="-120"/>
              </a:rPr>
              <a:t> Concurrency of components</a:t>
            </a:r>
          </a:p>
          <a:p>
            <a:pPr marL="457200" indent="-457200">
              <a:buFont typeface="+mj-lt"/>
              <a:buAutoNum type="arabicPeriod"/>
            </a:pPr>
            <a:r>
              <a:rPr lang="en-US" altLang="zh-TW" sz="2400" dirty="0">
                <a:latin typeface="Trebuchet MS" panose="020B0603020202020204" pitchFamily="34" charset="0"/>
                <a:ea typeface="新細明體" panose="02020500000000000000" pitchFamily="18" charset="-120"/>
              </a:rPr>
              <a:t> Lack of a global ‘clock’</a:t>
            </a:r>
          </a:p>
          <a:p>
            <a:pPr marL="457200" indent="-457200">
              <a:buFont typeface="+mj-lt"/>
              <a:buAutoNum type="arabicPeriod"/>
            </a:pPr>
            <a:r>
              <a:rPr lang="en-US" altLang="zh-TW" sz="2400" dirty="0">
                <a:latin typeface="Trebuchet MS" panose="020B0603020202020204" pitchFamily="34" charset="0"/>
                <a:ea typeface="新細明體" panose="02020500000000000000" pitchFamily="18" charset="-120"/>
              </a:rPr>
              <a:t> Independent failures of components</a:t>
            </a:r>
          </a:p>
        </p:txBody>
      </p:sp>
      <p:sp>
        <p:nvSpPr>
          <p:cNvPr id="13316" name="Slide Number Placeholder 3">
            <a:extLst>
              <a:ext uri="{FF2B5EF4-FFF2-40B4-BE49-F238E27FC236}">
                <a16:creationId xmlns:a16="http://schemas.microsoft.com/office/drawing/2014/main" id="{FB59CCD7-7304-02FF-B324-3799882C1B96}"/>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4</a:t>
            </a:fld>
            <a:endParaRPr lang="en-US" altLang="en-US" sz="1050">
              <a:solidFill>
                <a:srgbClr val="FFFFFF"/>
              </a:solidFill>
            </a:endParaRPr>
          </a:p>
        </p:txBody>
      </p:sp>
      <p:sp>
        <p:nvSpPr>
          <p:cNvPr id="2" name="object 2">
            <a:extLst>
              <a:ext uri="{FF2B5EF4-FFF2-40B4-BE49-F238E27FC236}">
                <a16:creationId xmlns:a16="http://schemas.microsoft.com/office/drawing/2014/main" id="{36F74D92-5B91-30A9-CB07-2C17B2D71F60}"/>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1. What is a Distributed System?</a:t>
            </a:r>
            <a:endParaRPr lang="en-US" sz="2800" kern="0"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3F4F2B75-7094-D328-19F3-2B51939F9596}"/>
              </a:ext>
            </a:extLst>
          </p:cNvPr>
          <p:cNvSpPr txBox="1">
            <a:spLocks noGrp="1"/>
          </p:cNvSpPr>
          <p:nvPr>
            <p:ph type="title"/>
          </p:nvPr>
        </p:nvSpPr>
        <p:spPr>
          <a:xfrm>
            <a:off x="1288257" y="169069"/>
            <a:ext cx="3307556" cy="2238862"/>
          </a:xfrm>
        </p:spPr>
        <p:txBody>
          <a:bodyPr wrap="square" lIns="0" tIns="22650" rIns="0" bIns="0" rtlCol="0">
            <a:spAutoFit/>
          </a:bodyPr>
          <a:lstStyle/>
          <a:p>
            <a:pPr marL="18876">
              <a:spcBef>
                <a:spcPts val="179"/>
              </a:spcBef>
              <a:defRPr/>
            </a:pPr>
            <a:r>
              <a:rPr spc="104" dirty="0"/>
              <a:t>A</a:t>
            </a:r>
            <a:r>
              <a:rPr spc="38" dirty="0"/>
              <a:t> </a:t>
            </a:r>
            <a:r>
              <a:rPr spc="-170" dirty="0"/>
              <a:t>distributed</a:t>
            </a:r>
            <a:r>
              <a:rPr spc="44" dirty="0"/>
              <a:t> </a:t>
            </a:r>
            <a:r>
              <a:rPr spc="-170" dirty="0"/>
              <a:t>system</a:t>
            </a:r>
            <a:r>
              <a:rPr spc="38" dirty="0"/>
              <a:t> </a:t>
            </a:r>
            <a:r>
              <a:rPr spc="-179" dirty="0"/>
              <a:t>is.</a:t>
            </a:r>
            <a:r>
              <a:rPr spc="-365" dirty="0"/>
              <a:t> </a:t>
            </a:r>
            <a:r>
              <a:rPr spc="-260" dirty="0"/>
              <a:t>.</a:t>
            </a:r>
            <a:r>
              <a:rPr spc="-365" dirty="0"/>
              <a:t> </a:t>
            </a:r>
            <a:r>
              <a:rPr spc="-260" dirty="0"/>
              <a:t>.</a:t>
            </a:r>
          </a:p>
        </p:txBody>
      </p:sp>
      <p:sp>
        <p:nvSpPr>
          <p:cNvPr id="3" name="object 3">
            <a:extLst>
              <a:ext uri="{FF2B5EF4-FFF2-40B4-BE49-F238E27FC236}">
                <a16:creationId xmlns:a16="http://schemas.microsoft.com/office/drawing/2014/main" id="{67052397-97A0-2FE4-C023-C81AC98B0F18}"/>
              </a:ext>
            </a:extLst>
          </p:cNvPr>
          <p:cNvSpPr txBox="1"/>
          <p:nvPr/>
        </p:nvSpPr>
        <p:spPr>
          <a:xfrm>
            <a:off x="685800" y="1014837"/>
            <a:ext cx="8305800" cy="3547278"/>
          </a:xfrm>
          <a:prstGeom prst="rect">
            <a:avLst/>
          </a:prstGeom>
        </p:spPr>
        <p:txBody>
          <a:bodyPr wrap="square" lIns="0" tIns="17932" rIns="0" bIns="0">
            <a:spAutoFit/>
          </a:bodyPr>
          <a:lstStyle>
            <a:lvl1pPr marL="455613" indent="-381000">
              <a:tabLst>
                <a:tab pos="457200" algn="l"/>
              </a:tabLst>
              <a:defRPr sz="2400">
                <a:solidFill>
                  <a:schemeClr val="tx1"/>
                </a:solidFill>
                <a:latin typeface="Times New Roman" panose="02020603050405020304" pitchFamily="18" charset="0"/>
                <a:ea typeface="MS PGothic" panose="020B0600070205080204" pitchFamily="34" charset="-128"/>
              </a:defRPr>
            </a:lvl1pPr>
            <a:lvl2pPr marL="742950" indent="-285750">
              <a:tabLst>
                <a:tab pos="457200" algn="l"/>
              </a:tabLst>
              <a:defRPr sz="2400">
                <a:solidFill>
                  <a:schemeClr val="tx1"/>
                </a:solidFill>
                <a:latin typeface="Times New Roman" panose="02020603050405020304" pitchFamily="18" charset="0"/>
                <a:ea typeface="MS PGothic" panose="020B0600070205080204" pitchFamily="34" charset="-128"/>
              </a:defRPr>
            </a:lvl2pPr>
            <a:lvl3pPr marL="1143000" indent="-228600">
              <a:tabLst>
                <a:tab pos="457200" algn="l"/>
              </a:tabLst>
              <a:defRPr sz="2400">
                <a:solidFill>
                  <a:schemeClr val="tx1"/>
                </a:solidFill>
                <a:latin typeface="Times New Roman" panose="02020603050405020304" pitchFamily="18" charset="0"/>
                <a:ea typeface="MS PGothic" panose="020B0600070205080204" pitchFamily="34" charset="-128"/>
              </a:defRPr>
            </a:lvl3pPr>
            <a:lvl4pPr marL="1600200" indent="-228600">
              <a:tabLst>
                <a:tab pos="457200" algn="l"/>
              </a:tabLst>
              <a:defRPr sz="2400">
                <a:solidFill>
                  <a:schemeClr val="tx1"/>
                </a:solidFill>
                <a:latin typeface="Times New Roman" panose="02020603050405020304" pitchFamily="18" charset="0"/>
                <a:ea typeface="MS PGothic" panose="020B0600070205080204" pitchFamily="34" charset="-128"/>
              </a:defRPr>
            </a:lvl4pPr>
            <a:lvl5pPr marL="2057400" indent="-228600">
              <a:tabLst>
                <a:tab pos="457200" algn="l"/>
              </a:tabLst>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ea typeface="MS PGothic" panose="020B0600070205080204" pitchFamily="34" charset="-128"/>
              </a:defRPr>
            </a:lvl9pPr>
          </a:lstStyle>
          <a:p>
            <a:pPr>
              <a:spcBef>
                <a:spcPts val="141"/>
              </a:spcBef>
              <a:buClr>
                <a:srgbClr val="3333B2"/>
              </a:buClr>
              <a:buFont typeface="Lucida Sans Unicode" panose="020B0602030504020204" pitchFamily="34" charset="0"/>
              <a:buChar char="►"/>
            </a:pPr>
            <a:r>
              <a:rPr lang="en-US" altLang="en-US" i="1" dirty="0">
                <a:latin typeface="Trebuchet MS" panose="020B0603020202020204" pitchFamily="34" charset="0"/>
                <a:cs typeface="Arial" panose="020B0604020202020204" pitchFamily="34" charset="0"/>
              </a:rPr>
              <a:t>“. . . a system in which the failure of a computer you  didn’t even know existed can render your own computer  unusable.” </a:t>
            </a:r>
            <a:r>
              <a:rPr lang="en-US" altLang="en-US" dirty="0">
                <a:latin typeface="Trebuchet MS" panose="020B0603020202020204" pitchFamily="34" charset="0"/>
                <a:cs typeface="Tahoma" panose="020B0604030504040204" pitchFamily="34" charset="0"/>
              </a:rPr>
              <a:t>— Leslie Lamport</a:t>
            </a:r>
          </a:p>
          <a:p>
            <a:pPr>
              <a:spcBef>
                <a:spcPts val="56"/>
              </a:spcBef>
              <a:buClr>
                <a:srgbClr val="3333B2"/>
              </a:buClr>
              <a:buFont typeface="Lucida Sans Unicode" panose="020B0602030504020204" pitchFamily="34" charset="0"/>
              <a:buChar char="►"/>
            </a:pPr>
            <a:endParaRPr lang="en-US" altLang="en-US" dirty="0">
              <a:latin typeface="Trebuchet MS" panose="020B0603020202020204" pitchFamily="34" charset="0"/>
              <a:cs typeface="Tahoma" panose="020B0604030504040204" pitchFamily="34" charset="0"/>
            </a:endParaRPr>
          </a:p>
          <a:p>
            <a:pPr>
              <a:buClr>
                <a:srgbClr val="3333B2"/>
              </a:buClr>
              <a:buFont typeface="Lucida Sans Unicode" panose="020B0602030504020204" pitchFamily="34" charset="0"/>
              <a:buChar char="►"/>
            </a:pPr>
            <a:r>
              <a:rPr lang="en-US" altLang="en-US" dirty="0">
                <a:latin typeface="Trebuchet MS" panose="020B0603020202020204" pitchFamily="34" charset="0"/>
                <a:cs typeface="Tahoma" panose="020B0604030504040204" pitchFamily="34" charset="0"/>
              </a:rPr>
              <a:t>. . . multiple computers communicating via a network. . .</a:t>
            </a:r>
          </a:p>
          <a:p>
            <a:pPr>
              <a:spcBef>
                <a:spcPts val="450"/>
              </a:spcBef>
              <a:buClr>
                <a:srgbClr val="3333B2"/>
              </a:buClr>
              <a:buFont typeface="Lucida Sans Unicode" panose="020B0602030504020204" pitchFamily="34" charset="0"/>
              <a:buChar char="►"/>
            </a:pPr>
            <a:r>
              <a:rPr lang="en-US" altLang="en-US" dirty="0">
                <a:latin typeface="Trebuchet MS" panose="020B0603020202020204" pitchFamily="34" charset="0"/>
                <a:cs typeface="Tahoma" panose="020B0604030504040204" pitchFamily="34" charset="0"/>
              </a:rPr>
              <a:t>. . . trying to achieve some task together</a:t>
            </a:r>
          </a:p>
          <a:p>
            <a:pPr marL="74613" indent="0">
              <a:spcBef>
                <a:spcPts val="450"/>
              </a:spcBef>
              <a:buClr>
                <a:srgbClr val="3333B2"/>
              </a:buClr>
            </a:pPr>
            <a:endParaRPr lang="en-US" altLang="en-US" dirty="0">
              <a:latin typeface="Trebuchet MS" panose="020B0603020202020204" pitchFamily="34" charset="0"/>
              <a:cs typeface="Tahoma" panose="020B0604030504040204" pitchFamily="34" charset="0"/>
            </a:endParaRPr>
          </a:p>
          <a:p>
            <a:pPr>
              <a:spcBef>
                <a:spcPts val="450"/>
              </a:spcBef>
              <a:buClr>
                <a:srgbClr val="3333B2"/>
              </a:buClr>
              <a:buFont typeface="Lucida Sans Unicode" panose="020B0602030504020204" pitchFamily="34" charset="0"/>
              <a:buChar char="►"/>
            </a:pPr>
            <a:r>
              <a:rPr lang="en-US" altLang="en-US" dirty="0">
                <a:latin typeface="Trebuchet MS" panose="020B0603020202020204" pitchFamily="34" charset="0"/>
                <a:cs typeface="Tahoma" panose="020B0604030504040204" pitchFamily="34" charset="0"/>
              </a:rPr>
              <a:t>Consists of “nodes” (computer, phone, car, robot, . . . )</a:t>
            </a:r>
          </a:p>
        </p:txBody>
      </p:sp>
      <p:sp>
        <p:nvSpPr>
          <p:cNvPr id="4" name="object 2">
            <a:extLst>
              <a:ext uri="{FF2B5EF4-FFF2-40B4-BE49-F238E27FC236}">
                <a16:creationId xmlns:a16="http://schemas.microsoft.com/office/drawing/2014/main" id="{277C2712-D586-9991-22F1-2B46BEE32A9C}"/>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A distributed system is. . .</a:t>
            </a:r>
            <a:endParaRPr lang="en-US" sz="2800" kern="0" dirty="0"/>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154FFC5-7E2D-51F1-9287-B0CE1024FA2C}"/>
              </a:ext>
            </a:extLst>
          </p:cNvPr>
          <p:cNvSpPr txBox="1">
            <a:spLocks noGrp="1"/>
          </p:cNvSpPr>
          <p:nvPr>
            <p:ph type="title"/>
          </p:nvPr>
        </p:nvSpPr>
        <p:spPr>
          <a:xfrm>
            <a:off x="1346598" y="439342"/>
            <a:ext cx="5911453" cy="517449"/>
          </a:xfrm>
        </p:spPr>
        <p:txBody>
          <a:bodyPr wrap="square" lIns="0" tIns="9525" rIns="0" bIns="0" rtlCol="0">
            <a:spAutoFit/>
          </a:bodyPr>
          <a:lstStyle/>
          <a:p>
            <a:pPr marL="9525">
              <a:spcBef>
                <a:spcPts val="75"/>
              </a:spcBef>
              <a:defRPr/>
            </a:pPr>
            <a:r>
              <a:rPr sz="3300" spc="323" dirty="0"/>
              <a:t>W</a:t>
            </a:r>
            <a:r>
              <a:rPr sz="3300" spc="-307" dirty="0"/>
              <a:t>h</a:t>
            </a:r>
            <a:r>
              <a:rPr sz="3300" spc="-311" dirty="0"/>
              <a:t>a</a:t>
            </a:r>
            <a:r>
              <a:rPr sz="3300" spc="180" dirty="0"/>
              <a:t>t</a:t>
            </a:r>
            <a:r>
              <a:rPr sz="3300" spc="-4" dirty="0"/>
              <a:t> </a:t>
            </a:r>
            <a:r>
              <a:rPr sz="3300" spc="-15" dirty="0"/>
              <a:t>i</a:t>
            </a:r>
            <a:r>
              <a:rPr sz="3300" spc="-382" dirty="0"/>
              <a:t>s</a:t>
            </a:r>
            <a:r>
              <a:rPr sz="3300" spc="-4" dirty="0"/>
              <a:t> </a:t>
            </a:r>
            <a:r>
              <a:rPr sz="3300" spc="-428" dirty="0"/>
              <a:t>a</a:t>
            </a:r>
            <a:r>
              <a:rPr sz="3300" spc="-4" dirty="0"/>
              <a:t> </a:t>
            </a:r>
            <a:r>
              <a:rPr sz="3300" spc="-161" dirty="0"/>
              <a:t>d</a:t>
            </a:r>
            <a:r>
              <a:rPr sz="3300" spc="-15" dirty="0"/>
              <a:t>i</a:t>
            </a:r>
            <a:r>
              <a:rPr sz="3300" spc="-390" dirty="0"/>
              <a:t>s</a:t>
            </a:r>
            <a:r>
              <a:rPr sz="3300" spc="176" dirty="0"/>
              <a:t>t</a:t>
            </a:r>
            <a:r>
              <a:rPr sz="3300" spc="203" dirty="0"/>
              <a:t>r</a:t>
            </a:r>
            <a:r>
              <a:rPr sz="3300" spc="-15" dirty="0"/>
              <a:t>i</a:t>
            </a:r>
            <a:r>
              <a:rPr sz="3300" spc="-79" dirty="0"/>
              <a:t>bu</a:t>
            </a:r>
            <a:r>
              <a:rPr sz="3300" spc="-45" dirty="0"/>
              <a:t>t</a:t>
            </a:r>
            <a:r>
              <a:rPr sz="3300" spc="-255" dirty="0"/>
              <a:t>e</a:t>
            </a:r>
            <a:r>
              <a:rPr sz="3300" spc="-153" dirty="0"/>
              <a:t>d</a:t>
            </a:r>
            <a:r>
              <a:rPr sz="3300" spc="-4" dirty="0"/>
              <a:t> </a:t>
            </a:r>
            <a:r>
              <a:rPr sz="3300" spc="-390" dirty="0"/>
              <a:t>s</a:t>
            </a:r>
            <a:r>
              <a:rPr sz="3300" spc="-210" dirty="0"/>
              <a:t>y</a:t>
            </a:r>
            <a:r>
              <a:rPr sz="3300" spc="-390" dirty="0"/>
              <a:t>s</a:t>
            </a:r>
            <a:r>
              <a:rPr sz="3300" spc="176" dirty="0"/>
              <a:t>t</a:t>
            </a:r>
            <a:r>
              <a:rPr sz="3300" spc="-255" dirty="0"/>
              <a:t>e</a:t>
            </a:r>
            <a:r>
              <a:rPr sz="3300" spc="-210" dirty="0"/>
              <a:t>m</a:t>
            </a:r>
            <a:r>
              <a:rPr sz="3300" spc="-739" dirty="0"/>
              <a:t>?</a:t>
            </a:r>
            <a:endParaRPr sz="3300" dirty="0"/>
          </a:p>
        </p:txBody>
      </p:sp>
      <p:grpSp>
        <p:nvGrpSpPr>
          <p:cNvPr id="16387" name="object 3">
            <a:extLst>
              <a:ext uri="{FF2B5EF4-FFF2-40B4-BE49-F238E27FC236}">
                <a16:creationId xmlns:a16="http://schemas.microsoft.com/office/drawing/2014/main" id="{65E9B9E3-4D6C-B7B2-1427-0CDC51FE06EE}"/>
              </a:ext>
            </a:extLst>
          </p:cNvPr>
          <p:cNvGrpSpPr>
            <a:grpSpLocks/>
          </p:cNvGrpSpPr>
          <p:nvPr/>
        </p:nvGrpSpPr>
        <p:grpSpPr bwMode="auto">
          <a:xfrm>
            <a:off x="3774282" y="1645444"/>
            <a:ext cx="588169" cy="566738"/>
            <a:chOff x="3508375" y="2193925"/>
            <a:chExt cx="784225" cy="755650"/>
          </a:xfrm>
        </p:grpSpPr>
        <p:sp>
          <p:nvSpPr>
            <p:cNvPr id="16398" name="object 4">
              <a:extLst>
                <a:ext uri="{FF2B5EF4-FFF2-40B4-BE49-F238E27FC236}">
                  <a16:creationId xmlns:a16="http://schemas.microsoft.com/office/drawing/2014/main" id="{D7F73056-AB92-43A5-8463-8F902AE435DA}"/>
                </a:ext>
              </a:extLst>
            </p:cNvPr>
            <p:cNvSpPr>
              <a:spLocks/>
            </p:cNvSpPr>
            <p:nvPr/>
          </p:nvSpPr>
          <p:spPr bwMode="auto">
            <a:xfrm>
              <a:off x="3514725" y="2200275"/>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5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50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6 w 771525"/>
                <a:gd name="T63" fmla="*/ 676393 h 742950"/>
                <a:gd name="T64" fmla="*/ 641962 w 771525"/>
                <a:gd name="T65" fmla="*/ 649198 h 742950"/>
                <a:gd name="T66" fmla="*/ 674167 w 771525"/>
                <a:gd name="T67" fmla="*/ 618186 h 742950"/>
                <a:gd name="T68" fmla="*/ 702409 w 771525"/>
                <a:gd name="T69" fmla="*/ 583706 h 742950"/>
                <a:gd name="T70" fmla="*/ 726326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5 h 742950"/>
                <a:gd name="T80" fmla="*/ 768519 w 771525"/>
                <a:gd name="T81" fmla="*/ 324878 h 742950"/>
                <a:gd name="T82" fmla="*/ 759743 w 771525"/>
                <a:gd name="T83" fmla="*/ 280008 h 742950"/>
                <a:gd name="T84" fmla="*/ 745558 w 771525"/>
                <a:gd name="T85" fmla="*/ 237213 h 742950"/>
                <a:gd name="T86" fmla="*/ 726326 w 771525"/>
                <a:gd name="T87" fmla="*/ 196842 h 742950"/>
                <a:gd name="T88" fmla="*/ 702409 w 771525"/>
                <a:gd name="T89" fmla="*/ 159243 h 742950"/>
                <a:gd name="T90" fmla="*/ 674167 w 771525"/>
                <a:gd name="T91" fmla="*/ 124763 h 742950"/>
                <a:gd name="T92" fmla="*/ 641962 w 771525"/>
                <a:gd name="T93" fmla="*/ 93751 h 742950"/>
                <a:gd name="T94" fmla="*/ 606156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5"/>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50"/>
                  </a:lnTo>
                  <a:lnTo>
                    <a:pt x="434151" y="740055"/>
                  </a:lnTo>
                  <a:lnTo>
                    <a:pt x="480747" y="731604"/>
                  </a:lnTo>
                  <a:lnTo>
                    <a:pt x="525187" y="717945"/>
                  </a:lnTo>
                  <a:lnTo>
                    <a:pt x="567111" y="699425"/>
                  </a:lnTo>
                  <a:lnTo>
                    <a:pt x="606156" y="676393"/>
                  </a:lnTo>
                  <a:lnTo>
                    <a:pt x="641962" y="649198"/>
                  </a:lnTo>
                  <a:lnTo>
                    <a:pt x="674167" y="618186"/>
                  </a:lnTo>
                  <a:lnTo>
                    <a:pt x="702409" y="583706"/>
                  </a:lnTo>
                  <a:lnTo>
                    <a:pt x="726326" y="546107"/>
                  </a:lnTo>
                  <a:lnTo>
                    <a:pt x="745558" y="505736"/>
                  </a:lnTo>
                  <a:lnTo>
                    <a:pt x="759743" y="462941"/>
                  </a:lnTo>
                  <a:lnTo>
                    <a:pt x="768519" y="418071"/>
                  </a:lnTo>
                  <a:lnTo>
                    <a:pt x="771525" y="371475"/>
                  </a:lnTo>
                  <a:lnTo>
                    <a:pt x="768519" y="324878"/>
                  </a:lnTo>
                  <a:lnTo>
                    <a:pt x="759743" y="280008"/>
                  </a:lnTo>
                  <a:lnTo>
                    <a:pt x="745558" y="237213"/>
                  </a:lnTo>
                  <a:lnTo>
                    <a:pt x="726326" y="196842"/>
                  </a:lnTo>
                  <a:lnTo>
                    <a:pt x="702409" y="159243"/>
                  </a:lnTo>
                  <a:lnTo>
                    <a:pt x="674167" y="124763"/>
                  </a:lnTo>
                  <a:lnTo>
                    <a:pt x="641962" y="93751"/>
                  </a:lnTo>
                  <a:lnTo>
                    <a:pt x="606156"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6399" name="object 5">
              <a:extLst>
                <a:ext uri="{FF2B5EF4-FFF2-40B4-BE49-F238E27FC236}">
                  <a16:creationId xmlns:a16="http://schemas.microsoft.com/office/drawing/2014/main" id="{DD73CC73-4F7F-6AAB-0616-97F526C69D3E}"/>
                </a:ext>
              </a:extLst>
            </p:cNvPr>
            <p:cNvSpPr>
              <a:spLocks/>
            </p:cNvSpPr>
            <p:nvPr/>
          </p:nvSpPr>
          <p:spPr bwMode="auto">
            <a:xfrm>
              <a:off x="3514725" y="2200275"/>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grpSp>
      <p:grpSp>
        <p:nvGrpSpPr>
          <p:cNvPr id="16388" name="object 6">
            <a:extLst>
              <a:ext uri="{FF2B5EF4-FFF2-40B4-BE49-F238E27FC236}">
                <a16:creationId xmlns:a16="http://schemas.microsoft.com/office/drawing/2014/main" id="{5A884ADD-CC4D-EB42-CFC1-776CCEAB81C7}"/>
              </a:ext>
            </a:extLst>
          </p:cNvPr>
          <p:cNvGrpSpPr>
            <a:grpSpLocks/>
          </p:cNvGrpSpPr>
          <p:nvPr/>
        </p:nvGrpSpPr>
        <p:grpSpPr bwMode="auto">
          <a:xfrm>
            <a:off x="2870598" y="2745581"/>
            <a:ext cx="588169" cy="566738"/>
            <a:chOff x="2303462" y="3660775"/>
            <a:chExt cx="784225" cy="755650"/>
          </a:xfrm>
        </p:grpSpPr>
        <p:sp>
          <p:nvSpPr>
            <p:cNvPr id="16396" name="object 7">
              <a:extLst>
                <a:ext uri="{FF2B5EF4-FFF2-40B4-BE49-F238E27FC236}">
                  <a16:creationId xmlns:a16="http://schemas.microsoft.com/office/drawing/2014/main" id="{AF41BBB6-A1C8-66F7-9165-8A3B5A764D56}"/>
                </a:ext>
              </a:extLst>
            </p:cNvPr>
            <p:cNvSpPr>
              <a:spLocks/>
            </p:cNvSpPr>
            <p:nvPr/>
          </p:nvSpPr>
          <p:spPr bwMode="auto">
            <a:xfrm>
              <a:off x="2309812" y="3667125"/>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5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50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7 w 771525"/>
                <a:gd name="T63" fmla="*/ 676393 h 742950"/>
                <a:gd name="T64" fmla="*/ 641962 w 771525"/>
                <a:gd name="T65" fmla="*/ 649198 h 742950"/>
                <a:gd name="T66" fmla="*/ 674167 w 771525"/>
                <a:gd name="T67" fmla="*/ 618186 h 742950"/>
                <a:gd name="T68" fmla="*/ 702409 w 771525"/>
                <a:gd name="T69" fmla="*/ 583706 h 742950"/>
                <a:gd name="T70" fmla="*/ 726327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5 h 742950"/>
                <a:gd name="T80" fmla="*/ 768519 w 771525"/>
                <a:gd name="T81" fmla="*/ 324878 h 742950"/>
                <a:gd name="T82" fmla="*/ 759743 w 771525"/>
                <a:gd name="T83" fmla="*/ 280008 h 742950"/>
                <a:gd name="T84" fmla="*/ 745558 w 771525"/>
                <a:gd name="T85" fmla="*/ 237213 h 742950"/>
                <a:gd name="T86" fmla="*/ 726327 w 771525"/>
                <a:gd name="T87" fmla="*/ 196842 h 742950"/>
                <a:gd name="T88" fmla="*/ 702409 w 771525"/>
                <a:gd name="T89" fmla="*/ 159243 h 742950"/>
                <a:gd name="T90" fmla="*/ 674167 w 771525"/>
                <a:gd name="T91" fmla="*/ 124763 h 742950"/>
                <a:gd name="T92" fmla="*/ 641962 w 771525"/>
                <a:gd name="T93" fmla="*/ 93751 h 742950"/>
                <a:gd name="T94" fmla="*/ 606157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5"/>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50"/>
                  </a:lnTo>
                  <a:lnTo>
                    <a:pt x="434151" y="740055"/>
                  </a:lnTo>
                  <a:lnTo>
                    <a:pt x="480747" y="731604"/>
                  </a:lnTo>
                  <a:lnTo>
                    <a:pt x="525187" y="717945"/>
                  </a:lnTo>
                  <a:lnTo>
                    <a:pt x="567111" y="699425"/>
                  </a:lnTo>
                  <a:lnTo>
                    <a:pt x="606157" y="676393"/>
                  </a:lnTo>
                  <a:lnTo>
                    <a:pt x="641962" y="649198"/>
                  </a:lnTo>
                  <a:lnTo>
                    <a:pt x="674167" y="618186"/>
                  </a:lnTo>
                  <a:lnTo>
                    <a:pt x="702409" y="583706"/>
                  </a:lnTo>
                  <a:lnTo>
                    <a:pt x="726327" y="546107"/>
                  </a:lnTo>
                  <a:lnTo>
                    <a:pt x="745558" y="505736"/>
                  </a:lnTo>
                  <a:lnTo>
                    <a:pt x="759743" y="462941"/>
                  </a:lnTo>
                  <a:lnTo>
                    <a:pt x="768519" y="418071"/>
                  </a:lnTo>
                  <a:lnTo>
                    <a:pt x="771525" y="371475"/>
                  </a:lnTo>
                  <a:lnTo>
                    <a:pt x="768519" y="324878"/>
                  </a:lnTo>
                  <a:lnTo>
                    <a:pt x="759743" y="280008"/>
                  </a:lnTo>
                  <a:lnTo>
                    <a:pt x="745558" y="237213"/>
                  </a:lnTo>
                  <a:lnTo>
                    <a:pt x="726327" y="196842"/>
                  </a:lnTo>
                  <a:lnTo>
                    <a:pt x="702409" y="159243"/>
                  </a:lnTo>
                  <a:lnTo>
                    <a:pt x="674167" y="124763"/>
                  </a:lnTo>
                  <a:lnTo>
                    <a:pt x="641962" y="93751"/>
                  </a:lnTo>
                  <a:lnTo>
                    <a:pt x="606157"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6397" name="object 8">
              <a:extLst>
                <a:ext uri="{FF2B5EF4-FFF2-40B4-BE49-F238E27FC236}">
                  <a16:creationId xmlns:a16="http://schemas.microsoft.com/office/drawing/2014/main" id="{A330D9CC-32F2-9A0F-2961-A4311DF1628B}"/>
                </a:ext>
              </a:extLst>
            </p:cNvPr>
            <p:cNvSpPr>
              <a:spLocks/>
            </p:cNvSpPr>
            <p:nvPr/>
          </p:nvSpPr>
          <p:spPr bwMode="auto">
            <a:xfrm>
              <a:off x="2309812" y="3667125"/>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grpSp>
      <p:grpSp>
        <p:nvGrpSpPr>
          <p:cNvPr id="16389" name="object 9">
            <a:extLst>
              <a:ext uri="{FF2B5EF4-FFF2-40B4-BE49-F238E27FC236}">
                <a16:creationId xmlns:a16="http://schemas.microsoft.com/office/drawing/2014/main" id="{EC9B3C7F-8083-C141-8EAB-76DEA96D8A66}"/>
              </a:ext>
            </a:extLst>
          </p:cNvPr>
          <p:cNvGrpSpPr>
            <a:grpSpLocks/>
          </p:cNvGrpSpPr>
          <p:nvPr/>
        </p:nvGrpSpPr>
        <p:grpSpPr bwMode="auto">
          <a:xfrm>
            <a:off x="5313760" y="1901428"/>
            <a:ext cx="588169" cy="566738"/>
            <a:chOff x="5561760" y="2535852"/>
            <a:chExt cx="784225" cy="755650"/>
          </a:xfrm>
        </p:grpSpPr>
        <p:sp>
          <p:nvSpPr>
            <p:cNvPr id="16394" name="object 10">
              <a:extLst>
                <a:ext uri="{FF2B5EF4-FFF2-40B4-BE49-F238E27FC236}">
                  <a16:creationId xmlns:a16="http://schemas.microsoft.com/office/drawing/2014/main" id="{C9FD0551-FB83-4782-4A57-B7A093D43A1A}"/>
                </a:ext>
              </a:extLst>
            </p:cNvPr>
            <p:cNvSpPr>
              <a:spLocks/>
            </p:cNvSpPr>
            <p:nvPr/>
          </p:nvSpPr>
          <p:spPr bwMode="auto">
            <a:xfrm>
              <a:off x="5568110" y="2542202"/>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5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50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7 w 771525"/>
                <a:gd name="T63" fmla="*/ 676393 h 742950"/>
                <a:gd name="T64" fmla="*/ 641962 w 771525"/>
                <a:gd name="T65" fmla="*/ 649198 h 742950"/>
                <a:gd name="T66" fmla="*/ 674167 w 771525"/>
                <a:gd name="T67" fmla="*/ 618186 h 742950"/>
                <a:gd name="T68" fmla="*/ 702409 w 771525"/>
                <a:gd name="T69" fmla="*/ 583706 h 742950"/>
                <a:gd name="T70" fmla="*/ 726327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5 h 742950"/>
                <a:gd name="T80" fmla="*/ 768519 w 771525"/>
                <a:gd name="T81" fmla="*/ 324878 h 742950"/>
                <a:gd name="T82" fmla="*/ 759743 w 771525"/>
                <a:gd name="T83" fmla="*/ 280008 h 742950"/>
                <a:gd name="T84" fmla="*/ 745558 w 771525"/>
                <a:gd name="T85" fmla="*/ 237213 h 742950"/>
                <a:gd name="T86" fmla="*/ 726327 w 771525"/>
                <a:gd name="T87" fmla="*/ 196842 h 742950"/>
                <a:gd name="T88" fmla="*/ 702409 w 771525"/>
                <a:gd name="T89" fmla="*/ 159243 h 742950"/>
                <a:gd name="T90" fmla="*/ 674167 w 771525"/>
                <a:gd name="T91" fmla="*/ 124763 h 742950"/>
                <a:gd name="T92" fmla="*/ 641962 w 771525"/>
                <a:gd name="T93" fmla="*/ 93751 h 742950"/>
                <a:gd name="T94" fmla="*/ 606157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5"/>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50"/>
                  </a:lnTo>
                  <a:lnTo>
                    <a:pt x="434151" y="740055"/>
                  </a:lnTo>
                  <a:lnTo>
                    <a:pt x="480747" y="731604"/>
                  </a:lnTo>
                  <a:lnTo>
                    <a:pt x="525187" y="717945"/>
                  </a:lnTo>
                  <a:lnTo>
                    <a:pt x="567111" y="699425"/>
                  </a:lnTo>
                  <a:lnTo>
                    <a:pt x="606157" y="676393"/>
                  </a:lnTo>
                  <a:lnTo>
                    <a:pt x="641962" y="649198"/>
                  </a:lnTo>
                  <a:lnTo>
                    <a:pt x="674167" y="618186"/>
                  </a:lnTo>
                  <a:lnTo>
                    <a:pt x="702409" y="583706"/>
                  </a:lnTo>
                  <a:lnTo>
                    <a:pt x="726327" y="546107"/>
                  </a:lnTo>
                  <a:lnTo>
                    <a:pt x="745558" y="505736"/>
                  </a:lnTo>
                  <a:lnTo>
                    <a:pt x="759743" y="462941"/>
                  </a:lnTo>
                  <a:lnTo>
                    <a:pt x="768519" y="418071"/>
                  </a:lnTo>
                  <a:lnTo>
                    <a:pt x="771525" y="371475"/>
                  </a:lnTo>
                  <a:lnTo>
                    <a:pt x="768519" y="324878"/>
                  </a:lnTo>
                  <a:lnTo>
                    <a:pt x="759743" y="280008"/>
                  </a:lnTo>
                  <a:lnTo>
                    <a:pt x="745558" y="237213"/>
                  </a:lnTo>
                  <a:lnTo>
                    <a:pt x="726327" y="196842"/>
                  </a:lnTo>
                  <a:lnTo>
                    <a:pt x="702409" y="159243"/>
                  </a:lnTo>
                  <a:lnTo>
                    <a:pt x="674167" y="124763"/>
                  </a:lnTo>
                  <a:lnTo>
                    <a:pt x="641962" y="93751"/>
                  </a:lnTo>
                  <a:lnTo>
                    <a:pt x="606157"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6395" name="object 11">
              <a:extLst>
                <a:ext uri="{FF2B5EF4-FFF2-40B4-BE49-F238E27FC236}">
                  <a16:creationId xmlns:a16="http://schemas.microsoft.com/office/drawing/2014/main" id="{6CA4550F-FE9A-2EEB-4DA7-D43D48C4DC87}"/>
                </a:ext>
              </a:extLst>
            </p:cNvPr>
            <p:cNvSpPr>
              <a:spLocks/>
            </p:cNvSpPr>
            <p:nvPr/>
          </p:nvSpPr>
          <p:spPr bwMode="auto">
            <a:xfrm>
              <a:off x="5568110" y="2542202"/>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grpSp>
      <p:grpSp>
        <p:nvGrpSpPr>
          <p:cNvPr id="16390" name="object 12">
            <a:extLst>
              <a:ext uri="{FF2B5EF4-FFF2-40B4-BE49-F238E27FC236}">
                <a16:creationId xmlns:a16="http://schemas.microsoft.com/office/drawing/2014/main" id="{C15009E5-B195-7768-F450-EA194E69E661}"/>
              </a:ext>
            </a:extLst>
          </p:cNvPr>
          <p:cNvGrpSpPr>
            <a:grpSpLocks/>
          </p:cNvGrpSpPr>
          <p:nvPr/>
        </p:nvGrpSpPr>
        <p:grpSpPr bwMode="auto">
          <a:xfrm>
            <a:off x="4735116" y="2945606"/>
            <a:ext cx="588169" cy="566738"/>
            <a:chOff x="4790235" y="3927295"/>
            <a:chExt cx="784225" cy="755650"/>
          </a:xfrm>
        </p:grpSpPr>
        <p:sp>
          <p:nvSpPr>
            <p:cNvPr id="16392" name="object 13">
              <a:extLst>
                <a:ext uri="{FF2B5EF4-FFF2-40B4-BE49-F238E27FC236}">
                  <a16:creationId xmlns:a16="http://schemas.microsoft.com/office/drawing/2014/main" id="{E2F69532-469B-6FA7-1C86-30B8607C56F9}"/>
                </a:ext>
              </a:extLst>
            </p:cNvPr>
            <p:cNvSpPr>
              <a:spLocks/>
            </p:cNvSpPr>
            <p:nvPr/>
          </p:nvSpPr>
          <p:spPr bwMode="auto">
            <a:xfrm>
              <a:off x="4796585" y="3933645"/>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4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49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7 w 771525"/>
                <a:gd name="T63" fmla="*/ 676393 h 742950"/>
                <a:gd name="T64" fmla="*/ 641962 w 771525"/>
                <a:gd name="T65" fmla="*/ 649198 h 742950"/>
                <a:gd name="T66" fmla="*/ 674167 w 771525"/>
                <a:gd name="T67" fmla="*/ 618186 h 742950"/>
                <a:gd name="T68" fmla="*/ 702409 w 771525"/>
                <a:gd name="T69" fmla="*/ 583706 h 742950"/>
                <a:gd name="T70" fmla="*/ 726327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4 h 742950"/>
                <a:gd name="T80" fmla="*/ 768519 w 771525"/>
                <a:gd name="T81" fmla="*/ 324878 h 742950"/>
                <a:gd name="T82" fmla="*/ 759743 w 771525"/>
                <a:gd name="T83" fmla="*/ 280008 h 742950"/>
                <a:gd name="T84" fmla="*/ 745558 w 771525"/>
                <a:gd name="T85" fmla="*/ 237213 h 742950"/>
                <a:gd name="T86" fmla="*/ 726327 w 771525"/>
                <a:gd name="T87" fmla="*/ 196842 h 742950"/>
                <a:gd name="T88" fmla="*/ 702409 w 771525"/>
                <a:gd name="T89" fmla="*/ 159243 h 742950"/>
                <a:gd name="T90" fmla="*/ 674167 w 771525"/>
                <a:gd name="T91" fmla="*/ 124763 h 742950"/>
                <a:gd name="T92" fmla="*/ 641962 w 771525"/>
                <a:gd name="T93" fmla="*/ 93751 h 742950"/>
                <a:gd name="T94" fmla="*/ 606157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4"/>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49"/>
                  </a:lnTo>
                  <a:lnTo>
                    <a:pt x="434151" y="740055"/>
                  </a:lnTo>
                  <a:lnTo>
                    <a:pt x="480747" y="731604"/>
                  </a:lnTo>
                  <a:lnTo>
                    <a:pt x="525187" y="717945"/>
                  </a:lnTo>
                  <a:lnTo>
                    <a:pt x="567111" y="699425"/>
                  </a:lnTo>
                  <a:lnTo>
                    <a:pt x="606157" y="676393"/>
                  </a:lnTo>
                  <a:lnTo>
                    <a:pt x="641962" y="649198"/>
                  </a:lnTo>
                  <a:lnTo>
                    <a:pt x="674167" y="618186"/>
                  </a:lnTo>
                  <a:lnTo>
                    <a:pt x="702409" y="583706"/>
                  </a:lnTo>
                  <a:lnTo>
                    <a:pt x="726327" y="546107"/>
                  </a:lnTo>
                  <a:lnTo>
                    <a:pt x="745558" y="505736"/>
                  </a:lnTo>
                  <a:lnTo>
                    <a:pt x="759743" y="462941"/>
                  </a:lnTo>
                  <a:lnTo>
                    <a:pt x="768519" y="418071"/>
                  </a:lnTo>
                  <a:lnTo>
                    <a:pt x="771525" y="371474"/>
                  </a:lnTo>
                  <a:lnTo>
                    <a:pt x="768519" y="324878"/>
                  </a:lnTo>
                  <a:lnTo>
                    <a:pt x="759743" y="280008"/>
                  </a:lnTo>
                  <a:lnTo>
                    <a:pt x="745558" y="237213"/>
                  </a:lnTo>
                  <a:lnTo>
                    <a:pt x="726327" y="196842"/>
                  </a:lnTo>
                  <a:lnTo>
                    <a:pt x="702409" y="159243"/>
                  </a:lnTo>
                  <a:lnTo>
                    <a:pt x="674167" y="124763"/>
                  </a:lnTo>
                  <a:lnTo>
                    <a:pt x="641962" y="93751"/>
                  </a:lnTo>
                  <a:lnTo>
                    <a:pt x="606157"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6393" name="object 14">
              <a:extLst>
                <a:ext uri="{FF2B5EF4-FFF2-40B4-BE49-F238E27FC236}">
                  <a16:creationId xmlns:a16="http://schemas.microsoft.com/office/drawing/2014/main" id="{9984EA30-0B57-ACD7-3988-0C614B79C5FC}"/>
                </a:ext>
              </a:extLst>
            </p:cNvPr>
            <p:cNvSpPr>
              <a:spLocks/>
            </p:cNvSpPr>
            <p:nvPr/>
          </p:nvSpPr>
          <p:spPr bwMode="auto">
            <a:xfrm>
              <a:off x="4796585" y="3933645"/>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grpSp>
      <p:sp>
        <p:nvSpPr>
          <p:cNvPr id="16391" name="object 15">
            <a:extLst>
              <a:ext uri="{FF2B5EF4-FFF2-40B4-BE49-F238E27FC236}">
                <a16:creationId xmlns:a16="http://schemas.microsoft.com/office/drawing/2014/main" id="{800FBDA9-12AB-FE36-472C-85FD48F6D8B8}"/>
              </a:ext>
            </a:extLst>
          </p:cNvPr>
          <p:cNvSpPr txBox="1">
            <a:spLocks noChangeArrowheads="1"/>
          </p:cNvSpPr>
          <p:nvPr/>
        </p:nvSpPr>
        <p:spPr bwMode="auto">
          <a:xfrm>
            <a:off x="2043112" y="3938587"/>
            <a:ext cx="5395913" cy="84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9525"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ctr">
              <a:lnSpc>
                <a:spcPts val="2156"/>
              </a:lnSpc>
              <a:spcBef>
                <a:spcPts val="75"/>
              </a:spcBef>
            </a:pPr>
            <a:r>
              <a:rPr lang="en-US" altLang="en-US" sz="1800">
                <a:latin typeface="Arial MT"/>
                <a:ea typeface="Arial MT"/>
                <a:cs typeface="Arial MT"/>
              </a:rPr>
              <a:t>Independent components or elements</a:t>
            </a:r>
          </a:p>
          <a:p>
            <a:pPr algn="ctr">
              <a:lnSpc>
                <a:spcPts val="2156"/>
              </a:lnSpc>
              <a:spcBef>
                <a:spcPts val="75"/>
              </a:spcBef>
            </a:pPr>
            <a:r>
              <a:rPr lang="en-US" altLang="en-US" sz="1800">
                <a:latin typeface="Microsoft Sans Serif" panose="020B0604020202020204" pitchFamily="34" charset="0"/>
                <a:cs typeface="Microsoft Sans Serif" panose="020B0604020202020204" pitchFamily="34" charset="0"/>
              </a:rPr>
              <a:t>(software processes or any piece of hardware used to run a  process, store data, etc)</a:t>
            </a:r>
          </a:p>
        </p:txBody>
      </p:sp>
      <p:sp>
        <p:nvSpPr>
          <p:cNvPr id="3" name="object 2">
            <a:extLst>
              <a:ext uri="{FF2B5EF4-FFF2-40B4-BE49-F238E27FC236}">
                <a16:creationId xmlns:a16="http://schemas.microsoft.com/office/drawing/2014/main" id="{418710BF-EEC2-36C6-D336-1D42AF6BDBCD}"/>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What is a distributed system?</a:t>
            </a:r>
            <a:endParaRPr lang="en-US" sz="2800" kern="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CB49779-BF73-B6DF-4744-DB59DBE63019}"/>
              </a:ext>
            </a:extLst>
          </p:cNvPr>
          <p:cNvSpPr txBox="1">
            <a:spLocks noGrp="1"/>
          </p:cNvSpPr>
          <p:nvPr>
            <p:ph type="title"/>
          </p:nvPr>
        </p:nvSpPr>
        <p:spPr>
          <a:xfrm>
            <a:off x="1346598" y="439342"/>
            <a:ext cx="6997303" cy="517449"/>
          </a:xfrm>
        </p:spPr>
        <p:txBody>
          <a:bodyPr wrap="square" lIns="0" tIns="9525" rIns="0" bIns="0" rtlCol="0">
            <a:spAutoFit/>
          </a:bodyPr>
          <a:lstStyle/>
          <a:p>
            <a:pPr marL="9525">
              <a:spcBef>
                <a:spcPts val="75"/>
              </a:spcBef>
              <a:defRPr/>
            </a:pPr>
            <a:r>
              <a:rPr sz="3300" spc="323" dirty="0"/>
              <a:t>W</a:t>
            </a:r>
            <a:r>
              <a:rPr sz="3300" spc="-307" dirty="0"/>
              <a:t>h</a:t>
            </a:r>
            <a:r>
              <a:rPr sz="3300" spc="-311" dirty="0"/>
              <a:t>a</a:t>
            </a:r>
            <a:r>
              <a:rPr sz="3300" spc="180" dirty="0"/>
              <a:t>t</a:t>
            </a:r>
            <a:r>
              <a:rPr sz="3300" spc="-4" dirty="0"/>
              <a:t> </a:t>
            </a:r>
            <a:r>
              <a:rPr sz="3300" spc="-15" dirty="0"/>
              <a:t>i</a:t>
            </a:r>
            <a:r>
              <a:rPr sz="3300" spc="-382" dirty="0"/>
              <a:t>s</a:t>
            </a:r>
            <a:r>
              <a:rPr sz="3300" spc="-4" dirty="0"/>
              <a:t> </a:t>
            </a:r>
            <a:r>
              <a:rPr sz="3300" spc="-428" dirty="0"/>
              <a:t>a</a:t>
            </a:r>
            <a:r>
              <a:rPr sz="3300" spc="-4" dirty="0"/>
              <a:t> </a:t>
            </a:r>
            <a:r>
              <a:rPr sz="3300" spc="-161" dirty="0"/>
              <a:t>d</a:t>
            </a:r>
            <a:r>
              <a:rPr sz="3300" spc="-15" dirty="0"/>
              <a:t>i</a:t>
            </a:r>
            <a:r>
              <a:rPr sz="3300" spc="-390" dirty="0"/>
              <a:t>s</a:t>
            </a:r>
            <a:r>
              <a:rPr sz="3300" spc="176" dirty="0"/>
              <a:t>t</a:t>
            </a:r>
            <a:r>
              <a:rPr sz="3300" spc="203" dirty="0"/>
              <a:t>r</a:t>
            </a:r>
            <a:r>
              <a:rPr sz="3300" spc="-15" dirty="0"/>
              <a:t>i</a:t>
            </a:r>
            <a:r>
              <a:rPr sz="3300" spc="-79" dirty="0"/>
              <a:t>bu</a:t>
            </a:r>
            <a:r>
              <a:rPr sz="3300" spc="-45" dirty="0"/>
              <a:t>t</a:t>
            </a:r>
            <a:r>
              <a:rPr sz="3300" spc="-255" dirty="0"/>
              <a:t>e</a:t>
            </a:r>
            <a:r>
              <a:rPr sz="3300" spc="-153" dirty="0"/>
              <a:t>d</a:t>
            </a:r>
            <a:r>
              <a:rPr sz="3300" spc="-4" dirty="0"/>
              <a:t> </a:t>
            </a:r>
            <a:r>
              <a:rPr sz="3300" spc="-390" dirty="0"/>
              <a:t>s</a:t>
            </a:r>
            <a:r>
              <a:rPr sz="3300" spc="-210" dirty="0"/>
              <a:t>y</a:t>
            </a:r>
            <a:r>
              <a:rPr sz="3300" spc="-390" dirty="0"/>
              <a:t>s</a:t>
            </a:r>
            <a:r>
              <a:rPr sz="3300" spc="176" dirty="0"/>
              <a:t>t</a:t>
            </a:r>
            <a:r>
              <a:rPr sz="3300" spc="-255" dirty="0"/>
              <a:t>e</a:t>
            </a:r>
            <a:r>
              <a:rPr sz="3300" spc="-210" dirty="0"/>
              <a:t>m</a:t>
            </a:r>
            <a:r>
              <a:rPr sz="3300" spc="-739" dirty="0"/>
              <a:t>?</a:t>
            </a:r>
            <a:endParaRPr sz="3300" dirty="0"/>
          </a:p>
        </p:txBody>
      </p:sp>
      <p:grpSp>
        <p:nvGrpSpPr>
          <p:cNvPr id="17411" name="object 3">
            <a:extLst>
              <a:ext uri="{FF2B5EF4-FFF2-40B4-BE49-F238E27FC236}">
                <a16:creationId xmlns:a16="http://schemas.microsoft.com/office/drawing/2014/main" id="{72236D0C-5AEF-83A1-55DC-81691EE10B41}"/>
              </a:ext>
            </a:extLst>
          </p:cNvPr>
          <p:cNvGrpSpPr>
            <a:grpSpLocks/>
          </p:cNvGrpSpPr>
          <p:nvPr/>
        </p:nvGrpSpPr>
        <p:grpSpPr bwMode="auto">
          <a:xfrm>
            <a:off x="2870597" y="1645444"/>
            <a:ext cx="3032522" cy="1866900"/>
            <a:chOff x="2303462" y="2193925"/>
            <a:chExt cx="4043045" cy="2489200"/>
          </a:xfrm>
        </p:grpSpPr>
        <p:sp>
          <p:nvSpPr>
            <p:cNvPr id="17413" name="object 4">
              <a:extLst>
                <a:ext uri="{FF2B5EF4-FFF2-40B4-BE49-F238E27FC236}">
                  <a16:creationId xmlns:a16="http://schemas.microsoft.com/office/drawing/2014/main" id="{9597422C-D1F7-716D-463D-49935FD9A51D}"/>
                </a:ext>
              </a:extLst>
            </p:cNvPr>
            <p:cNvSpPr>
              <a:spLocks/>
            </p:cNvSpPr>
            <p:nvPr/>
          </p:nvSpPr>
          <p:spPr bwMode="auto">
            <a:xfrm>
              <a:off x="3514725" y="2200275"/>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5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50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6 w 771525"/>
                <a:gd name="T63" fmla="*/ 676393 h 742950"/>
                <a:gd name="T64" fmla="*/ 641962 w 771525"/>
                <a:gd name="T65" fmla="*/ 649198 h 742950"/>
                <a:gd name="T66" fmla="*/ 674167 w 771525"/>
                <a:gd name="T67" fmla="*/ 618186 h 742950"/>
                <a:gd name="T68" fmla="*/ 702409 w 771525"/>
                <a:gd name="T69" fmla="*/ 583706 h 742950"/>
                <a:gd name="T70" fmla="*/ 726326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5 h 742950"/>
                <a:gd name="T80" fmla="*/ 768519 w 771525"/>
                <a:gd name="T81" fmla="*/ 324878 h 742950"/>
                <a:gd name="T82" fmla="*/ 759743 w 771525"/>
                <a:gd name="T83" fmla="*/ 280008 h 742950"/>
                <a:gd name="T84" fmla="*/ 745558 w 771525"/>
                <a:gd name="T85" fmla="*/ 237213 h 742950"/>
                <a:gd name="T86" fmla="*/ 726326 w 771525"/>
                <a:gd name="T87" fmla="*/ 196842 h 742950"/>
                <a:gd name="T88" fmla="*/ 702409 w 771525"/>
                <a:gd name="T89" fmla="*/ 159243 h 742950"/>
                <a:gd name="T90" fmla="*/ 674167 w 771525"/>
                <a:gd name="T91" fmla="*/ 124763 h 742950"/>
                <a:gd name="T92" fmla="*/ 641962 w 771525"/>
                <a:gd name="T93" fmla="*/ 93751 h 742950"/>
                <a:gd name="T94" fmla="*/ 606156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5"/>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50"/>
                  </a:lnTo>
                  <a:lnTo>
                    <a:pt x="434151" y="740055"/>
                  </a:lnTo>
                  <a:lnTo>
                    <a:pt x="480747" y="731604"/>
                  </a:lnTo>
                  <a:lnTo>
                    <a:pt x="525187" y="717945"/>
                  </a:lnTo>
                  <a:lnTo>
                    <a:pt x="567111" y="699425"/>
                  </a:lnTo>
                  <a:lnTo>
                    <a:pt x="606156" y="676393"/>
                  </a:lnTo>
                  <a:lnTo>
                    <a:pt x="641962" y="649198"/>
                  </a:lnTo>
                  <a:lnTo>
                    <a:pt x="674167" y="618186"/>
                  </a:lnTo>
                  <a:lnTo>
                    <a:pt x="702409" y="583706"/>
                  </a:lnTo>
                  <a:lnTo>
                    <a:pt x="726326" y="546107"/>
                  </a:lnTo>
                  <a:lnTo>
                    <a:pt x="745558" y="505736"/>
                  </a:lnTo>
                  <a:lnTo>
                    <a:pt x="759743" y="462941"/>
                  </a:lnTo>
                  <a:lnTo>
                    <a:pt x="768519" y="418071"/>
                  </a:lnTo>
                  <a:lnTo>
                    <a:pt x="771525" y="371475"/>
                  </a:lnTo>
                  <a:lnTo>
                    <a:pt x="768519" y="324878"/>
                  </a:lnTo>
                  <a:lnTo>
                    <a:pt x="759743" y="280008"/>
                  </a:lnTo>
                  <a:lnTo>
                    <a:pt x="745558" y="237213"/>
                  </a:lnTo>
                  <a:lnTo>
                    <a:pt x="726326" y="196842"/>
                  </a:lnTo>
                  <a:lnTo>
                    <a:pt x="702409" y="159243"/>
                  </a:lnTo>
                  <a:lnTo>
                    <a:pt x="674167" y="124763"/>
                  </a:lnTo>
                  <a:lnTo>
                    <a:pt x="641962" y="93751"/>
                  </a:lnTo>
                  <a:lnTo>
                    <a:pt x="606156"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7414" name="object 5">
              <a:extLst>
                <a:ext uri="{FF2B5EF4-FFF2-40B4-BE49-F238E27FC236}">
                  <a16:creationId xmlns:a16="http://schemas.microsoft.com/office/drawing/2014/main" id="{701AC94B-3DC5-2E4E-091D-7C514295A6E7}"/>
                </a:ext>
              </a:extLst>
            </p:cNvPr>
            <p:cNvSpPr>
              <a:spLocks/>
            </p:cNvSpPr>
            <p:nvPr/>
          </p:nvSpPr>
          <p:spPr bwMode="auto">
            <a:xfrm>
              <a:off x="3514725" y="2200275"/>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7415" name="object 6">
              <a:extLst>
                <a:ext uri="{FF2B5EF4-FFF2-40B4-BE49-F238E27FC236}">
                  <a16:creationId xmlns:a16="http://schemas.microsoft.com/office/drawing/2014/main" id="{42A19F3D-934D-B05A-D7B2-DE97639C86E0}"/>
                </a:ext>
              </a:extLst>
            </p:cNvPr>
            <p:cNvSpPr>
              <a:spLocks/>
            </p:cNvSpPr>
            <p:nvPr/>
          </p:nvSpPr>
          <p:spPr bwMode="auto">
            <a:xfrm>
              <a:off x="2309812" y="3667125"/>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5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50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7 w 771525"/>
                <a:gd name="T63" fmla="*/ 676393 h 742950"/>
                <a:gd name="T64" fmla="*/ 641962 w 771525"/>
                <a:gd name="T65" fmla="*/ 649198 h 742950"/>
                <a:gd name="T66" fmla="*/ 674167 w 771525"/>
                <a:gd name="T67" fmla="*/ 618186 h 742950"/>
                <a:gd name="T68" fmla="*/ 702409 w 771525"/>
                <a:gd name="T69" fmla="*/ 583706 h 742950"/>
                <a:gd name="T70" fmla="*/ 726327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5 h 742950"/>
                <a:gd name="T80" fmla="*/ 768519 w 771525"/>
                <a:gd name="T81" fmla="*/ 324878 h 742950"/>
                <a:gd name="T82" fmla="*/ 759743 w 771525"/>
                <a:gd name="T83" fmla="*/ 280008 h 742950"/>
                <a:gd name="T84" fmla="*/ 745558 w 771525"/>
                <a:gd name="T85" fmla="*/ 237213 h 742950"/>
                <a:gd name="T86" fmla="*/ 726327 w 771525"/>
                <a:gd name="T87" fmla="*/ 196842 h 742950"/>
                <a:gd name="T88" fmla="*/ 702409 w 771525"/>
                <a:gd name="T89" fmla="*/ 159243 h 742950"/>
                <a:gd name="T90" fmla="*/ 674167 w 771525"/>
                <a:gd name="T91" fmla="*/ 124763 h 742950"/>
                <a:gd name="T92" fmla="*/ 641962 w 771525"/>
                <a:gd name="T93" fmla="*/ 93751 h 742950"/>
                <a:gd name="T94" fmla="*/ 606157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5"/>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50"/>
                  </a:lnTo>
                  <a:lnTo>
                    <a:pt x="434151" y="740055"/>
                  </a:lnTo>
                  <a:lnTo>
                    <a:pt x="480747" y="731604"/>
                  </a:lnTo>
                  <a:lnTo>
                    <a:pt x="525187" y="717945"/>
                  </a:lnTo>
                  <a:lnTo>
                    <a:pt x="567111" y="699425"/>
                  </a:lnTo>
                  <a:lnTo>
                    <a:pt x="606157" y="676393"/>
                  </a:lnTo>
                  <a:lnTo>
                    <a:pt x="641962" y="649198"/>
                  </a:lnTo>
                  <a:lnTo>
                    <a:pt x="674167" y="618186"/>
                  </a:lnTo>
                  <a:lnTo>
                    <a:pt x="702409" y="583706"/>
                  </a:lnTo>
                  <a:lnTo>
                    <a:pt x="726327" y="546107"/>
                  </a:lnTo>
                  <a:lnTo>
                    <a:pt x="745558" y="505736"/>
                  </a:lnTo>
                  <a:lnTo>
                    <a:pt x="759743" y="462941"/>
                  </a:lnTo>
                  <a:lnTo>
                    <a:pt x="768519" y="418071"/>
                  </a:lnTo>
                  <a:lnTo>
                    <a:pt x="771525" y="371475"/>
                  </a:lnTo>
                  <a:lnTo>
                    <a:pt x="768519" y="324878"/>
                  </a:lnTo>
                  <a:lnTo>
                    <a:pt x="759743" y="280008"/>
                  </a:lnTo>
                  <a:lnTo>
                    <a:pt x="745558" y="237213"/>
                  </a:lnTo>
                  <a:lnTo>
                    <a:pt x="726327" y="196842"/>
                  </a:lnTo>
                  <a:lnTo>
                    <a:pt x="702409" y="159243"/>
                  </a:lnTo>
                  <a:lnTo>
                    <a:pt x="674167" y="124763"/>
                  </a:lnTo>
                  <a:lnTo>
                    <a:pt x="641962" y="93751"/>
                  </a:lnTo>
                  <a:lnTo>
                    <a:pt x="606157"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7416" name="object 7">
              <a:extLst>
                <a:ext uri="{FF2B5EF4-FFF2-40B4-BE49-F238E27FC236}">
                  <a16:creationId xmlns:a16="http://schemas.microsoft.com/office/drawing/2014/main" id="{3E909530-2291-E248-FCD1-1E7E0C740535}"/>
                </a:ext>
              </a:extLst>
            </p:cNvPr>
            <p:cNvSpPr>
              <a:spLocks/>
            </p:cNvSpPr>
            <p:nvPr/>
          </p:nvSpPr>
          <p:spPr bwMode="auto">
            <a:xfrm>
              <a:off x="2309812" y="3667125"/>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7417" name="object 8">
              <a:extLst>
                <a:ext uri="{FF2B5EF4-FFF2-40B4-BE49-F238E27FC236}">
                  <a16:creationId xmlns:a16="http://schemas.microsoft.com/office/drawing/2014/main" id="{9591C7D5-8ACD-B878-9A5A-73767B9C6BF3}"/>
                </a:ext>
              </a:extLst>
            </p:cNvPr>
            <p:cNvSpPr>
              <a:spLocks/>
            </p:cNvSpPr>
            <p:nvPr/>
          </p:nvSpPr>
          <p:spPr bwMode="auto">
            <a:xfrm>
              <a:off x="2968350" y="2834422"/>
              <a:ext cx="659765" cy="941705"/>
            </a:xfrm>
            <a:custGeom>
              <a:avLst/>
              <a:gdLst>
                <a:gd name="T0" fmla="*/ 0 w 659764"/>
                <a:gd name="T1" fmla="*/ 941507 h 941704"/>
                <a:gd name="T2" fmla="*/ 659362 w 659764"/>
                <a:gd name="T3" fmla="*/ 0 h 941704"/>
                <a:gd name="T4" fmla="*/ 0 60000 65536"/>
                <a:gd name="T5" fmla="*/ 0 60000 65536"/>
              </a:gdLst>
              <a:ahLst/>
              <a:cxnLst>
                <a:cxn ang="T4">
                  <a:pos x="T0" y="T1"/>
                </a:cxn>
                <a:cxn ang="T5">
                  <a:pos x="T2" y="T3"/>
                </a:cxn>
              </a:cxnLst>
              <a:rect l="0" t="0" r="r" b="b"/>
              <a:pathLst>
                <a:path w="659764" h="941704">
                  <a:moveTo>
                    <a:pt x="0" y="941506"/>
                  </a:moveTo>
                  <a:lnTo>
                    <a:pt x="659361"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7418" name="object 9">
              <a:extLst>
                <a:ext uri="{FF2B5EF4-FFF2-40B4-BE49-F238E27FC236}">
                  <a16:creationId xmlns:a16="http://schemas.microsoft.com/office/drawing/2014/main" id="{32C315F1-7241-B950-44ED-36869CFA8A08}"/>
                </a:ext>
              </a:extLst>
            </p:cNvPr>
            <p:cNvSpPr>
              <a:spLocks/>
            </p:cNvSpPr>
            <p:nvPr/>
          </p:nvSpPr>
          <p:spPr bwMode="auto">
            <a:xfrm>
              <a:off x="4796585" y="3933645"/>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4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49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7 w 771525"/>
                <a:gd name="T63" fmla="*/ 676393 h 742950"/>
                <a:gd name="T64" fmla="*/ 641962 w 771525"/>
                <a:gd name="T65" fmla="*/ 649198 h 742950"/>
                <a:gd name="T66" fmla="*/ 674167 w 771525"/>
                <a:gd name="T67" fmla="*/ 618186 h 742950"/>
                <a:gd name="T68" fmla="*/ 702409 w 771525"/>
                <a:gd name="T69" fmla="*/ 583706 h 742950"/>
                <a:gd name="T70" fmla="*/ 726327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4 h 742950"/>
                <a:gd name="T80" fmla="*/ 768519 w 771525"/>
                <a:gd name="T81" fmla="*/ 324878 h 742950"/>
                <a:gd name="T82" fmla="*/ 759743 w 771525"/>
                <a:gd name="T83" fmla="*/ 280008 h 742950"/>
                <a:gd name="T84" fmla="*/ 745558 w 771525"/>
                <a:gd name="T85" fmla="*/ 237213 h 742950"/>
                <a:gd name="T86" fmla="*/ 726327 w 771525"/>
                <a:gd name="T87" fmla="*/ 196842 h 742950"/>
                <a:gd name="T88" fmla="*/ 702409 w 771525"/>
                <a:gd name="T89" fmla="*/ 159243 h 742950"/>
                <a:gd name="T90" fmla="*/ 674167 w 771525"/>
                <a:gd name="T91" fmla="*/ 124763 h 742950"/>
                <a:gd name="T92" fmla="*/ 641962 w 771525"/>
                <a:gd name="T93" fmla="*/ 93751 h 742950"/>
                <a:gd name="T94" fmla="*/ 606157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4"/>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49"/>
                  </a:lnTo>
                  <a:lnTo>
                    <a:pt x="434151" y="740055"/>
                  </a:lnTo>
                  <a:lnTo>
                    <a:pt x="480747" y="731604"/>
                  </a:lnTo>
                  <a:lnTo>
                    <a:pt x="525187" y="717945"/>
                  </a:lnTo>
                  <a:lnTo>
                    <a:pt x="567111" y="699425"/>
                  </a:lnTo>
                  <a:lnTo>
                    <a:pt x="606157" y="676393"/>
                  </a:lnTo>
                  <a:lnTo>
                    <a:pt x="641962" y="649198"/>
                  </a:lnTo>
                  <a:lnTo>
                    <a:pt x="674167" y="618186"/>
                  </a:lnTo>
                  <a:lnTo>
                    <a:pt x="702409" y="583706"/>
                  </a:lnTo>
                  <a:lnTo>
                    <a:pt x="726327" y="546107"/>
                  </a:lnTo>
                  <a:lnTo>
                    <a:pt x="745558" y="505736"/>
                  </a:lnTo>
                  <a:lnTo>
                    <a:pt x="759743" y="462941"/>
                  </a:lnTo>
                  <a:lnTo>
                    <a:pt x="768519" y="418071"/>
                  </a:lnTo>
                  <a:lnTo>
                    <a:pt x="771525" y="371474"/>
                  </a:lnTo>
                  <a:lnTo>
                    <a:pt x="768519" y="324878"/>
                  </a:lnTo>
                  <a:lnTo>
                    <a:pt x="759743" y="280008"/>
                  </a:lnTo>
                  <a:lnTo>
                    <a:pt x="745558" y="237213"/>
                  </a:lnTo>
                  <a:lnTo>
                    <a:pt x="726327" y="196842"/>
                  </a:lnTo>
                  <a:lnTo>
                    <a:pt x="702409" y="159243"/>
                  </a:lnTo>
                  <a:lnTo>
                    <a:pt x="674167" y="124763"/>
                  </a:lnTo>
                  <a:lnTo>
                    <a:pt x="641962" y="93751"/>
                  </a:lnTo>
                  <a:lnTo>
                    <a:pt x="606157"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7419" name="object 10">
              <a:extLst>
                <a:ext uri="{FF2B5EF4-FFF2-40B4-BE49-F238E27FC236}">
                  <a16:creationId xmlns:a16="http://schemas.microsoft.com/office/drawing/2014/main" id="{3B142A94-6EF4-C528-AA88-0A0CD25B877E}"/>
                </a:ext>
              </a:extLst>
            </p:cNvPr>
            <p:cNvSpPr>
              <a:spLocks/>
            </p:cNvSpPr>
            <p:nvPr/>
          </p:nvSpPr>
          <p:spPr bwMode="auto">
            <a:xfrm>
              <a:off x="4796585" y="3933645"/>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7420" name="object 11">
              <a:extLst>
                <a:ext uri="{FF2B5EF4-FFF2-40B4-BE49-F238E27FC236}">
                  <a16:creationId xmlns:a16="http://schemas.microsoft.com/office/drawing/2014/main" id="{1D4FF608-0FC4-4FFD-7B67-CB55B755E571}"/>
                </a:ext>
              </a:extLst>
            </p:cNvPr>
            <p:cNvSpPr>
              <a:spLocks/>
            </p:cNvSpPr>
            <p:nvPr/>
          </p:nvSpPr>
          <p:spPr bwMode="auto">
            <a:xfrm>
              <a:off x="2968350" y="4301271"/>
              <a:ext cx="1828800" cy="4445"/>
            </a:xfrm>
            <a:custGeom>
              <a:avLst/>
              <a:gdLst>
                <a:gd name="T0" fmla="*/ 0 w 1828800"/>
                <a:gd name="T1" fmla="*/ 0 h 4445"/>
                <a:gd name="T2" fmla="*/ 1828235 w 1828800"/>
                <a:gd name="T3" fmla="*/ 3849 h 4445"/>
                <a:gd name="T4" fmla="*/ 0 60000 65536"/>
                <a:gd name="T5" fmla="*/ 0 60000 65536"/>
              </a:gdLst>
              <a:ahLst/>
              <a:cxnLst>
                <a:cxn ang="T4">
                  <a:pos x="T0" y="T1"/>
                </a:cxn>
                <a:cxn ang="T5">
                  <a:pos x="T2" y="T3"/>
                </a:cxn>
              </a:cxnLst>
              <a:rect l="0" t="0" r="r" b="b"/>
              <a:pathLst>
                <a:path w="1828800" h="4445">
                  <a:moveTo>
                    <a:pt x="0" y="0"/>
                  </a:moveTo>
                  <a:lnTo>
                    <a:pt x="1828235" y="384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7421" name="object 12">
              <a:extLst>
                <a:ext uri="{FF2B5EF4-FFF2-40B4-BE49-F238E27FC236}">
                  <a16:creationId xmlns:a16="http://schemas.microsoft.com/office/drawing/2014/main" id="{16034144-E486-81D4-19BA-1A946A83D87C}"/>
                </a:ext>
              </a:extLst>
            </p:cNvPr>
            <p:cNvSpPr>
              <a:spLocks/>
            </p:cNvSpPr>
            <p:nvPr/>
          </p:nvSpPr>
          <p:spPr bwMode="auto">
            <a:xfrm>
              <a:off x="5568110" y="2542202"/>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5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50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7 w 771525"/>
                <a:gd name="T63" fmla="*/ 676393 h 742950"/>
                <a:gd name="T64" fmla="*/ 641962 w 771525"/>
                <a:gd name="T65" fmla="*/ 649198 h 742950"/>
                <a:gd name="T66" fmla="*/ 674167 w 771525"/>
                <a:gd name="T67" fmla="*/ 618186 h 742950"/>
                <a:gd name="T68" fmla="*/ 702409 w 771525"/>
                <a:gd name="T69" fmla="*/ 583706 h 742950"/>
                <a:gd name="T70" fmla="*/ 726327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5 h 742950"/>
                <a:gd name="T80" fmla="*/ 768519 w 771525"/>
                <a:gd name="T81" fmla="*/ 324878 h 742950"/>
                <a:gd name="T82" fmla="*/ 759743 w 771525"/>
                <a:gd name="T83" fmla="*/ 280008 h 742950"/>
                <a:gd name="T84" fmla="*/ 745558 w 771525"/>
                <a:gd name="T85" fmla="*/ 237213 h 742950"/>
                <a:gd name="T86" fmla="*/ 726327 w 771525"/>
                <a:gd name="T87" fmla="*/ 196842 h 742950"/>
                <a:gd name="T88" fmla="*/ 702409 w 771525"/>
                <a:gd name="T89" fmla="*/ 159243 h 742950"/>
                <a:gd name="T90" fmla="*/ 674167 w 771525"/>
                <a:gd name="T91" fmla="*/ 124763 h 742950"/>
                <a:gd name="T92" fmla="*/ 641962 w 771525"/>
                <a:gd name="T93" fmla="*/ 93751 h 742950"/>
                <a:gd name="T94" fmla="*/ 606157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5"/>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50"/>
                  </a:lnTo>
                  <a:lnTo>
                    <a:pt x="434151" y="740055"/>
                  </a:lnTo>
                  <a:lnTo>
                    <a:pt x="480747" y="731604"/>
                  </a:lnTo>
                  <a:lnTo>
                    <a:pt x="525187" y="717945"/>
                  </a:lnTo>
                  <a:lnTo>
                    <a:pt x="567111" y="699425"/>
                  </a:lnTo>
                  <a:lnTo>
                    <a:pt x="606157" y="676393"/>
                  </a:lnTo>
                  <a:lnTo>
                    <a:pt x="641962" y="649198"/>
                  </a:lnTo>
                  <a:lnTo>
                    <a:pt x="674167" y="618186"/>
                  </a:lnTo>
                  <a:lnTo>
                    <a:pt x="702409" y="583706"/>
                  </a:lnTo>
                  <a:lnTo>
                    <a:pt x="726327" y="546107"/>
                  </a:lnTo>
                  <a:lnTo>
                    <a:pt x="745558" y="505736"/>
                  </a:lnTo>
                  <a:lnTo>
                    <a:pt x="759743" y="462941"/>
                  </a:lnTo>
                  <a:lnTo>
                    <a:pt x="768519" y="418071"/>
                  </a:lnTo>
                  <a:lnTo>
                    <a:pt x="771525" y="371475"/>
                  </a:lnTo>
                  <a:lnTo>
                    <a:pt x="768519" y="324878"/>
                  </a:lnTo>
                  <a:lnTo>
                    <a:pt x="759743" y="280008"/>
                  </a:lnTo>
                  <a:lnTo>
                    <a:pt x="745558" y="237213"/>
                  </a:lnTo>
                  <a:lnTo>
                    <a:pt x="726327" y="196842"/>
                  </a:lnTo>
                  <a:lnTo>
                    <a:pt x="702409" y="159243"/>
                  </a:lnTo>
                  <a:lnTo>
                    <a:pt x="674167" y="124763"/>
                  </a:lnTo>
                  <a:lnTo>
                    <a:pt x="641962" y="93751"/>
                  </a:lnTo>
                  <a:lnTo>
                    <a:pt x="606157"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7422" name="object 13">
              <a:extLst>
                <a:ext uri="{FF2B5EF4-FFF2-40B4-BE49-F238E27FC236}">
                  <a16:creationId xmlns:a16="http://schemas.microsoft.com/office/drawing/2014/main" id="{9CDBE070-E980-DCA1-F5FE-A10B104D88E4}"/>
                </a:ext>
              </a:extLst>
            </p:cNvPr>
            <p:cNvSpPr>
              <a:spLocks/>
            </p:cNvSpPr>
            <p:nvPr/>
          </p:nvSpPr>
          <p:spPr bwMode="auto">
            <a:xfrm>
              <a:off x="5568110" y="2542202"/>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7423" name="object 14">
              <a:extLst>
                <a:ext uri="{FF2B5EF4-FFF2-40B4-BE49-F238E27FC236}">
                  <a16:creationId xmlns:a16="http://schemas.microsoft.com/office/drawing/2014/main" id="{A9650245-021A-B718-4B54-B0E404E4C6E0}"/>
                </a:ext>
              </a:extLst>
            </p:cNvPr>
            <p:cNvSpPr>
              <a:spLocks/>
            </p:cNvSpPr>
            <p:nvPr/>
          </p:nvSpPr>
          <p:spPr bwMode="auto">
            <a:xfrm>
              <a:off x="3081337" y="3176348"/>
              <a:ext cx="2600325" cy="862330"/>
            </a:xfrm>
            <a:custGeom>
              <a:avLst/>
              <a:gdLst>
                <a:gd name="T0" fmla="*/ 0 w 2600325"/>
                <a:gd name="T1" fmla="*/ 862252 h 862329"/>
                <a:gd name="T2" fmla="*/ 2599760 w 2600325"/>
                <a:gd name="T3" fmla="*/ 0 h 862329"/>
                <a:gd name="T4" fmla="*/ 0 60000 65536"/>
                <a:gd name="T5" fmla="*/ 0 60000 65536"/>
              </a:gdLst>
              <a:ahLst/>
              <a:cxnLst>
                <a:cxn ang="T4">
                  <a:pos x="T0" y="T1"/>
                </a:cxn>
                <a:cxn ang="T5">
                  <a:pos x="T2" y="T3"/>
                </a:cxn>
              </a:cxnLst>
              <a:rect l="0" t="0" r="r" b="b"/>
              <a:pathLst>
                <a:path w="2600325" h="862329">
                  <a:moveTo>
                    <a:pt x="0" y="862251"/>
                  </a:moveTo>
                  <a:lnTo>
                    <a:pt x="2599760"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7424" name="object 15">
              <a:extLst>
                <a:ext uri="{FF2B5EF4-FFF2-40B4-BE49-F238E27FC236}">
                  <a16:creationId xmlns:a16="http://schemas.microsoft.com/office/drawing/2014/main" id="{DEB94994-22CE-043F-92DD-506FA273C973}"/>
                </a:ext>
              </a:extLst>
            </p:cNvPr>
            <p:cNvSpPr>
              <a:spLocks/>
            </p:cNvSpPr>
            <p:nvPr/>
          </p:nvSpPr>
          <p:spPr bwMode="auto">
            <a:xfrm>
              <a:off x="4173263" y="2834421"/>
              <a:ext cx="736600" cy="1208405"/>
            </a:xfrm>
            <a:custGeom>
              <a:avLst/>
              <a:gdLst>
                <a:gd name="T0" fmla="*/ 0 w 736600"/>
                <a:gd name="T1" fmla="*/ 0 h 1208404"/>
                <a:gd name="T2" fmla="*/ 736310 w 736600"/>
                <a:gd name="T3" fmla="*/ 1208028 h 1208404"/>
                <a:gd name="T4" fmla="*/ 0 60000 65536"/>
                <a:gd name="T5" fmla="*/ 0 60000 65536"/>
              </a:gdLst>
              <a:ahLst/>
              <a:cxnLst>
                <a:cxn ang="T4">
                  <a:pos x="T0" y="T1"/>
                </a:cxn>
                <a:cxn ang="T5">
                  <a:pos x="T2" y="T3"/>
                </a:cxn>
              </a:cxnLst>
              <a:rect l="0" t="0" r="r" b="b"/>
              <a:pathLst>
                <a:path w="736600" h="1208404">
                  <a:moveTo>
                    <a:pt x="0" y="0"/>
                  </a:moveTo>
                  <a:lnTo>
                    <a:pt x="736310" y="1208027"/>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7425" name="object 16">
              <a:extLst>
                <a:ext uri="{FF2B5EF4-FFF2-40B4-BE49-F238E27FC236}">
                  <a16:creationId xmlns:a16="http://schemas.microsoft.com/office/drawing/2014/main" id="{186A6A77-9287-A876-1E1B-C68C9EB0D43F}"/>
                </a:ext>
              </a:extLst>
            </p:cNvPr>
            <p:cNvSpPr>
              <a:spLocks/>
            </p:cNvSpPr>
            <p:nvPr/>
          </p:nvSpPr>
          <p:spPr bwMode="auto">
            <a:xfrm>
              <a:off x="5455124" y="3285152"/>
              <a:ext cx="499109" cy="757555"/>
            </a:xfrm>
            <a:custGeom>
              <a:avLst/>
              <a:gdLst>
                <a:gd name="T0" fmla="*/ 498749 w 499110"/>
                <a:gd name="T1" fmla="*/ 0 h 757554"/>
                <a:gd name="T2" fmla="*/ 0 w 499110"/>
                <a:gd name="T3" fmla="*/ 757298 h 757554"/>
                <a:gd name="T4" fmla="*/ 0 60000 65536"/>
                <a:gd name="T5" fmla="*/ 0 60000 65536"/>
              </a:gdLst>
              <a:ahLst/>
              <a:cxnLst>
                <a:cxn ang="T4">
                  <a:pos x="T0" y="T1"/>
                </a:cxn>
                <a:cxn ang="T5">
                  <a:pos x="T2" y="T3"/>
                </a:cxn>
              </a:cxnLst>
              <a:rect l="0" t="0" r="r" b="b"/>
              <a:pathLst>
                <a:path w="499110" h="757554">
                  <a:moveTo>
                    <a:pt x="498750" y="0"/>
                  </a:moveTo>
                  <a:lnTo>
                    <a:pt x="0" y="757297"/>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7426" name="object 17">
              <a:extLst>
                <a:ext uri="{FF2B5EF4-FFF2-40B4-BE49-F238E27FC236}">
                  <a16:creationId xmlns:a16="http://schemas.microsoft.com/office/drawing/2014/main" id="{CB268205-B506-7EA2-7F2C-8937A046373A}"/>
                </a:ext>
              </a:extLst>
            </p:cNvPr>
            <p:cNvSpPr>
              <a:spLocks/>
            </p:cNvSpPr>
            <p:nvPr/>
          </p:nvSpPr>
          <p:spPr bwMode="auto">
            <a:xfrm>
              <a:off x="4286249" y="2571750"/>
              <a:ext cx="1282065" cy="342265"/>
            </a:xfrm>
            <a:custGeom>
              <a:avLst/>
              <a:gdLst>
                <a:gd name="T0" fmla="*/ 1281862 w 1282064"/>
                <a:gd name="T1" fmla="*/ 341928 h 342264"/>
                <a:gd name="T2" fmla="*/ 0 w 1282064"/>
                <a:gd name="T3" fmla="*/ 0 h 342264"/>
                <a:gd name="T4" fmla="*/ 0 60000 65536"/>
                <a:gd name="T5" fmla="*/ 0 60000 65536"/>
              </a:gdLst>
              <a:ahLst/>
              <a:cxnLst>
                <a:cxn ang="T4">
                  <a:pos x="T0" y="T1"/>
                </a:cxn>
                <a:cxn ang="T5">
                  <a:pos x="T2" y="T3"/>
                </a:cxn>
              </a:cxnLst>
              <a:rect l="0" t="0" r="r" b="b"/>
              <a:pathLst>
                <a:path w="1282064" h="342264">
                  <a:moveTo>
                    <a:pt x="1281861" y="341927"/>
                  </a:moveTo>
                  <a:lnTo>
                    <a:pt x="0"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grpSp>
      <p:sp>
        <p:nvSpPr>
          <p:cNvPr id="17412" name="object 18">
            <a:extLst>
              <a:ext uri="{FF2B5EF4-FFF2-40B4-BE49-F238E27FC236}">
                <a16:creationId xmlns:a16="http://schemas.microsoft.com/office/drawing/2014/main" id="{5206555D-912E-0A4C-5FE8-8B616501F5E0}"/>
              </a:ext>
            </a:extLst>
          </p:cNvPr>
          <p:cNvSpPr txBox="1">
            <a:spLocks noChangeArrowheads="1"/>
          </p:cNvSpPr>
          <p:nvPr/>
        </p:nvSpPr>
        <p:spPr bwMode="auto">
          <a:xfrm>
            <a:off x="666654" y="3944460"/>
            <a:ext cx="7943945"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620" rIns="0" bIns="0">
            <a:spAutoFit/>
          </a:bodyPr>
          <a:lstStyle>
            <a:lvl1pPr marL="3098800" indent="-3086100">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nSpc>
                <a:spcPct val="101000"/>
              </a:lnSpc>
              <a:spcBef>
                <a:spcPts val="56"/>
              </a:spcBef>
            </a:pPr>
            <a:r>
              <a:rPr lang="en-US" altLang="en-US" sz="1800" dirty="0">
                <a:latin typeface="Trebuchet MS" panose="020B0603020202020204" pitchFamily="34" charset="0"/>
                <a:ea typeface="Arial MT"/>
                <a:cs typeface="Arial MT"/>
              </a:rPr>
              <a:t>Independent components or elements </a:t>
            </a:r>
            <a:r>
              <a:rPr lang="en-US" altLang="en-US" sz="1800" dirty="0">
                <a:latin typeface="Trebuchet MS" panose="020B0603020202020204" pitchFamily="34" charset="0"/>
                <a:cs typeface="Microsoft Sans Serif" panose="020B0604020202020204" pitchFamily="34" charset="0"/>
              </a:rPr>
              <a:t>that are </a:t>
            </a:r>
            <a:r>
              <a:rPr lang="en-US" altLang="en-US" sz="1800" dirty="0">
                <a:latin typeface="Trebuchet MS" panose="020B0603020202020204" pitchFamily="34" charset="0"/>
                <a:ea typeface="Arial MT"/>
                <a:cs typeface="Arial MT"/>
              </a:rPr>
              <a:t>connected by  a network</a:t>
            </a:r>
            <a:r>
              <a:rPr lang="en-US" altLang="en-US" sz="1800" dirty="0">
                <a:latin typeface="Trebuchet MS" panose="020B0603020202020204" pitchFamily="34" charset="0"/>
                <a:cs typeface="Microsoft Sans Serif" panose="020B0604020202020204" pitchFamily="34" charset="0"/>
              </a:rPr>
              <a:t>.</a:t>
            </a:r>
          </a:p>
        </p:txBody>
      </p:sp>
      <p:sp>
        <p:nvSpPr>
          <p:cNvPr id="3" name="object 2">
            <a:extLst>
              <a:ext uri="{FF2B5EF4-FFF2-40B4-BE49-F238E27FC236}">
                <a16:creationId xmlns:a16="http://schemas.microsoft.com/office/drawing/2014/main" id="{5632C17E-8221-C0C2-871F-99804A52292A}"/>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What is a distributed system?</a:t>
            </a:r>
            <a:endParaRPr lang="en-US" sz="2800" kern="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33C24BD-32E5-E311-4113-3A1C799B38A7}"/>
              </a:ext>
            </a:extLst>
          </p:cNvPr>
          <p:cNvSpPr txBox="1">
            <a:spLocks noGrp="1"/>
          </p:cNvSpPr>
          <p:nvPr>
            <p:ph type="title"/>
          </p:nvPr>
        </p:nvSpPr>
        <p:spPr>
          <a:xfrm>
            <a:off x="1346598" y="439342"/>
            <a:ext cx="6425803" cy="517449"/>
          </a:xfrm>
        </p:spPr>
        <p:txBody>
          <a:bodyPr wrap="square" lIns="0" tIns="9525" rIns="0" bIns="0" rtlCol="0">
            <a:spAutoFit/>
          </a:bodyPr>
          <a:lstStyle/>
          <a:p>
            <a:pPr marL="9525">
              <a:spcBef>
                <a:spcPts val="75"/>
              </a:spcBef>
              <a:defRPr/>
            </a:pPr>
            <a:r>
              <a:rPr sz="3300" spc="323" dirty="0"/>
              <a:t>W</a:t>
            </a:r>
            <a:r>
              <a:rPr sz="3300" spc="-307" dirty="0"/>
              <a:t>h</a:t>
            </a:r>
            <a:r>
              <a:rPr sz="3300" spc="-311" dirty="0"/>
              <a:t>a</a:t>
            </a:r>
            <a:r>
              <a:rPr sz="3300" spc="180" dirty="0"/>
              <a:t>t</a:t>
            </a:r>
            <a:r>
              <a:rPr sz="3300" spc="-4" dirty="0"/>
              <a:t> </a:t>
            </a:r>
            <a:r>
              <a:rPr sz="3300" spc="-15" dirty="0"/>
              <a:t>i</a:t>
            </a:r>
            <a:r>
              <a:rPr sz="3300" spc="-382" dirty="0"/>
              <a:t>s</a:t>
            </a:r>
            <a:r>
              <a:rPr sz="3300" spc="-4" dirty="0"/>
              <a:t> </a:t>
            </a:r>
            <a:r>
              <a:rPr sz="3300" spc="-428" dirty="0"/>
              <a:t>a</a:t>
            </a:r>
            <a:r>
              <a:rPr sz="3300" spc="-4" dirty="0"/>
              <a:t> </a:t>
            </a:r>
            <a:r>
              <a:rPr sz="3300" spc="-161" dirty="0"/>
              <a:t>d</a:t>
            </a:r>
            <a:r>
              <a:rPr sz="3300" spc="-15" dirty="0"/>
              <a:t>i</a:t>
            </a:r>
            <a:r>
              <a:rPr sz="3300" spc="-390" dirty="0"/>
              <a:t>s</a:t>
            </a:r>
            <a:r>
              <a:rPr sz="3300" spc="176" dirty="0"/>
              <a:t>t</a:t>
            </a:r>
            <a:r>
              <a:rPr sz="3300" spc="203" dirty="0"/>
              <a:t>r</a:t>
            </a:r>
            <a:r>
              <a:rPr sz="3300" spc="-15" dirty="0"/>
              <a:t>i</a:t>
            </a:r>
            <a:r>
              <a:rPr sz="3300" spc="-79" dirty="0"/>
              <a:t>bu</a:t>
            </a:r>
            <a:r>
              <a:rPr sz="3300" spc="-45" dirty="0"/>
              <a:t>t</a:t>
            </a:r>
            <a:r>
              <a:rPr sz="3300" spc="-255" dirty="0"/>
              <a:t>e</a:t>
            </a:r>
            <a:r>
              <a:rPr sz="3300" spc="-153" dirty="0"/>
              <a:t>d</a:t>
            </a:r>
            <a:r>
              <a:rPr sz="3300" spc="-4" dirty="0"/>
              <a:t> </a:t>
            </a:r>
            <a:r>
              <a:rPr sz="3300" spc="-390" dirty="0"/>
              <a:t>s</a:t>
            </a:r>
            <a:r>
              <a:rPr sz="3300" spc="-210" dirty="0"/>
              <a:t>y</a:t>
            </a:r>
            <a:r>
              <a:rPr sz="3300" spc="-390" dirty="0"/>
              <a:t>s</a:t>
            </a:r>
            <a:r>
              <a:rPr sz="3300" spc="176" dirty="0"/>
              <a:t>t</a:t>
            </a:r>
            <a:r>
              <a:rPr sz="3300" spc="-255" dirty="0"/>
              <a:t>e</a:t>
            </a:r>
            <a:r>
              <a:rPr sz="3300" spc="-210" dirty="0"/>
              <a:t>m</a:t>
            </a:r>
            <a:r>
              <a:rPr sz="3300" spc="-739" dirty="0"/>
              <a:t>?</a:t>
            </a:r>
            <a:endParaRPr sz="3300" dirty="0"/>
          </a:p>
        </p:txBody>
      </p:sp>
      <p:grpSp>
        <p:nvGrpSpPr>
          <p:cNvPr id="18435" name="object 3">
            <a:extLst>
              <a:ext uri="{FF2B5EF4-FFF2-40B4-BE49-F238E27FC236}">
                <a16:creationId xmlns:a16="http://schemas.microsoft.com/office/drawing/2014/main" id="{8E2470C7-09D5-8DA0-54D6-042608BC74C3}"/>
              </a:ext>
            </a:extLst>
          </p:cNvPr>
          <p:cNvGrpSpPr>
            <a:grpSpLocks/>
          </p:cNvGrpSpPr>
          <p:nvPr/>
        </p:nvGrpSpPr>
        <p:grpSpPr bwMode="auto">
          <a:xfrm>
            <a:off x="2870597" y="1645444"/>
            <a:ext cx="3032522" cy="1866900"/>
            <a:chOff x="2303462" y="2193925"/>
            <a:chExt cx="4043045" cy="2489200"/>
          </a:xfrm>
        </p:grpSpPr>
        <p:sp>
          <p:nvSpPr>
            <p:cNvPr id="18437" name="object 4">
              <a:extLst>
                <a:ext uri="{FF2B5EF4-FFF2-40B4-BE49-F238E27FC236}">
                  <a16:creationId xmlns:a16="http://schemas.microsoft.com/office/drawing/2014/main" id="{F700E202-6844-B668-8697-48BDB740ABB4}"/>
                </a:ext>
              </a:extLst>
            </p:cNvPr>
            <p:cNvSpPr>
              <a:spLocks/>
            </p:cNvSpPr>
            <p:nvPr/>
          </p:nvSpPr>
          <p:spPr bwMode="auto">
            <a:xfrm>
              <a:off x="3514725" y="2200275"/>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5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50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6 w 771525"/>
                <a:gd name="T63" fmla="*/ 676393 h 742950"/>
                <a:gd name="T64" fmla="*/ 641962 w 771525"/>
                <a:gd name="T65" fmla="*/ 649198 h 742950"/>
                <a:gd name="T66" fmla="*/ 674167 w 771525"/>
                <a:gd name="T67" fmla="*/ 618186 h 742950"/>
                <a:gd name="T68" fmla="*/ 702409 w 771525"/>
                <a:gd name="T69" fmla="*/ 583706 h 742950"/>
                <a:gd name="T70" fmla="*/ 726326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5 h 742950"/>
                <a:gd name="T80" fmla="*/ 768519 w 771525"/>
                <a:gd name="T81" fmla="*/ 324878 h 742950"/>
                <a:gd name="T82" fmla="*/ 759743 w 771525"/>
                <a:gd name="T83" fmla="*/ 280008 h 742950"/>
                <a:gd name="T84" fmla="*/ 745558 w 771525"/>
                <a:gd name="T85" fmla="*/ 237213 h 742950"/>
                <a:gd name="T86" fmla="*/ 726326 w 771525"/>
                <a:gd name="T87" fmla="*/ 196842 h 742950"/>
                <a:gd name="T88" fmla="*/ 702409 w 771525"/>
                <a:gd name="T89" fmla="*/ 159243 h 742950"/>
                <a:gd name="T90" fmla="*/ 674167 w 771525"/>
                <a:gd name="T91" fmla="*/ 124763 h 742950"/>
                <a:gd name="T92" fmla="*/ 641962 w 771525"/>
                <a:gd name="T93" fmla="*/ 93751 h 742950"/>
                <a:gd name="T94" fmla="*/ 606156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5"/>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50"/>
                  </a:lnTo>
                  <a:lnTo>
                    <a:pt x="434151" y="740055"/>
                  </a:lnTo>
                  <a:lnTo>
                    <a:pt x="480747" y="731604"/>
                  </a:lnTo>
                  <a:lnTo>
                    <a:pt x="525187" y="717945"/>
                  </a:lnTo>
                  <a:lnTo>
                    <a:pt x="567111" y="699425"/>
                  </a:lnTo>
                  <a:lnTo>
                    <a:pt x="606156" y="676393"/>
                  </a:lnTo>
                  <a:lnTo>
                    <a:pt x="641962" y="649198"/>
                  </a:lnTo>
                  <a:lnTo>
                    <a:pt x="674167" y="618186"/>
                  </a:lnTo>
                  <a:lnTo>
                    <a:pt x="702409" y="583706"/>
                  </a:lnTo>
                  <a:lnTo>
                    <a:pt x="726326" y="546107"/>
                  </a:lnTo>
                  <a:lnTo>
                    <a:pt x="745558" y="505736"/>
                  </a:lnTo>
                  <a:lnTo>
                    <a:pt x="759743" y="462941"/>
                  </a:lnTo>
                  <a:lnTo>
                    <a:pt x="768519" y="418071"/>
                  </a:lnTo>
                  <a:lnTo>
                    <a:pt x="771525" y="371475"/>
                  </a:lnTo>
                  <a:lnTo>
                    <a:pt x="768519" y="324878"/>
                  </a:lnTo>
                  <a:lnTo>
                    <a:pt x="759743" y="280008"/>
                  </a:lnTo>
                  <a:lnTo>
                    <a:pt x="745558" y="237213"/>
                  </a:lnTo>
                  <a:lnTo>
                    <a:pt x="726326" y="196842"/>
                  </a:lnTo>
                  <a:lnTo>
                    <a:pt x="702409" y="159243"/>
                  </a:lnTo>
                  <a:lnTo>
                    <a:pt x="674167" y="124763"/>
                  </a:lnTo>
                  <a:lnTo>
                    <a:pt x="641962" y="93751"/>
                  </a:lnTo>
                  <a:lnTo>
                    <a:pt x="606156"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8438" name="object 5">
              <a:extLst>
                <a:ext uri="{FF2B5EF4-FFF2-40B4-BE49-F238E27FC236}">
                  <a16:creationId xmlns:a16="http://schemas.microsoft.com/office/drawing/2014/main" id="{22E55D89-246F-99A1-7615-EE33F2EFE9AF}"/>
                </a:ext>
              </a:extLst>
            </p:cNvPr>
            <p:cNvSpPr>
              <a:spLocks/>
            </p:cNvSpPr>
            <p:nvPr/>
          </p:nvSpPr>
          <p:spPr bwMode="auto">
            <a:xfrm>
              <a:off x="3514725" y="2200275"/>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39" name="object 6">
              <a:extLst>
                <a:ext uri="{FF2B5EF4-FFF2-40B4-BE49-F238E27FC236}">
                  <a16:creationId xmlns:a16="http://schemas.microsoft.com/office/drawing/2014/main" id="{314F95F9-0966-A0D8-519C-B3DEDAF87867}"/>
                </a:ext>
              </a:extLst>
            </p:cNvPr>
            <p:cNvSpPr>
              <a:spLocks/>
            </p:cNvSpPr>
            <p:nvPr/>
          </p:nvSpPr>
          <p:spPr bwMode="auto">
            <a:xfrm>
              <a:off x="2309812" y="3667125"/>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5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50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7 w 771525"/>
                <a:gd name="T63" fmla="*/ 676393 h 742950"/>
                <a:gd name="T64" fmla="*/ 641962 w 771525"/>
                <a:gd name="T65" fmla="*/ 649198 h 742950"/>
                <a:gd name="T66" fmla="*/ 674167 w 771525"/>
                <a:gd name="T67" fmla="*/ 618186 h 742950"/>
                <a:gd name="T68" fmla="*/ 702409 w 771525"/>
                <a:gd name="T69" fmla="*/ 583706 h 742950"/>
                <a:gd name="T70" fmla="*/ 726327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5 h 742950"/>
                <a:gd name="T80" fmla="*/ 768519 w 771525"/>
                <a:gd name="T81" fmla="*/ 324878 h 742950"/>
                <a:gd name="T82" fmla="*/ 759743 w 771525"/>
                <a:gd name="T83" fmla="*/ 280008 h 742950"/>
                <a:gd name="T84" fmla="*/ 745558 w 771525"/>
                <a:gd name="T85" fmla="*/ 237213 h 742950"/>
                <a:gd name="T86" fmla="*/ 726327 w 771525"/>
                <a:gd name="T87" fmla="*/ 196842 h 742950"/>
                <a:gd name="T88" fmla="*/ 702409 w 771525"/>
                <a:gd name="T89" fmla="*/ 159243 h 742950"/>
                <a:gd name="T90" fmla="*/ 674167 w 771525"/>
                <a:gd name="T91" fmla="*/ 124763 h 742950"/>
                <a:gd name="T92" fmla="*/ 641962 w 771525"/>
                <a:gd name="T93" fmla="*/ 93751 h 742950"/>
                <a:gd name="T94" fmla="*/ 606157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5"/>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50"/>
                  </a:lnTo>
                  <a:lnTo>
                    <a:pt x="434151" y="740055"/>
                  </a:lnTo>
                  <a:lnTo>
                    <a:pt x="480747" y="731604"/>
                  </a:lnTo>
                  <a:lnTo>
                    <a:pt x="525187" y="717945"/>
                  </a:lnTo>
                  <a:lnTo>
                    <a:pt x="567111" y="699425"/>
                  </a:lnTo>
                  <a:lnTo>
                    <a:pt x="606157" y="676393"/>
                  </a:lnTo>
                  <a:lnTo>
                    <a:pt x="641962" y="649198"/>
                  </a:lnTo>
                  <a:lnTo>
                    <a:pt x="674167" y="618186"/>
                  </a:lnTo>
                  <a:lnTo>
                    <a:pt x="702409" y="583706"/>
                  </a:lnTo>
                  <a:lnTo>
                    <a:pt x="726327" y="546107"/>
                  </a:lnTo>
                  <a:lnTo>
                    <a:pt x="745558" y="505736"/>
                  </a:lnTo>
                  <a:lnTo>
                    <a:pt x="759743" y="462941"/>
                  </a:lnTo>
                  <a:lnTo>
                    <a:pt x="768519" y="418071"/>
                  </a:lnTo>
                  <a:lnTo>
                    <a:pt x="771525" y="371475"/>
                  </a:lnTo>
                  <a:lnTo>
                    <a:pt x="768519" y="324878"/>
                  </a:lnTo>
                  <a:lnTo>
                    <a:pt x="759743" y="280008"/>
                  </a:lnTo>
                  <a:lnTo>
                    <a:pt x="745558" y="237213"/>
                  </a:lnTo>
                  <a:lnTo>
                    <a:pt x="726327" y="196842"/>
                  </a:lnTo>
                  <a:lnTo>
                    <a:pt x="702409" y="159243"/>
                  </a:lnTo>
                  <a:lnTo>
                    <a:pt x="674167" y="124763"/>
                  </a:lnTo>
                  <a:lnTo>
                    <a:pt x="641962" y="93751"/>
                  </a:lnTo>
                  <a:lnTo>
                    <a:pt x="606157"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8440" name="object 7">
              <a:extLst>
                <a:ext uri="{FF2B5EF4-FFF2-40B4-BE49-F238E27FC236}">
                  <a16:creationId xmlns:a16="http://schemas.microsoft.com/office/drawing/2014/main" id="{5724B2D2-5F20-7EB6-99A7-5D1BB5657EA8}"/>
                </a:ext>
              </a:extLst>
            </p:cNvPr>
            <p:cNvSpPr>
              <a:spLocks/>
            </p:cNvSpPr>
            <p:nvPr/>
          </p:nvSpPr>
          <p:spPr bwMode="auto">
            <a:xfrm>
              <a:off x="2309812" y="3667125"/>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41" name="object 8">
              <a:extLst>
                <a:ext uri="{FF2B5EF4-FFF2-40B4-BE49-F238E27FC236}">
                  <a16:creationId xmlns:a16="http://schemas.microsoft.com/office/drawing/2014/main" id="{D2707C90-38D0-4475-3E47-F9719037E61B}"/>
                </a:ext>
              </a:extLst>
            </p:cNvPr>
            <p:cNvSpPr>
              <a:spLocks/>
            </p:cNvSpPr>
            <p:nvPr/>
          </p:nvSpPr>
          <p:spPr bwMode="auto">
            <a:xfrm>
              <a:off x="2968350" y="2834422"/>
              <a:ext cx="659765" cy="941705"/>
            </a:xfrm>
            <a:custGeom>
              <a:avLst/>
              <a:gdLst>
                <a:gd name="T0" fmla="*/ 0 w 659764"/>
                <a:gd name="T1" fmla="*/ 941507 h 941704"/>
                <a:gd name="T2" fmla="*/ 659362 w 659764"/>
                <a:gd name="T3" fmla="*/ 0 h 941704"/>
                <a:gd name="T4" fmla="*/ 0 60000 65536"/>
                <a:gd name="T5" fmla="*/ 0 60000 65536"/>
              </a:gdLst>
              <a:ahLst/>
              <a:cxnLst>
                <a:cxn ang="T4">
                  <a:pos x="T0" y="T1"/>
                </a:cxn>
                <a:cxn ang="T5">
                  <a:pos x="T2" y="T3"/>
                </a:cxn>
              </a:cxnLst>
              <a:rect l="0" t="0" r="r" b="b"/>
              <a:pathLst>
                <a:path w="659764" h="941704">
                  <a:moveTo>
                    <a:pt x="0" y="941506"/>
                  </a:moveTo>
                  <a:lnTo>
                    <a:pt x="659361"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42" name="object 9">
              <a:extLst>
                <a:ext uri="{FF2B5EF4-FFF2-40B4-BE49-F238E27FC236}">
                  <a16:creationId xmlns:a16="http://schemas.microsoft.com/office/drawing/2014/main" id="{E966D40A-EEB3-2F6F-AB9B-081405AD9040}"/>
                </a:ext>
              </a:extLst>
            </p:cNvPr>
            <p:cNvSpPr>
              <a:spLocks/>
            </p:cNvSpPr>
            <p:nvPr/>
          </p:nvSpPr>
          <p:spPr bwMode="auto">
            <a:xfrm>
              <a:off x="4796585" y="3933645"/>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4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49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7 w 771525"/>
                <a:gd name="T63" fmla="*/ 676393 h 742950"/>
                <a:gd name="T64" fmla="*/ 641962 w 771525"/>
                <a:gd name="T65" fmla="*/ 649198 h 742950"/>
                <a:gd name="T66" fmla="*/ 674167 w 771525"/>
                <a:gd name="T67" fmla="*/ 618186 h 742950"/>
                <a:gd name="T68" fmla="*/ 702409 w 771525"/>
                <a:gd name="T69" fmla="*/ 583706 h 742950"/>
                <a:gd name="T70" fmla="*/ 726327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4 h 742950"/>
                <a:gd name="T80" fmla="*/ 768519 w 771525"/>
                <a:gd name="T81" fmla="*/ 324878 h 742950"/>
                <a:gd name="T82" fmla="*/ 759743 w 771525"/>
                <a:gd name="T83" fmla="*/ 280008 h 742950"/>
                <a:gd name="T84" fmla="*/ 745558 w 771525"/>
                <a:gd name="T85" fmla="*/ 237213 h 742950"/>
                <a:gd name="T86" fmla="*/ 726327 w 771525"/>
                <a:gd name="T87" fmla="*/ 196842 h 742950"/>
                <a:gd name="T88" fmla="*/ 702409 w 771525"/>
                <a:gd name="T89" fmla="*/ 159243 h 742950"/>
                <a:gd name="T90" fmla="*/ 674167 w 771525"/>
                <a:gd name="T91" fmla="*/ 124763 h 742950"/>
                <a:gd name="T92" fmla="*/ 641962 w 771525"/>
                <a:gd name="T93" fmla="*/ 93751 h 742950"/>
                <a:gd name="T94" fmla="*/ 606157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4"/>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49"/>
                  </a:lnTo>
                  <a:lnTo>
                    <a:pt x="434151" y="740055"/>
                  </a:lnTo>
                  <a:lnTo>
                    <a:pt x="480747" y="731604"/>
                  </a:lnTo>
                  <a:lnTo>
                    <a:pt x="525187" y="717945"/>
                  </a:lnTo>
                  <a:lnTo>
                    <a:pt x="567111" y="699425"/>
                  </a:lnTo>
                  <a:lnTo>
                    <a:pt x="606157" y="676393"/>
                  </a:lnTo>
                  <a:lnTo>
                    <a:pt x="641962" y="649198"/>
                  </a:lnTo>
                  <a:lnTo>
                    <a:pt x="674167" y="618186"/>
                  </a:lnTo>
                  <a:lnTo>
                    <a:pt x="702409" y="583706"/>
                  </a:lnTo>
                  <a:lnTo>
                    <a:pt x="726327" y="546107"/>
                  </a:lnTo>
                  <a:lnTo>
                    <a:pt x="745558" y="505736"/>
                  </a:lnTo>
                  <a:lnTo>
                    <a:pt x="759743" y="462941"/>
                  </a:lnTo>
                  <a:lnTo>
                    <a:pt x="768519" y="418071"/>
                  </a:lnTo>
                  <a:lnTo>
                    <a:pt x="771525" y="371474"/>
                  </a:lnTo>
                  <a:lnTo>
                    <a:pt x="768519" y="324878"/>
                  </a:lnTo>
                  <a:lnTo>
                    <a:pt x="759743" y="280008"/>
                  </a:lnTo>
                  <a:lnTo>
                    <a:pt x="745558" y="237213"/>
                  </a:lnTo>
                  <a:lnTo>
                    <a:pt x="726327" y="196842"/>
                  </a:lnTo>
                  <a:lnTo>
                    <a:pt x="702409" y="159243"/>
                  </a:lnTo>
                  <a:lnTo>
                    <a:pt x="674167" y="124763"/>
                  </a:lnTo>
                  <a:lnTo>
                    <a:pt x="641962" y="93751"/>
                  </a:lnTo>
                  <a:lnTo>
                    <a:pt x="606157"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8443" name="object 10">
              <a:extLst>
                <a:ext uri="{FF2B5EF4-FFF2-40B4-BE49-F238E27FC236}">
                  <a16:creationId xmlns:a16="http://schemas.microsoft.com/office/drawing/2014/main" id="{4827C0CC-90AE-419D-2EE8-85FD4E9067A9}"/>
                </a:ext>
              </a:extLst>
            </p:cNvPr>
            <p:cNvSpPr>
              <a:spLocks/>
            </p:cNvSpPr>
            <p:nvPr/>
          </p:nvSpPr>
          <p:spPr bwMode="auto">
            <a:xfrm>
              <a:off x="4796585" y="3933645"/>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44" name="object 11">
              <a:extLst>
                <a:ext uri="{FF2B5EF4-FFF2-40B4-BE49-F238E27FC236}">
                  <a16:creationId xmlns:a16="http://schemas.microsoft.com/office/drawing/2014/main" id="{7D5B71BB-0156-CDCD-2EC0-9E44DC56A06B}"/>
                </a:ext>
              </a:extLst>
            </p:cNvPr>
            <p:cNvSpPr>
              <a:spLocks/>
            </p:cNvSpPr>
            <p:nvPr/>
          </p:nvSpPr>
          <p:spPr bwMode="auto">
            <a:xfrm>
              <a:off x="2968350" y="4301271"/>
              <a:ext cx="1828800" cy="4445"/>
            </a:xfrm>
            <a:custGeom>
              <a:avLst/>
              <a:gdLst>
                <a:gd name="T0" fmla="*/ 0 w 1828800"/>
                <a:gd name="T1" fmla="*/ 0 h 4445"/>
                <a:gd name="T2" fmla="*/ 1828235 w 1828800"/>
                <a:gd name="T3" fmla="*/ 3849 h 4445"/>
                <a:gd name="T4" fmla="*/ 0 60000 65536"/>
                <a:gd name="T5" fmla="*/ 0 60000 65536"/>
              </a:gdLst>
              <a:ahLst/>
              <a:cxnLst>
                <a:cxn ang="T4">
                  <a:pos x="T0" y="T1"/>
                </a:cxn>
                <a:cxn ang="T5">
                  <a:pos x="T2" y="T3"/>
                </a:cxn>
              </a:cxnLst>
              <a:rect l="0" t="0" r="r" b="b"/>
              <a:pathLst>
                <a:path w="1828800" h="4445">
                  <a:moveTo>
                    <a:pt x="0" y="0"/>
                  </a:moveTo>
                  <a:lnTo>
                    <a:pt x="1828235" y="384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45" name="object 12">
              <a:extLst>
                <a:ext uri="{FF2B5EF4-FFF2-40B4-BE49-F238E27FC236}">
                  <a16:creationId xmlns:a16="http://schemas.microsoft.com/office/drawing/2014/main" id="{9FCF60CA-E5F4-B4B8-3967-08D48D3C5CA2}"/>
                </a:ext>
              </a:extLst>
            </p:cNvPr>
            <p:cNvSpPr>
              <a:spLocks/>
            </p:cNvSpPr>
            <p:nvPr/>
          </p:nvSpPr>
          <p:spPr bwMode="auto">
            <a:xfrm>
              <a:off x="5568110" y="2542202"/>
              <a:ext cx="771525" cy="742950"/>
            </a:xfrm>
            <a:custGeom>
              <a:avLst/>
              <a:gdLst>
                <a:gd name="T0" fmla="*/ 385762 w 771525"/>
                <a:gd name="T1" fmla="*/ 0 h 742950"/>
                <a:gd name="T2" fmla="*/ 337373 w 771525"/>
                <a:gd name="T3" fmla="*/ 2894 h 742950"/>
                <a:gd name="T4" fmla="*/ 290777 w 771525"/>
                <a:gd name="T5" fmla="*/ 11345 h 742950"/>
                <a:gd name="T6" fmla="*/ 246337 w 771525"/>
                <a:gd name="T7" fmla="*/ 25004 h 742950"/>
                <a:gd name="T8" fmla="*/ 204413 w 771525"/>
                <a:gd name="T9" fmla="*/ 43524 h 742950"/>
                <a:gd name="T10" fmla="*/ 165368 w 771525"/>
                <a:gd name="T11" fmla="*/ 66556 h 742950"/>
                <a:gd name="T12" fmla="*/ 129562 w 771525"/>
                <a:gd name="T13" fmla="*/ 93751 h 742950"/>
                <a:gd name="T14" fmla="*/ 97357 w 771525"/>
                <a:gd name="T15" fmla="*/ 124763 h 742950"/>
                <a:gd name="T16" fmla="*/ 69115 w 771525"/>
                <a:gd name="T17" fmla="*/ 159243 h 742950"/>
                <a:gd name="T18" fmla="*/ 45198 w 771525"/>
                <a:gd name="T19" fmla="*/ 196842 h 742950"/>
                <a:gd name="T20" fmla="*/ 25966 w 771525"/>
                <a:gd name="T21" fmla="*/ 237213 h 742950"/>
                <a:gd name="T22" fmla="*/ 11781 w 771525"/>
                <a:gd name="T23" fmla="*/ 280008 h 742950"/>
                <a:gd name="T24" fmla="*/ 3005 w 771525"/>
                <a:gd name="T25" fmla="*/ 324878 h 742950"/>
                <a:gd name="T26" fmla="*/ 0 w 771525"/>
                <a:gd name="T27" fmla="*/ 371475 h 742950"/>
                <a:gd name="T28" fmla="*/ 3005 w 771525"/>
                <a:gd name="T29" fmla="*/ 418071 h 742950"/>
                <a:gd name="T30" fmla="*/ 11781 w 771525"/>
                <a:gd name="T31" fmla="*/ 462941 h 742950"/>
                <a:gd name="T32" fmla="*/ 25966 w 771525"/>
                <a:gd name="T33" fmla="*/ 505736 h 742950"/>
                <a:gd name="T34" fmla="*/ 45198 w 771525"/>
                <a:gd name="T35" fmla="*/ 546107 h 742950"/>
                <a:gd name="T36" fmla="*/ 69115 w 771525"/>
                <a:gd name="T37" fmla="*/ 583706 h 742950"/>
                <a:gd name="T38" fmla="*/ 97357 w 771525"/>
                <a:gd name="T39" fmla="*/ 618186 h 742950"/>
                <a:gd name="T40" fmla="*/ 129562 w 771525"/>
                <a:gd name="T41" fmla="*/ 649198 h 742950"/>
                <a:gd name="T42" fmla="*/ 165368 w 771525"/>
                <a:gd name="T43" fmla="*/ 676393 h 742950"/>
                <a:gd name="T44" fmla="*/ 204413 w 771525"/>
                <a:gd name="T45" fmla="*/ 699425 h 742950"/>
                <a:gd name="T46" fmla="*/ 246337 w 771525"/>
                <a:gd name="T47" fmla="*/ 717945 h 742950"/>
                <a:gd name="T48" fmla="*/ 290777 w 771525"/>
                <a:gd name="T49" fmla="*/ 731604 h 742950"/>
                <a:gd name="T50" fmla="*/ 337373 w 771525"/>
                <a:gd name="T51" fmla="*/ 740055 h 742950"/>
                <a:gd name="T52" fmla="*/ 385762 w 771525"/>
                <a:gd name="T53" fmla="*/ 742950 h 742950"/>
                <a:gd name="T54" fmla="*/ 434151 w 771525"/>
                <a:gd name="T55" fmla="*/ 740055 h 742950"/>
                <a:gd name="T56" fmla="*/ 480747 w 771525"/>
                <a:gd name="T57" fmla="*/ 731604 h 742950"/>
                <a:gd name="T58" fmla="*/ 525187 w 771525"/>
                <a:gd name="T59" fmla="*/ 717945 h 742950"/>
                <a:gd name="T60" fmla="*/ 567111 w 771525"/>
                <a:gd name="T61" fmla="*/ 699425 h 742950"/>
                <a:gd name="T62" fmla="*/ 606157 w 771525"/>
                <a:gd name="T63" fmla="*/ 676393 h 742950"/>
                <a:gd name="T64" fmla="*/ 641962 w 771525"/>
                <a:gd name="T65" fmla="*/ 649198 h 742950"/>
                <a:gd name="T66" fmla="*/ 674167 w 771525"/>
                <a:gd name="T67" fmla="*/ 618186 h 742950"/>
                <a:gd name="T68" fmla="*/ 702409 w 771525"/>
                <a:gd name="T69" fmla="*/ 583706 h 742950"/>
                <a:gd name="T70" fmla="*/ 726327 w 771525"/>
                <a:gd name="T71" fmla="*/ 546107 h 742950"/>
                <a:gd name="T72" fmla="*/ 745558 w 771525"/>
                <a:gd name="T73" fmla="*/ 505736 h 742950"/>
                <a:gd name="T74" fmla="*/ 759743 w 771525"/>
                <a:gd name="T75" fmla="*/ 462941 h 742950"/>
                <a:gd name="T76" fmla="*/ 768519 w 771525"/>
                <a:gd name="T77" fmla="*/ 418071 h 742950"/>
                <a:gd name="T78" fmla="*/ 771525 w 771525"/>
                <a:gd name="T79" fmla="*/ 371475 h 742950"/>
                <a:gd name="T80" fmla="*/ 768519 w 771525"/>
                <a:gd name="T81" fmla="*/ 324878 h 742950"/>
                <a:gd name="T82" fmla="*/ 759743 w 771525"/>
                <a:gd name="T83" fmla="*/ 280008 h 742950"/>
                <a:gd name="T84" fmla="*/ 745558 w 771525"/>
                <a:gd name="T85" fmla="*/ 237213 h 742950"/>
                <a:gd name="T86" fmla="*/ 726327 w 771525"/>
                <a:gd name="T87" fmla="*/ 196842 h 742950"/>
                <a:gd name="T88" fmla="*/ 702409 w 771525"/>
                <a:gd name="T89" fmla="*/ 159243 h 742950"/>
                <a:gd name="T90" fmla="*/ 674167 w 771525"/>
                <a:gd name="T91" fmla="*/ 124763 h 742950"/>
                <a:gd name="T92" fmla="*/ 641962 w 771525"/>
                <a:gd name="T93" fmla="*/ 93751 h 742950"/>
                <a:gd name="T94" fmla="*/ 606157 w 771525"/>
                <a:gd name="T95" fmla="*/ 66556 h 742950"/>
                <a:gd name="T96" fmla="*/ 567111 w 771525"/>
                <a:gd name="T97" fmla="*/ 43524 h 742950"/>
                <a:gd name="T98" fmla="*/ 525187 w 771525"/>
                <a:gd name="T99" fmla="*/ 25004 h 742950"/>
                <a:gd name="T100" fmla="*/ 480747 w 771525"/>
                <a:gd name="T101" fmla="*/ 11345 h 742950"/>
                <a:gd name="T102" fmla="*/ 434151 w 771525"/>
                <a:gd name="T103" fmla="*/ 2894 h 742950"/>
                <a:gd name="T104" fmla="*/ 385762 w 771525"/>
                <a:gd name="T105" fmla="*/ 0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385762" y="0"/>
                  </a:moveTo>
                  <a:lnTo>
                    <a:pt x="337373" y="2894"/>
                  </a:lnTo>
                  <a:lnTo>
                    <a:pt x="290777" y="11345"/>
                  </a:lnTo>
                  <a:lnTo>
                    <a:pt x="246337" y="25004"/>
                  </a:lnTo>
                  <a:lnTo>
                    <a:pt x="204413" y="43524"/>
                  </a:lnTo>
                  <a:lnTo>
                    <a:pt x="165368" y="66556"/>
                  </a:lnTo>
                  <a:lnTo>
                    <a:pt x="129562" y="93751"/>
                  </a:lnTo>
                  <a:lnTo>
                    <a:pt x="97357" y="124763"/>
                  </a:lnTo>
                  <a:lnTo>
                    <a:pt x="69115" y="159243"/>
                  </a:lnTo>
                  <a:lnTo>
                    <a:pt x="45198" y="196842"/>
                  </a:lnTo>
                  <a:lnTo>
                    <a:pt x="25966" y="237213"/>
                  </a:lnTo>
                  <a:lnTo>
                    <a:pt x="11781" y="280008"/>
                  </a:lnTo>
                  <a:lnTo>
                    <a:pt x="3005" y="324878"/>
                  </a:lnTo>
                  <a:lnTo>
                    <a:pt x="0" y="371475"/>
                  </a:lnTo>
                  <a:lnTo>
                    <a:pt x="3005" y="418071"/>
                  </a:lnTo>
                  <a:lnTo>
                    <a:pt x="11781" y="462941"/>
                  </a:lnTo>
                  <a:lnTo>
                    <a:pt x="25966" y="505736"/>
                  </a:lnTo>
                  <a:lnTo>
                    <a:pt x="45198" y="546107"/>
                  </a:lnTo>
                  <a:lnTo>
                    <a:pt x="69115" y="583706"/>
                  </a:lnTo>
                  <a:lnTo>
                    <a:pt x="97357" y="618186"/>
                  </a:lnTo>
                  <a:lnTo>
                    <a:pt x="129562" y="649198"/>
                  </a:lnTo>
                  <a:lnTo>
                    <a:pt x="165368" y="676393"/>
                  </a:lnTo>
                  <a:lnTo>
                    <a:pt x="204413" y="699425"/>
                  </a:lnTo>
                  <a:lnTo>
                    <a:pt x="246337" y="717945"/>
                  </a:lnTo>
                  <a:lnTo>
                    <a:pt x="290777" y="731604"/>
                  </a:lnTo>
                  <a:lnTo>
                    <a:pt x="337373" y="740055"/>
                  </a:lnTo>
                  <a:lnTo>
                    <a:pt x="385762" y="742950"/>
                  </a:lnTo>
                  <a:lnTo>
                    <a:pt x="434151" y="740055"/>
                  </a:lnTo>
                  <a:lnTo>
                    <a:pt x="480747" y="731604"/>
                  </a:lnTo>
                  <a:lnTo>
                    <a:pt x="525187" y="717945"/>
                  </a:lnTo>
                  <a:lnTo>
                    <a:pt x="567111" y="699425"/>
                  </a:lnTo>
                  <a:lnTo>
                    <a:pt x="606157" y="676393"/>
                  </a:lnTo>
                  <a:lnTo>
                    <a:pt x="641962" y="649198"/>
                  </a:lnTo>
                  <a:lnTo>
                    <a:pt x="674167" y="618186"/>
                  </a:lnTo>
                  <a:lnTo>
                    <a:pt x="702409" y="583706"/>
                  </a:lnTo>
                  <a:lnTo>
                    <a:pt x="726327" y="546107"/>
                  </a:lnTo>
                  <a:lnTo>
                    <a:pt x="745558" y="505736"/>
                  </a:lnTo>
                  <a:lnTo>
                    <a:pt x="759743" y="462941"/>
                  </a:lnTo>
                  <a:lnTo>
                    <a:pt x="768519" y="418071"/>
                  </a:lnTo>
                  <a:lnTo>
                    <a:pt x="771525" y="371475"/>
                  </a:lnTo>
                  <a:lnTo>
                    <a:pt x="768519" y="324878"/>
                  </a:lnTo>
                  <a:lnTo>
                    <a:pt x="759743" y="280008"/>
                  </a:lnTo>
                  <a:lnTo>
                    <a:pt x="745558" y="237213"/>
                  </a:lnTo>
                  <a:lnTo>
                    <a:pt x="726327" y="196842"/>
                  </a:lnTo>
                  <a:lnTo>
                    <a:pt x="702409" y="159243"/>
                  </a:lnTo>
                  <a:lnTo>
                    <a:pt x="674167" y="124763"/>
                  </a:lnTo>
                  <a:lnTo>
                    <a:pt x="641962" y="93751"/>
                  </a:lnTo>
                  <a:lnTo>
                    <a:pt x="606157" y="66556"/>
                  </a:lnTo>
                  <a:lnTo>
                    <a:pt x="567111" y="43524"/>
                  </a:lnTo>
                  <a:lnTo>
                    <a:pt x="525187" y="25004"/>
                  </a:lnTo>
                  <a:lnTo>
                    <a:pt x="480747" y="11345"/>
                  </a:lnTo>
                  <a:lnTo>
                    <a:pt x="434151" y="2894"/>
                  </a:lnTo>
                  <a:lnTo>
                    <a:pt x="385762" y="0"/>
                  </a:lnTo>
                  <a:close/>
                </a:path>
              </a:pathLst>
            </a:custGeom>
            <a:solidFill>
              <a:srgbClr val="DAE3F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8446" name="object 13">
              <a:extLst>
                <a:ext uri="{FF2B5EF4-FFF2-40B4-BE49-F238E27FC236}">
                  <a16:creationId xmlns:a16="http://schemas.microsoft.com/office/drawing/2014/main" id="{EB012239-CF08-1946-1B0C-4A1448997E99}"/>
                </a:ext>
              </a:extLst>
            </p:cNvPr>
            <p:cNvSpPr>
              <a:spLocks/>
            </p:cNvSpPr>
            <p:nvPr/>
          </p:nvSpPr>
          <p:spPr bwMode="auto">
            <a:xfrm>
              <a:off x="5568110" y="2542202"/>
              <a:ext cx="771525" cy="742950"/>
            </a:xfrm>
            <a:custGeom>
              <a:avLst/>
              <a:gdLst>
                <a:gd name="T0" fmla="*/ 0 w 771525"/>
                <a:gd name="T1" fmla="*/ 371475 h 742950"/>
                <a:gd name="T2" fmla="*/ 3005 w 771525"/>
                <a:gd name="T3" fmla="*/ 324877 h 742950"/>
                <a:gd name="T4" fmla="*/ 11781 w 771525"/>
                <a:gd name="T5" fmla="*/ 280008 h 742950"/>
                <a:gd name="T6" fmla="*/ 25966 w 771525"/>
                <a:gd name="T7" fmla="*/ 237213 h 742950"/>
                <a:gd name="T8" fmla="*/ 45198 w 771525"/>
                <a:gd name="T9" fmla="*/ 196842 h 742950"/>
                <a:gd name="T10" fmla="*/ 69115 w 771525"/>
                <a:gd name="T11" fmla="*/ 159243 h 742950"/>
                <a:gd name="T12" fmla="*/ 97357 w 771525"/>
                <a:gd name="T13" fmla="*/ 124763 h 742950"/>
                <a:gd name="T14" fmla="*/ 129562 w 771525"/>
                <a:gd name="T15" fmla="*/ 93751 h 742950"/>
                <a:gd name="T16" fmla="*/ 165368 w 771525"/>
                <a:gd name="T17" fmla="*/ 66555 h 742950"/>
                <a:gd name="T18" fmla="*/ 204413 w 771525"/>
                <a:gd name="T19" fmla="*/ 43524 h 742950"/>
                <a:gd name="T20" fmla="*/ 246337 w 771525"/>
                <a:gd name="T21" fmla="*/ 25004 h 742950"/>
                <a:gd name="T22" fmla="*/ 290777 w 771525"/>
                <a:gd name="T23" fmla="*/ 11345 h 742950"/>
                <a:gd name="T24" fmla="*/ 337373 w 771525"/>
                <a:gd name="T25" fmla="*/ 2894 h 742950"/>
                <a:gd name="T26" fmla="*/ 385762 w 771525"/>
                <a:gd name="T27" fmla="*/ 0 h 742950"/>
                <a:gd name="T28" fmla="*/ 434151 w 771525"/>
                <a:gd name="T29" fmla="*/ 2894 h 742950"/>
                <a:gd name="T30" fmla="*/ 480747 w 771525"/>
                <a:gd name="T31" fmla="*/ 11345 h 742950"/>
                <a:gd name="T32" fmla="*/ 525187 w 771525"/>
                <a:gd name="T33" fmla="*/ 25004 h 742950"/>
                <a:gd name="T34" fmla="*/ 567111 w 771525"/>
                <a:gd name="T35" fmla="*/ 43524 h 742950"/>
                <a:gd name="T36" fmla="*/ 606156 w 771525"/>
                <a:gd name="T37" fmla="*/ 66555 h 742950"/>
                <a:gd name="T38" fmla="*/ 641962 w 771525"/>
                <a:gd name="T39" fmla="*/ 93751 h 742950"/>
                <a:gd name="T40" fmla="*/ 674167 w 771525"/>
                <a:gd name="T41" fmla="*/ 124763 h 742950"/>
                <a:gd name="T42" fmla="*/ 702409 w 771525"/>
                <a:gd name="T43" fmla="*/ 159243 h 742950"/>
                <a:gd name="T44" fmla="*/ 726326 w 771525"/>
                <a:gd name="T45" fmla="*/ 196842 h 742950"/>
                <a:gd name="T46" fmla="*/ 745558 w 771525"/>
                <a:gd name="T47" fmla="*/ 237213 h 742950"/>
                <a:gd name="T48" fmla="*/ 759743 w 771525"/>
                <a:gd name="T49" fmla="*/ 280008 h 742950"/>
                <a:gd name="T50" fmla="*/ 768519 w 771525"/>
                <a:gd name="T51" fmla="*/ 324877 h 742950"/>
                <a:gd name="T52" fmla="*/ 771525 w 771525"/>
                <a:gd name="T53" fmla="*/ 371475 h 742950"/>
                <a:gd name="T54" fmla="*/ 768519 w 771525"/>
                <a:gd name="T55" fmla="*/ 418072 h 742950"/>
                <a:gd name="T56" fmla="*/ 759743 w 771525"/>
                <a:gd name="T57" fmla="*/ 462941 h 742950"/>
                <a:gd name="T58" fmla="*/ 745558 w 771525"/>
                <a:gd name="T59" fmla="*/ 505736 h 742950"/>
                <a:gd name="T60" fmla="*/ 726326 w 771525"/>
                <a:gd name="T61" fmla="*/ 546107 h 742950"/>
                <a:gd name="T62" fmla="*/ 702409 w 771525"/>
                <a:gd name="T63" fmla="*/ 583706 h 742950"/>
                <a:gd name="T64" fmla="*/ 674167 w 771525"/>
                <a:gd name="T65" fmla="*/ 618186 h 742950"/>
                <a:gd name="T66" fmla="*/ 641962 w 771525"/>
                <a:gd name="T67" fmla="*/ 649198 h 742950"/>
                <a:gd name="T68" fmla="*/ 606156 w 771525"/>
                <a:gd name="T69" fmla="*/ 676394 h 742950"/>
                <a:gd name="T70" fmla="*/ 567111 w 771525"/>
                <a:gd name="T71" fmla="*/ 699425 h 742950"/>
                <a:gd name="T72" fmla="*/ 525187 w 771525"/>
                <a:gd name="T73" fmla="*/ 717945 h 742950"/>
                <a:gd name="T74" fmla="*/ 480747 w 771525"/>
                <a:gd name="T75" fmla="*/ 731604 h 742950"/>
                <a:gd name="T76" fmla="*/ 434151 w 771525"/>
                <a:gd name="T77" fmla="*/ 740055 h 742950"/>
                <a:gd name="T78" fmla="*/ 385762 w 771525"/>
                <a:gd name="T79" fmla="*/ 742950 h 742950"/>
                <a:gd name="T80" fmla="*/ 337373 w 771525"/>
                <a:gd name="T81" fmla="*/ 740055 h 742950"/>
                <a:gd name="T82" fmla="*/ 290777 w 771525"/>
                <a:gd name="T83" fmla="*/ 731604 h 742950"/>
                <a:gd name="T84" fmla="*/ 246337 w 771525"/>
                <a:gd name="T85" fmla="*/ 717945 h 742950"/>
                <a:gd name="T86" fmla="*/ 204413 w 771525"/>
                <a:gd name="T87" fmla="*/ 699425 h 742950"/>
                <a:gd name="T88" fmla="*/ 165368 w 771525"/>
                <a:gd name="T89" fmla="*/ 676394 h 742950"/>
                <a:gd name="T90" fmla="*/ 129562 w 771525"/>
                <a:gd name="T91" fmla="*/ 649198 h 742950"/>
                <a:gd name="T92" fmla="*/ 97357 w 771525"/>
                <a:gd name="T93" fmla="*/ 618186 h 742950"/>
                <a:gd name="T94" fmla="*/ 69115 w 771525"/>
                <a:gd name="T95" fmla="*/ 583706 h 742950"/>
                <a:gd name="T96" fmla="*/ 45198 w 771525"/>
                <a:gd name="T97" fmla="*/ 546107 h 742950"/>
                <a:gd name="T98" fmla="*/ 25966 w 771525"/>
                <a:gd name="T99" fmla="*/ 505736 h 742950"/>
                <a:gd name="T100" fmla="*/ 11781 w 771525"/>
                <a:gd name="T101" fmla="*/ 462941 h 742950"/>
                <a:gd name="T102" fmla="*/ 3005 w 771525"/>
                <a:gd name="T103" fmla="*/ 418072 h 742950"/>
                <a:gd name="T104" fmla="*/ 0 w 771525"/>
                <a:gd name="T105" fmla="*/ 371475 h 7429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71525" h="742950">
                  <a:moveTo>
                    <a:pt x="0" y="371475"/>
                  </a:moveTo>
                  <a:lnTo>
                    <a:pt x="3005" y="324877"/>
                  </a:lnTo>
                  <a:lnTo>
                    <a:pt x="11781" y="280008"/>
                  </a:lnTo>
                  <a:lnTo>
                    <a:pt x="25966" y="237213"/>
                  </a:lnTo>
                  <a:lnTo>
                    <a:pt x="45198" y="196842"/>
                  </a:lnTo>
                  <a:lnTo>
                    <a:pt x="69115" y="159243"/>
                  </a:lnTo>
                  <a:lnTo>
                    <a:pt x="97357" y="124763"/>
                  </a:lnTo>
                  <a:lnTo>
                    <a:pt x="129562" y="93751"/>
                  </a:lnTo>
                  <a:lnTo>
                    <a:pt x="165368" y="66555"/>
                  </a:lnTo>
                  <a:lnTo>
                    <a:pt x="204413" y="43524"/>
                  </a:lnTo>
                  <a:lnTo>
                    <a:pt x="246337" y="25004"/>
                  </a:lnTo>
                  <a:lnTo>
                    <a:pt x="290777" y="11345"/>
                  </a:lnTo>
                  <a:lnTo>
                    <a:pt x="337373" y="2894"/>
                  </a:lnTo>
                  <a:lnTo>
                    <a:pt x="385762" y="0"/>
                  </a:lnTo>
                  <a:lnTo>
                    <a:pt x="434151" y="2894"/>
                  </a:lnTo>
                  <a:lnTo>
                    <a:pt x="480747" y="11345"/>
                  </a:lnTo>
                  <a:lnTo>
                    <a:pt x="525187" y="25004"/>
                  </a:lnTo>
                  <a:lnTo>
                    <a:pt x="567111" y="43524"/>
                  </a:lnTo>
                  <a:lnTo>
                    <a:pt x="606156" y="66555"/>
                  </a:lnTo>
                  <a:lnTo>
                    <a:pt x="641962" y="93751"/>
                  </a:lnTo>
                  <a:lnTo>
                    <a:pt x="674167" y="124763"/>
                  </a:lnTo>
                  <a:lnTo>
                    <a:pt x="702409" y="159243"/>
                  </a:lnTo>
                  <a:lnTo>
                    <a:pt x="726326" y="196842"/>
                  </a:lnTo>
                  <a:lnTo>
                    <a:pt x="745558" y="237213"/>
                  </a:lnTo>
                  <a:lnTo>
                    <a:pt x="759743" y="280008"/>
                  </a:lnTo>
                  <a:lnTo>
                    <a:pt x="768519" y="324877"/>
                  </a:lnTo>
                  <a:lnTo>
                    <a:pt x="771525" y="371475"/>
                  </a:lnTo>
                  <a:lnTo>
                    <a:pt x="768519" y="418072"/>
                  </a:lnTo>
                  <a:lnTo>
                    <a:pt x="759743" y="462941"/>
                  </a:lnTo>
                  <a:lnTo>
                    <a:pt x="745558" y="505736"/>
                  </a:lnTo>
                  <a:lnTo>
                    <a:pt x="726326" y="546107"/>
                  </a:lnTo>
                  <a:lnTo>
                    <a:pt x="702409" y="583706"/>
                  </a:lnTo>
                  <a:lnTo>
                    <a:pt x="674167" y="618186"/>
                  </a:lnTo>
                  <a:lnTo>
                    <a:pt x="641962" y="649198"/>
                  </a:lnTo>
                  <a:lnTo>
                    <a:pt x="606156" y="676394"/>
                  </a:lnTo>
                  <a:lnTo>
                    <a:pt x="567111" y="699425"/>
                  </a:lnTo>
                  <a:lnTo>
                    <a:pt x="525187" y="717945"/>
                  </a:lnTo>
                  <a:lnTo>
                    <a:pt x="480747" y="731604"/>
                  </a:lnTo>
                  <a:lnTo>
                    <a:pt x="434151" y="740055"/>
                  </a:lnTo>
                  <a:lnTo>
                    <a:pt x="385762" y="742950"/>
                  </a:lnTo>
                  <a:lnTo>
                    <a:pt x="337373" y="740055"/>
                  </a:lnTo>
                  <a:lnTo>
                    <a:pt x="290777" y="731604"/>
                  </a:lnTo>
                  <a:lnTo>
                    <a:pt x="246337" y="717945"/>
                  </a:lnTo>
                  <a:lnTo>
                    <a:pt x="204413" y="699425"/>
                  </a:lnTo>
                  <a:lnTo>
                    <a:pt x="165368" y="676394"/>
                  </a:lnTo>
                  <a:lnTo>
                    <a:pt x="129562" y="649198"/>
                  </a:lnTo>
                  <a:lnTo>
                    <a:pt x="97357" y="618186"/>
                  </a:lnTo>
                  <a:lnTo>
                    <a:pt x="69115" y="583706"/>
                  </a:lnTo>
                  <a:lnTo>
                    <a:pt x="45198" y="546107"/>
                  </a:lnTo>
                  <a:lnTo>
                    <a:pt x="25966" y="505736"/>
                  </a:lnTo>
                  <a:lnTo>
                    <a:pt x="11781" y="462941"/>
                  </a:lnTo>
                  <a:lnTo>
                    <a:pt x="3005" y="418072"/>
                  </a:lnTo>
                  <a:lnTo>
                    <a:pt x="0" y="37147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47" name="object 14">
              <a:extLst>
                <a:ext uri="{FF2B5EF4-FFF2-40B4-BE49-F238E27FC236}">
                  <a16:creationId xmlns:a16="http://schemas.microsoft.com/office/drawing/2014/main" id="{7EB8E84F-4FC6-7242-5377-29E5178CA477}"/>
                </a:ext>
              </a:extLst>
            </p:cNvPr>
            <p:cNvSpPr>
              <a:spLocks/>
            </p:cNvSpPr>
            <p:nvPr/>
          </p:nvSpPr>
          <p:spPr bwMode="auto">
            <a:xfrm>
              <a:off x="3081337" y="3176348"/>
              <a:ext cx="2600325" cy="862330"/>
            </a:xfrm>
            <a:custGeom>
              <a:avLst/>
              <a:gdLst>
                <a:gd name="T0" fmla="*/ 0 w 2600325"/>
                <a:gd name="T1" fmla="*/ 862252 h 862329"/>
                <a:gd name="T2" fmla="*/ 2599760 w 2600325"/>
                <a:gd name="T3" fmla="*/ 0 h 862329"/>
                <a:gd name="T4" fmla="*/ 0 60000 65536"/>
                <a:gd name="T5" fmla="*/ 0 60000 65536"/>
              </a:gdLst>
              <a:ahLst/>
              <a:cxnLst>
                <a:cxn ang="T4">
                  <a:pos x="T0" y="T1"/>
                </a:cxn>
                <a:cxn ang="T5">
                  <a:pos x="T2" y="T3"/>
                </a:cxn>
              </a:cxnLst>
              <a:rect l="0" t="0" r="r" b="b"/>
              <a:pathLst>
                <a:path w="2600325" h="862329">
                  <a:moveTo>
                    <a:pt x="0" y="862251"/>
                  </a:moveTo>
                  <a:lnTo>
                    <a:pt x="2599760"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48" name="object 15">
              <a:extLst>
                <a:ext uri="{FF2B5EF4-FFF2-40B4-BE49-F238E27FC236}">
                  <a16:creationId xmlns:a16="http://schemas.microsoft.com/office/drawing/2014/main" id="{A499D385-8D1F-31AB-F987-A211E5E3ADB6}"/>
                </a:ext>
              </a:extLst>
            </p:cNvPr>
            <p:cNvSpPr>
              <a:spLocks/>
            </p:cNvSpPr>
            <p:nvPr/>
          </p:nvSpPr>
          <p:spPr bwMode="auto">
            <a:xfrm>
              <a:off x="4173263" y="2834421"/>
              <a:ext cx="736600" cy="1208405"/>
            </a:xfrm>
            <a:custGeom>
              <a:avLst/>
              <a:gdLst>
                <a:gd name="T0" fmla="*/ 0 w 736600"/>
                <a:gd name="T1" fmla="*/ 0 h 1208404"/>
                <a:gd name="T2" fmla="*/ 736310 w 736600"/>
                <a:gd name="T3" fmla="*/ 1208028 h 1208404"/>
                <a:gd name="T4" fmla="*/ 0 60000 65536"/>
                <a:gd name="T5" fmla="*/ 0 60000 65536"/>
              </a:gdLst>
              <a:ahLst/>
              <a:cxnLst>
                <a:cxn ang="T4">
                  <a:pos x="T0" y="T1"/>
                </a:cxn>
                <a:cxn ang="T5">
                  <a:pos x="T2" y="T3"/>
                </a:cxn>
              </a:cxnLst>
              <a:rect l="0" t="0" r="r" b="b"/>
              <a:pathLst>
                <a:path w="736600" h="1208404">
                  <a:moveTo>
                    <a:pt x="0" y="0"/>
                  </a:moveTo>
                  <a:lnTo>
                    <a:pt x="736310" y="1208027"/>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49" name="object 16">
              <a:extLst>
                <a:ext uri="{FF2B5EF4-FFF2-40B4-BE49-F238E27FC236}">
                  <a16:creationId xmlns:a16="http://schemas.microsoft.com/office/drawing/2014/main" id="{71CEAA61-9967-BFC6-753C-C977A17D2D83}"/>
                </a:ext>
              </a:extLst>
            </p:cNvPr>
            <p:cNvSpPr>
              <a:spLocks/>
            </p:cNvSpPr>
            <p:nvPr/>
          </p:nvSpPr>
          <p:spPr bwMode="auto">
            <a:xfrm>
              <a:off x="5455124" y="3285152"/>
              <a:ext cx="499109" cy="757555"/>
            </a:xfrm>
            <a:custGeom>
              <a:avLst/>
              <a:gdLst>
                <a:gd name="T0" fmla="*/ 498749 w 499110"/>
                <a:gd name="T1" fmla="*/ 0 h 757554"/>
                <a:gd name="T2" fmla="*/ 0 w 499110"/>
                <a:gd name="T3" fmla="*/ 757298 h 757554"/>
                <a:gd name="T4" fmla="*/ 0 60000 65536"/>
                <a:gd name="T5" fmla="*/ 0 60000 65536"/>
              </a:gdLst>
              <a:ahLst/>
              <a:cxnLst>
                <a:cxn ang="T4">
                  <a:pos x="T0" y="T1"/>
                </a:cxn>
                <a:cxn ang="T5">
                  <a:pos x="T2" y="T3"/>
                </a:cxn>
              </a:cxnLst>
              <a:rect l="0" t="0" r="r" b="b"/>
              <a:pathLst>
                <a:path w="499110" h="757554">
                  <a:moveTo>
                    <a:pt x="498750" y="0"/>
                  </a:moveTo>
                  <a:lnTo>
                    <a:pt x="0" y="757297"/>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50" name="object 17">
              <a:extLst>
                <a:ext uri="{FF2B5EF4-FFF2-40B4-BE49-F238E27FC236}">
                  <a16:creationId xmlns:a16="http://schemas.microsoft.com/office/drawing/2014/main" id="{F30559F0-BCA8-3740-5731-379C3C8E9AD8}"/>
                </a:ext>
              </a:extLst>
            </p:cNvPr>
            <p:cNvSpPr>
              <a:spLocks/>
            </p:cNvSpPr>
            <p:nvPr/>
          </p:nvSpPr>
          <p:spPr bwMode="auto">
            <a:xfrm>
              <a:off x="4286249" y="2571750"/>
              <a:ext cx="1282065" cy="342265"/>
            </a:xfrm>
            <a:custGeom>
              <a:avLst/>
              <a:gdLst>
                <a:gd name="T0" fmla="*/ 1281862 w 1282064"/>
                <a:gd name="T1" fmla="*/ 341928 h 342264"/>
                <a:gd name="T2" fmla="*/ 0 w 1282064"/>
                <a:gd name="T3" fmla="*/ 0 h 342264"/>
                <a:gd name="T4" fmla="*/ 0 60000 65536"/>
                <a:gd name="T5" fmla="*/ 0 60000 65536"/>
              </a:gdLst>
              <a:ahLst/>
              <a:cxnLst>
                <a:cxn ang="T4">
                  <a:pos x="T0" y="T1"/>
                </a:cxn>
                <a:cxn ang="T5">
                  <a:pos x="T2" y="T3"/>
                </a:cxn>
              </a:cxnLst>
              <a:rect l="0" t="0" r="r" b="b"/>
              <a:pathLst>
                <a:path w="1282064" h="342264">
                  <a:moveTo>
                    <a:pt x="1281861" y="341927"/>
                  </a:moveTo>
                  <a:lnTo>
                    <a:pt x="0"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51" name="object 18">
              <a:extLst>
                <a:ext uri="{FF2B5EF4-FFF2-40B4-BE49-F238E27FC236}">
                  <a16:creationId xmlns:a16="http://schemas.microsoft.com/office/drawing/2014/main" id="{4C661A90-D0B0-5EB9-C93E-CAE0825D0135}"/>
                </a:ext>
              </a:extLst>
            </p:cNvPr>
            <p:cNvSpPr>
              <a:spLocks/>
            </p:cNvSpPr>
            <p:nvPr/>
          </p:nvSpPr>
          <p:spPr bwMode="auto">
            <a:xfrm>
              <a:off x="2752068" y="3313725"/>
              <a:ext cx="273050" cy="277495"/>
            </a:xfrm>
            <a:custGeom>
              <a:avLst/>
              <a:gdLst>
                <a:gd name="T0" fmla="*/ 272775 w 273050"/>
                <a:gd name="T1" fmla="*/ 0 h 277495"/>
                <a:gd name="T2" fmla="*/ 0 w 273050"/>
                <a:gd name="T3" fmla="*/ 0 h 277495"/>
                <a:gd name="T4" fmla="*/ 0 w 273050"/>
                <a:gd name="T5" fmla="*/ 277019 h 277495"/>
                <a:gd name="T6" fmla="*/ 272775 w 273050"/>
                <a:gd name="T7" fmla="*/ 277019 h 277495"/>
                <a:gd name="T8" fmla="*/ 272775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272775" y="0"/>
                  </a:moveTo>
                  <a:lnTo>
                    <a:pt x="0" y="0"/>
                  </a:lnTo>
                  <a:lnTo>
                    <a:pt x="0" y="277019"/>
                  </a:lnTo>
                  <a:lnTo>
                    <a:pt x="272775" y="277019"/>
                  </a:lnTo>
                  <a:lnTo>
                    <a:pt x="272775" y="0"/>
                  </a:lnTo>
                  <a:close/>
                </a:path>
              </a:pathLst>
            </a:custGeom>
            <a:solidFill>
              <a:srgbClr val="C5E0B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8452" name="object 19">
              <a:extLst>
                <a:ext uri="{FF2B5EF4-FFF2-40B4-BE49-F238E27FC236}">
                  <a16:creationId xmlns:a16="http://schemas.microsoft.com/office/drawing/2014/main" id="{1C3A6C02-67C4-AA1B-6759-3BD5A2730256}"/>
                </a:ext>
              </a:extLst>
            </p:cNvPr>
            <p:cNvSpPr>
              <a:spLocks/>
            </p:cNvSpPr>
            <p:nvPr/>
          </p:nvSpPr>
          <p:spPr bwMode="auto">
            <a:xfrm>
              <a:off x="2752068" y="3313725"/>
              <a:ext cx="273050" cy="277495"/>
            </a:xfrm>
            <a:custGeom>
              <a:avLst/>
              <a:gdLst>
                <a:gd name="T0" fmla="*/ 0 w 273050"/>
                <a:gd name="T1" fmla="*/ 0 h 277495"/>
                <a:gd name="T2" fmla="*/ 272775 w 273050"/>
                <a:gd name="T3" fmla="*/ 0 h 277495"/>
                <a:gd name="T4" fmla="*/ 272775 w 273050"/>
                <a:gd name="T5" fmla="*/ 277019 h 277495"/>
                <a:gd name="T6" fmla="*/ 0 w 273050"/>
                <a:gd name="T7" fmla="*/ 277019 h 277495"/>
                <a:gd name="T8" fmla="*/ 0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0" y="0"/>
                  </a:moveTo>
                  <a:lnTo>
                    <a:pt x="272775" y="0"/>
                  </a:lnTo>
                  <a:lnTo>
                    <a:pt x="272775" y="277019"/>
                  </a:lnTo>
                  <a:lnTo>
                    <a:pt x="0" y="277019"/>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53" name="object 20">
              <a:extLst>
                <a:ext uri="{FF2B5EF4-FFF2-40B4-BE49-F238E27FC236}">
                  <a16:creationId xmlns:a16="http://schemas.microsoft.com/office/drawing/2014/main" id="{ACB4AACB-15CE-B025-C72A-85E05E1B84F4}"/>
                </a:ext>
              </a:extLst>
            </p:cNvPr>
            <p:cNvSpPr>
              <a:spLocks/>
            </p:cNvSpPr>
            <p:nvPr/>
          </p:nvSpPr>
          <p:spPr bwMode="auto">
            <a:xfrm>
              <a:off x="3595358" y="3446035"/>
              <a:ext cx="273050" cy="277495"/>
            </a:xfrm>
            <a:custGeom>
              <a:avLst/>
              <a:gdLst>
                <a:gd name="T0" fmla="*/ 272775 w 273050"/>
                <a:gd name="T1" fmla="*/ 0 h 277495"/>
                <a:gd name="T2" fmla="*/ 0 w 273050"/>
                <a:gd name="T3" fmla="*/ 0 h 277495"/>
                <a:gd name="T4" fmla="*/ 0 w 273050"/>
                <a:gd name="T5" fmla="*/ 277019 h 277495"/>
                <a:gd name="T6" fmla="*/ 272775 w 273050"/>
                <a:gd name="T7" fmla="*/ 277019 h 277495"/>
                <a:gd name="T8" fmla="*/ 272775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272775" y="0"/>
                  </a:moveTo>
                  <a:lnTo>
                    <a:pt x="0" y="0"/>
                  </a:lnTo>
                  <a:lnTo>
                    <a:pt x="0" y="277019"/>
                  </a:lnTo>
                  <a:lnTo>
                    <a:pt x="272775" y="277019"/>
                  </a:lnTo>
                  <a:lnTo>
                    <a:pt x="272775" y="0"/>
                  </a:lnTo>
                  <a:close/>
                </a:path>
              </a:pathLst>
            </a:custGeom>
            <a:solidFill>
              <a:srgbClr val="C5E0B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8454" name="object 21">
              <a:extLst>
                <a:ext uri="{FF2B5EF4-FFF2-40B4-BE49-F238E27FC236}">
                  <a16:creationId xmlns:a16="http://schemas.microsoft.com/office/drawing/2014/main" id="{779F7A0D-CA9E-BB3B-93D9-3BCA68B1EA35}"/>
                </a:ext>
              </a:extLst>
            </p:cNvPr>
            <p:cNvSpPr>
              <a:spLocks/>
            </p:cNvSpPr>
            <p:nvPr/>
          </p:nvSpPr>
          <p:spPr bwMode="auto">
            <a:xfrm>
              <a:off x="3595358" y="3446035"/>
              <a:ext cx="273050" cy="277495"/>
            </a:xfrm>
            <a:custGeom>
              <a:avLst/>
              <a:gdLst>
                <a:gd name="T0" fmla="*/ 0 w 273050"/>
                <a:gd name="T1" fmla="*/ 0 h 277495"/>
                <a:gd name="T2" fmla="*/ 272775 w 273050"/>
                <a:gd name="T3" fmla="*/ 0 h 277495"/>
                <a:gd name="T4" fmla="*/ 272775 w 273050"/>
                <a:gd name="T5" fmla="*/ 277019 h 277495"/>
                <a:gd name="T6" fmla="*/ 0 w 273050"/>
                <a:gd name="T7" fmla="*/ 277019 h 277495"/>
                <a:gd name="T8" fmla="*/ 0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0" y="0"/>
                  </a:moveTo>
                  <a:lnTo>
                    <a:pt x="272775" y="0"/>
                  </a:lnTo>
                  <a:lnTo>
                    <a:pt x="272775" y="277019"/>
                  </a:lnTo>
                  <a:lnTo>
                    <a:pt x="0" y="277019"/>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55" name="object 22">
              <a:extLst>
                <a:ext uri="{FF2B5EF4-FFF2-40B4-BE49-F238E27FC236}">
                  <a16:creationId xmlns:a16="http://schemas.microsoft.com/office/drawing/2014/main" id="{FBD300D1-050E-2323-E91A-81AD3CCCD9D0}"/>
                </a:ext>
              </a:extLst>
            </p:cNvPr>
            <p:cNvSpPr>
              <a:spLocks/>
            </p:cNvSpPr>
            <p:nvPr/>
          </p:nvSpPr>
          <p:spPr bwMode="auto">
            <a:xfrm>
              <a:off x="3298031" y="4352348"/>
              <a:ext cx="273050" cy="277495"/>
            </a:xfrm>
            <a:custGeom>
              <a:avLst/>
              <a:gdLst>
                <a:gd name="T0" fmla="*/ 272775 w 273050"/>
                <a:gd name="T1" fmla="*/ 0 h 277495"/>
                <a:gd name="T2" fmla="*/ 0 w 273050"/>
                <a:gd name="T3" fmla="*/ 0 h 277495"/>
                <a:gd name="T4" fmla="*/ 0 w 273050"/>
                <a:gd name="T5" fmla="*/ 277019 h 277495"/>
                <a:gd name="T6" fmla="*/ 272775 w 273050"/>
                <a:gd name="T7" fmla="*/ 277019 h 277495"/>
                <a:gd name="T8" fmla="*/ 272775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272775" y="0"/>
                  </a:moveTo>
                  <a:lnTo>
                    <a:pt x="0" y="0"/>
                  </a:lnTo>
                  <a:lnTo>
                    <a:pt x="0" y="277019"/>
                  </a:lnTo>
                  <a:lnTo>
                    <a:pt x="272775" y="277019"/>
                  </a:lnTo>
                  <a:lnTo>
                    <a:pt x="272775" y="0"/>
                  </a:lnTo>
                  <a:close/>
                </a:path>
              </a:pathLst>
            </a:custGeom>
            <a:solidFill>
              <a:srgbClr val="C5E0B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8456" name="object 23">
              <a:extLst>
                <a:ext uri="{FF2B5EF4-FFF2-40B4-BE49-F238E27FC236}">
                  <a16:creationId xmlns:a16="http://schemas.microsoft.com/office/drawing/2014/main" id="{73C06D55-811B-1762-1229-A2A6B7DFB25A}"/>
                </a:ext>
              </a:extLst>
            </p:cNvPr>
            <p:cNvSpPr>
              <a:spLocks/>
            </p:cNvSpPr>
            <p:nvPr/>
          </p:nvSpPr>
          <p:spPr bwMode="auto">
            <a:xfrm>
              <a:off x="3298031" y="4352348"/>
              <a:ext cx="273050" cy="277495"/>
            </a:xfrm>
            <a:custGeom>
              <a:avLst/>
              <a:gdLst>
                <a:gd name="T0" fmla="*/ 0 w 273050"/>
                <a:gd name="T1" fmla="*/ 0 h 277495"/>
                <a:gd name="T2" fmla="*/ 272775 w 273050"/>
                <a:gd name="T3" fmla="*/ 0 h 277495"/>
                <a:gd name="T4" fmla="*/ 272775 w 273050"/>
                <a:gd name="T5" fmla="*/ 277019 h 277495"/>
                <a:gd name="T6" fmla="*/ 0 w 273050"/>
                <a:gd name="T7" fmla="*/ 277019 h 277495"/>
                <a:gd name="T8" fmla="*/ 0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0" y="0"/>
                  </a:moveTo>
                  <a:lnTo>
                    <a:pt x="272775" y="0"/>
                  </a:lnTo>
                  <a:lnTo>
                    <a:pt x="272775" y="277019"/>
                  </a:lnTo>
                  <a:lnTo>
                    <a:pt x="0" y="277019"/>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8457" name="object 24">
              <a:extLst>
                <a:ext uri="{FF2B5EF4-FFF2-40B4-BE49-F238E27FC236}">
                  <a16:creationId xmlns:a16="http://schemas.microsoft.com/office/drawing/2014/main" id="{E4721F2B-3943-8791-A197-F4EFFD81C986}"/>
                </a:ext>
              </a:extLst>
            </p:cNvPr>
            <p:cNvSpPr>
              <a:spLocks/>
            </p:cNvSpPr>
            <p:nvPr/>
          </p:nvSpPr>
          <p:spPr bwMode="auto">
            <a:xfrm>
              <a:off x="3057575" y="3004603"/>
              <a:ext cx="1115695" cy="1494155"/>
            </a:xfrm>
            <a:custGeom>
              <a:avLst/>
              <a:gdLst>
                <a:gd name="T0" fmla="*/ 179565 w 1115695"/>
                <a:gd name="T1" fmla="*/ 0 h 1494154"/>
                <a:gd name="T2" fmla="*/ 106553 w 1115695"/>
                <a:gd name="T3" fmla="*/ 43903 h 1494154"/>
                <a:gd name="T4" fmla="*/ 133362 w 1115695"/>
                <a:gd name="T5" fmla="*/ 60921 h 1494154"/>
                <a:gd name="T6" fmla="*/ 0 w 1115695"/>
                <a:gd name="T7" fmla="*/ 270954 h 1494154"/>
                <a:gd name="T8" fmla="*/ 10718 w 1115695"/>
                <a:gd name="T9" fmla="*/ 277761 h 1494154"/>
                <a:gd name="T10" fmla="*/ 144081 w 1115695"/>
                <a:gd name="T11" fmla="*/ 67729 h 1494154"/>
                <a:gd name="T12" fmla="*/ 170878 w 1115695"/>
                <a:gd name="T13" fmla="*/ 84759 h 1494154"/>
                <a:gd name="T14" fmla="*/ 179565 w 1115695"/>
                <a:gd name="T15" fmla="*/ 0 h 1494154"/>
                <a:gd name="T16" fmla="*/ 842911 w 1115695"/>
                <a:gd name="T17" fmla="*/ 1455522 h 1494154"/>
                <a:gd name="T18" fmla="*/ 766711 w 1115695"/>
                <a:gd name="T19" fmla="*/ 1417409 h 1494154"/>
                <a:gd name="T20" fmla="*/ 766711 w 1115695"/>
                <a:gd name="T21" fmla="*/ 1449159 h 1494154"/>
                <a:gd name="T22" fmla="*/ 570128 w 1115695"/>
                <a:gd name="T23" fmla="*/ 1449159 h 1494154"/>
                <a:gd name="T24" fmla="*/ 570128 w 1115695"/>
                <a:gd name="T25" fmla="*/ 1461859 h 1494154"/>
                <a:gd name="T26" fmla="*/ 766711 w 1115695"/>
                <a:gd name="T27" fmla="*/ 1461859 h 1494154"/>
                <a:gd name="T28" fmla="*/ 766711 w 1115695"/>
                <a:gd name="T29" fmla="*/ 1493609 h 1494154"/>
                <a:gd name="T30" fmla="*/ 842911 w 1115695"/>
                <a:gd name="T31" fmla="*/ 1455522 h 1494154"/>
                <a:gd name="T32" fmla="*/ 1115682 w 1115695"/>
                <a:gd name="T33" fmla="*/ 492658 h 1494154"/>
                <a:gd name="T34" fmla="*/ 1030732 w 1115695"/>
                <a:gd name="T35" fmla="*/ 486270 h 1494154"/>
                <a:gd name="T36" fmla="*/ 1042758 w 1115695"/>
                <a:gd name="T37" fmla="*/ 515658 h 1494154"/>
                <a:gd name="T38" fmla="*/ 855446 w 1115695"/>
                <a:gd name="T39" fmla="*/ 592340 h 1494154"/>
                <a:gd name="T40" fmla="*/ 860259 w 1115695"/>
                <a:gd name="T41" fmla="*/ 604088 h 1494154"/>
                <a:gd name="T42" fmla="*/ 1047572 w 1115695"/>
                <a:gd name="T43" fmla="*/ 527405 h 1494154"/>
                <a:gd name="T44" fmla="*/ 1059599 w 1115695"/>
                <a:gd name="T45" fmla="*/ 556793 h 1494154"/>
                <a:gd name="T46" fmla="*/ 1115682 w 1115695"/>
                <a:gd name="T47" fmla="*/ 492658 h 149415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15695" h="1494154">
                  <a:moveTo>
                    <a:pt x="179565" y="0"/>
                  </a:moveTo>
                  <a:lnTo>
                    <a:pt x="106553" y="43903"/>
                  </a:lnTo>
                  <a:lnTo>
                    <a:pt x="133362" y="60921"/>
                  </a:lnTo>
                  <a:lnTo>
                    <a:pt x="0" y="270954"/>
                  </a:lnTo>
                  <a:lnTo>
                    <a:pt x="10718" y="277761"/>
                  </a:lnTo>
                  <a:lnTo>
                    <a:pt x="144081" y="67729"/>
                  </a:lnTo>
                  <a:lnTo>
                    <a:pt x="170878" y="84759"/>
                  </a:lnTo>
                  <a:lnTo>
                    <a:pt x="179565" y="0"/>
                  </a:lnTo>
                  <a:close/>
                </a:path>
                <a:path w="1115695" h="1494154">
                  <a:moveTo>
                    <a:pt x="842911" y="1455521"/>
                  </a:moveTo>
                  <a:lnTo>
                    <a:pt x="766711" y="1417408"/>
                  </a:lnTo>
                  <a:lnTo>
                    <a:pt x="766711" y="1449158"/>
                  </a:lnTo>
                  <a:lnTo>
                    <a:pt x="570128" y="1449158"/>
                  </a:lnTo>
                  <a:lnTo>
                    <a:pt x="570128" y="1461858"/>
                  </a:lnTo>
                  <a:lnTo>
                    <a:pt x="766711" y="1461858"/>
                  </a:lnTo>
                  <a:lnTo>
                    <a:pt x="766711" y="1493608"/>
                  </a:lnTo>
                  <a:lnTo>
                    <a:pt x="842911" y="1455521"/>
                  </a:lnTo>
                  <a:close/>
                </a:path>
                <a:path w="1115695" h="1494154">
                  <a:moveTo>
                    <a:pt x="1115682" y="492658"/>
                  </a:moveTo>
                  <a:lnTo>
                    <a:pt x="1030732" y="486270"/>
                  </a:lnTo>
                  <a:lnTo>
                    <a:pt x="1042758" y="515658"/>
                  </a:lnTo>
                  <a:lnTo>
                    <a:pt x="855446" y="592340"/>
                  </a:lnTo>
                  <a:lnTo>
                    <a:pt x="860259" y="604088"/>
                  </a:lnTo>
                  <a:lnTo>
                    <a:pt x="1047572" y="527405"/>
                  </a:lnTo>
                  <a:lnTo>
                    <a:pt x="1059599" y="556793"/>
                  </a:lnTo>
                  <a:lnTo>
                    <a:pt x="1115682" y="4926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grpSp>
      <p:sp>
        <p:nvSpPr>
          <p:cNvPr id="18436" name="object 25">
            <a:extLst>
              <a:ext uri="{FF2B5EF4-FFF2-40B4-BE49-F238E27FC236}">
                <a16:creationId xmlns:a16="http://schemas.microsoft.com/office/drawing/2014/main" id="{7223D198-203F-E524-B461-C122F4C142EB}"/>
              </a:ext>
            </a:extLst>
          </p:cNvPr>
          <p:cNvSpPr txBox="1">
            <a:spLocks noChangeArrowheads="1"/>
          </p:cNvSpPr>
          <p:nvPr/>
        </p:nvSpPr>
        <p:spPr bwMode="auto">
          <a:xfrm>
            <a:off x="648437" y="3808761"/>
            <a:ext cx="8184298" cy="731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7620" rIns="0" bIns="0">
            <a:spAutoFit/>
          </a:bodyPr>
          <a:lstStyle>
            <a:lvl1pPr marL="712788" indent="-700088">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nSpc>
                <a:spcPct val="101000"/>
              </a:lnSpc>
              <a:spcBef>
                <a:spcPts val="56"/>
              </a:spcBef>
            </a:pPr>
            <a:r>
              <a:rPr lang="en-US" altLang="en-US" dirty="0">
                <a:latin typeface="Trebuchet MS" panose="020B0603020202020204" pitchFamily="34" charset="0"/>
                <a:ea typeface="Arial MT"/>
                <a:cs typeface="Arial MT"/>
              </a:rPr>
              <a:t>Independent components or elements </a:t>
            </a:r>
            <a:r>
              <a:rPr lang="en-US" altLang="en-US" dirty="0">
                <a:latin typeface="Trebuchet MS" panose="020B0603020202020204" pitchFamily="34" charset="0"/>
                <a:cs typeface="Microsoft Sans Serif" panose="020B0604020202020204" pitchFamily="34" charset="0"/>
              </a:rPr>
              <a:t>that are </a:t>
            </a:r>
            <a:r>
              <a:rPr lang="en-US" altLang="en-US" dirty="0">
                <a:latin typeface="Trebuchet MS" panose="020B0603020202020204" pitchFamily="34" charset="0"/>
                <a:ea typeface="Arial MT"/>
                <a:cs typeface="Arial MT"/>
              </a:rPr>
              <a:t>connected by  a network </a:t>
            </a:r>
            <a:r>
              <a:rPr lang="en-US" altLang="en-US" dirty="0">
                <a:latin typeface="Trebuchet MS" panose="020B0603020202020204" pitchFamily="34" charset="0"/>
                <a:cs typeface="Microsoft Sans Serif" panose="020B0604020202020204" pitchFamily="34" charset="0"/>
              </a:rPr>
              <a:t>and communicate by </a:t>
            </a:r>
            <a:r>
              <a:rPr lang="en-US" altLang="en-US" dirty="0">
                <a:latin typeface="Trebuchet MS" panose="020B0603020202020204" pitchFamily="34" charset="0"/>
                <a:ea typeface="Arial MT"/>
                <a:cs typeface="Arial MT"/>
              </a:rPr>
              <a:t>passing messages</a:t>
            </a:r>
            <a:r>
              <a:rPr lang="en-US" altLang="en-US" dirty="0">
                <a:latin typeface="Trebuchet MS" panose="020B0603020202020204" pitchFamily="34" charset="0"/>
                <a:cs typeface="Microsoft Sans Serif" panose="020B0604020202020204" pitchFamily="34" charset="0"/>
              </a:rPr>
              <a:t>.</a:t>
            </a:r>
          </a:p>
        </p:txBody>
      </p:sp>
      <p:sp>
        <p:nvSpPr>
          <p:cNvPr id="3" name="object 2">
            <a:extLst>
              <a:ext uri="{FF2B5EF4-FFF2-40B4-BE49-F238E27FC236}">
                <a16:creationId xmlns:a16="http://schemas.microsoft.com/office/drawing/2014/main" id="{0797E1B0-0137-3A0D-FB2D-50A55B5F819E}"/>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What is a distributed system?</a:t>
            </a:r>
            <a:endParaRPr lang="en-US" sz="2800" kern="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E385EFB-D644-F5A8-D60E-F844D42FBF50}"/>
              </a:ext>
            </a:extLst>
          </p:cNvPr>
          <p:cNvSpPr txBox="1">
            <a:spLocks noGrp="1"/>
          </p:cNvSpPr>
          <p:nvPr>
            <p:ph type="title"/>
          </p:nvPr>
        </p:nvSpPr>
        <p:spPr>
          <a:xfrm>
            <a:off x="1346598" y="439342"/>
            <a:ext cx="6082903" cy="517449"/>
          </a:xfrm>
        </p:spPr>
        <p:txBody>
          <a:bodyPr wrap="square" lIns="0" tIns="9525" rIns="0" bIns="0" rtlCol="0">
            <a:spAutoFit/>
          </a:bodyPr>
          <a:lstStyle/>
          <a:p>
            <a:pPr marL="9525">
              <a:spcBef>
                <a:spcPts val="75"/>
              </a:spcBef>
              <a:defRPr/>
            </a:pPr>
            <a:r>
              <a:rPr sz="3300" spc="323" dirty="0"/>
              <a:t>W</a:t>
            </a:r>
            <a:r>
              <a:rPr sz="3300" spc="-307" dirty="0"/>
              <a:t>h</a:t>
            </a:r>
            <a:r>
              <a:rPr sz="3300" spc="-311" dirty="0"/>
              <a:t>a</a:t>
            </a:r>
            <a:r>
              <a:rPr sz="3300" spc="180" dirty="0"/>
              <a:t>t</a:t>
            </a:r>
            <a:r>
              <a:rPr sz="3300" spc="-4" dirty="0"/>
              <a:t> </a:t>
            </a:r>
            <a:r>
              <a:rPr sz="3300" spc="-15" dirty="0"/>
              <a:t>i</a:t>
            </a:r>
            <a:r>
              <a:rPr sz="3300" spc="-382" dirty="0"/>
              <a:t>s</a:t>
            </a:r>
            <a:r>
              <a:rPr sz="3300" spc="-4" dirty="0"/>
              <a:t> </a:t>
            </a:r>
            <a:r>
              <a:rPr sz="3300" spc="-428" dirty="0"/>
              <a:t>a</a:t>
            </a:r>
            <a:r>
              <a:rPr sz="3300" spc="-4" dirty="0"/>
              <a:t> </a:t>
            </a:r>
            <a:r>
              <a:rPr sz="3300" spc="-161" dirty="0"/>
              <a:t>d</a:t>
            </a:r>
            <a:r>
              <a:rPr sz="3300" spc="-15" dirty="0"/>
              <a:t>i</a:t>
            </a:r>
            <a:r>
              <a:rPr sz="3300" spc="-390" dirty="0"/>
              <a:t>s</a:t>
            </a:r>
            <a:r>
              <a:rPr sz="3300" spc="176" dirty="0"/>
              <a:t>t</a:t>
            </a:r>
            <a:r>
              <a:rPr sz="3300" spc="203" dirty="0"/>
              <a:t>r</a:t>
            </a:r>
            <a:r>
              <a:rPr sz="3300" spc="-15" dirty="0"/>
              <a:t>i</a:t>
            </a:r>
            <a:r>
              <a:rPr sz="3300" spc="-79" dirty="0"/>
              <a:t>bu</a:t>
            </a:r>
            <a:r>
              <a:rPr sz="3300" spc="-45" dirty="0"/>
              <a:t>t</a:t>
            </a:r>
            <a:r>
              <a:rPr sz="3300" spc="-255" dirty="0"/>
              <a:t>e</a:t>
            </a:r>
            <a:r>
              <a:rPr sz="3300" spc="-153" dirty="0"/>
              <a:t>d</a:t>
            </a:r>
            <a:r>
              <a:rPr sz="3300" spc="-4" dirty="0"/>
              <a:t> </a:t>
            </a:r>
            <a:r>
              <a:rPr sz="3300" spc="-390" dirty="0"/>
              <a:t>s</a:t>
            </a:r>
            <a:r>
              <a:rPr sz="3300" spc="-210" dirty="0"/>
              <a:t>y</a:t>
            </a:r>
            <a:r>
              <a:rPr sz="3300" spc="-390" dirty="0"/>
              <a:t>s</a:t>
            </a:r>
            <a:r>
              <a:rPr sz="3300" spc="176" dirty="0"/>
              <a:t>t</a:t>
            </a:r>
            <a:r>
              <a:rPr sz="3300" spc="-255" dirty="0"/>
              <a:t>e</a:t>
            </a:r>
            <a:r>
              <a:rPr sz="3300" spc="-210" dirty="0"/>
              <a:t>m</a:t>
            </a:r>
            <a:r>
              <a:rPr sz="3300" spc="-739" dirty="0"/>
              <a:t>?</a:t>
            </a:r>
            <a:endParaRPr sz="3300" dirty="0"/>
          </a:p>
        </p:txBody>
      </p:sp>
      <p:grpSp>
        <p:nvGrpSpPr>
          <p:cNvPr id="19459" name="object 3">
            <a:extLst>
              <a:ext uri="{FF2B5EF4-FFF2-40B4-BE49-F238E27FC236}">
                <a16:creationId xmlns:a16="http://schemas.microsoft.com/office/drawing/2014/main" id="{063BA1C0-324A-0A80-E86E-BCCF89020B26}"/>
              </a:ext>
            </a:extLst>
          </p:cNvPr>
          <p:cNvGrpSpPr>
            <a:grpSpLocks/>
          </p:cNvGrpSpPr>
          <p:nvPr/>
        </p:nvGrpSpPr>
        <p:grpSpPr bwMode="auto">
          <a:xfrm>
            <a:off x="2327673" y="1516857"/>
            <a:ext cx="4220765" cy="2216944"/>
            <a:chOff x="1579562" y="2022475"/>
            <a:chExt cx="5628005" cy="2955925"/>
          </a:xfrm>
        </p:grpSpPr>
        <p:pic>
          <p:nvPicPr>
            <p:cNvPr id="19461" name="object 4">
              <a:extLst>
                <a:ext uri="{FF2B5EF4-FFF2-40B4-BE49-F238E27FC236}">
                  <a16:creationId xmlns:a16="http://schemas.microsoft.com/office/drawing/2014/main" id="{139143E7-B0AB-A4E8-9BF4-6A5A314D846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79562" y="2022475"/>
              <a:ext cx="5627687"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object 5">
              <a:extLst>
                <a:ext uri="{FF2B5EF4-FFF2-40B4-BE49-F238E27FC236}">
                  <a16:creationId xmlns:a16="http://schemas.microsoft.com/office/drawing/2014/main" id="{3694B2EB-D190-C7F8-FBE1-3D05599EA2A7}"/>
                </a:ext>
              </a:extLst>
            </p:cNvPr>
            <p:cNvSpPr>
              <a:spLocks/>
            </p:cNvSpPr>
            <p:nvPr/>
          </p:nvSpPr>
          <p:spPr bwMode="auto">
            <a:xfrm>
              <a:off x="3081337" y="3176348"/>
              <a:ext cx="2600325" cy="862330"/>
            </a:xfrm>
            <a:custGeom>
              <a:avLst/>
              <a:gdLst>
                <a:gd name="T0" fmla="*/ 0 w 2600325"/>
                <a:gd name="T1" fmla="*/ 862252 h 862329"/>
                <a:gd name="T2" fmla="*/ 2599760 w 2600325"/>
                <a:gd name="T3" fmla="*/ 0 h 862329"/>
                <a:gd name="T4" fmla="*/ 0 60000 65536"/>
                <a:gd name="T5" fmla="*/ 0 60000 65536"/>
              </a:gdLst>
              <a:ahLst/>
              <a:cxnLst>
                <a:cxn ang="T4">
                  <a:pos x="T0" y="T1"/>
                </a:cxn>
                <a:cxn ang="T5">
                  <a:pos x="T2" y="T3"/>
                </a:cxn>
              </a:cxnLst>
              <a:rect l="0" t="0" r="r" b="b"/>
              <a:pathLst>
                <a:path w="2600325" h="862329">
                  <a:moveTo>
                    <a:pt x="0" y="862251"/>
                  </a:moveTo>
                  <a:lnTo>
                    <a:pt x="2599760"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9463" name="object 6">
              <a:extLst>
                <a:ext uri="{FF2B5EF4-FFF2-40B4-BE49-F238E27FC236}">
                  <a16:creationId xmlns:a16="http://schemas.microsoft.com/office/drawing/2014/main" id="{095BF6A8-DC8D-B922-1038-53457567064A}"/>
                </a:ext>
              </a:extLst>
            </p:cNvPr>
            <p:cNvSpPr>
              <a:spLocks/>
            </p:cNvSpPr>
            <p:nvPr/>
          </p:nvSpPr>
          <p:spPr bwMode="auto">
            <a:xfrm>
              <a:off x="4173263" y="2834421"/>
              <a:ext cx="736600" cy="1208405"/>
            </a:xfrm>
            <a:custGeom>
              <a:avLst/>
              <a:gdLst>
                <a:gd name="T0" fmla="*/ 0 w 736600"/>
                <a:gd name="T1" fmla="*/ 0 h 1208404"/>
                <a:gd name="T2" fmla="*/ 736310 w 736600"/>
                <a:gd name="T3" fmla="*/ 1208028 h 1208404"/>
                <a:gd name="T4" fmla="*/ 0 60000 65536"/>
                <a:gd name="T5" fmla="*/ 0 60000 65536"/>
              </a:gdLst>
              <a:ahLst/>
              <a:cxnLst>
                <a:cxn ang="T4">
                  <a:pos x="T0" y="T1"/>
                </a:cxn>
                <a:cxn ang="T5">
                  <a:pos x="T2" y="T3"/>
                </a:cxn>
              </a:cxnLst>
              <a:rect l="0" t="0" r="r" b="b"/>
              <a:pathLst>
                <a:path w="736600" h="1208404">
                  <a:moveTo>
                    <a:pt x="0" y="0"/>
                  </a:moveTo>
                  <a:lnTo>
                    <a:pt x="736310" y="1208027"/>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9464" name="object 7">
              <a:extLst>
                <a:ext uri="{FF2B5EF4-FFF2-40B4-BE49-F238E27FC236}">
                  <a16:creationId xmlns:a16="http://schemas.microsoft.com/office/drawing/2014/main" id="{1DDCDD35-9520-ED5D-F35F-BCE079F4632D}"/>
                </a:ext>
              </a:extLst>
            </p:cNvPr>
            <p:cNvSpPr>
              <a:spLocks/>
            </p:cNvSpPr>
            <p:nvPr/>
          </p:nvSpPr>
          <p:spPr bwMode="auto">
            <a:xfrm>
              <a:off x="5455124" y="3285152"/>
              <a:ext cx="499109" cy="757555"/>
            </a:xfrm>
            <a:custGeom>
              <a:avLst/>
              <a:gdLst>
                <a:gd name="T0" fmla="*/ 498749 w 499110"/>
                <a:gd name="T1" fmla="*/ 0 h 757554"/>
                <a:gd name="T2" fmla="*/ 0 w 499110"/>
                <a:gd name="T3" fmla="*/ 757298 h 757554"/>
                <a:gd name="T4" fmla="*/ 0 60000 65536"/>
                <a:gd name="T5" fmla="*/ 0 60000 65536"/>
              </a:gdLst>
              <a:ahLst/>
              <a:cxnLst>
                <a:cxn ang="T4">
                  <a:pos x="T0" y="T1"/>
                </a:cxn>
                <a:cxn ang="T5">
                  <a:pos x="T2" y="T3"/>
                </a:cxn>
              </a:cxnLst>
              <a:rect l="0" t="0" r="r" b="b"/>
              <a:pathLst>
                <a:path w="499110" h="757554">
                  <a:moveTo>
                    <a:pt x="498750" y="0"/>
                  </a:moveTo>
                  <a:lnTo>
                    <a:pt x="0" y="757297"/>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9465" name="object 8">
              <a:extLst>
                <a:ext uri="{FF2B5EF4-FFF2-40B4-BE49-F238E27FC236}">
                  <a16:creationId xmlns:a16="http://schemas.microsoft.com/office/drawing/2014/main" id="{C7ACD24B-0404-B28B-4342-5FFC8133E2C6}"/>
                </a:ext>
              </a:extLst>
            </p:cNvPr>
            <p:cNvSpPr>
              <a:spLocks/>
            </p:cNvSpPr>
            <p:nvPr/>
          </p:nvSpPr>
          <p:spPr bwMode="auto">
            <a:xfrm>
              <a:off x="4286249" y="2571750"/>
              <a:ext cx="1282065" cy="342265"/>
            </a:xfrm>
            <a:custGeom>
              <a:avLst/>
              <a:gdLst>
                <a:gd name="T0" fmla="*/ 1281862 w 1282064"/>
                <a:gd name="T1" fmla="*/ 341928 h 342264"/>
                <a:gd name="T2" fmla="*/ 0 w 1282064"/>
                <a:gd name="T3" fmla="*/ 0 h 342264"/>
                <a:gd name="T4" fmla="*/ 0 60000 65536"/>
                <a:gd name="T5" fmla="*/ 0 60000 65536"/>
              </a:gdLst>
              <a:ahLst/>
              <a:cxnLst>
                <a:cxn ang="T4">
                  <a:pos x="T0" y="T1"/>
                </a:cxn>
                <a:cxn ang="T5">
                  <a:pos x="T2" y="T3"/>
                </a:cxn>
              </a:cxnLst>
              <a:rect l="0" t="0" r="r" b="b"/>
              <a:pathLst>
                <a:path w="1282064" h="342264">
                  <a:moveTo>
                    <a:pt x="1281861" y="341927"/>
                  </a:moveTo>
                  <a:lnTo>
                    <a:pt x="0"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9466" name="object 9">
              <a:extLst>
                <a:ext uri="{FF2B5EF4-FFF2-40B4-BE49-F238E27FC236}">
                  <a16:creationId xmlns:a16="http://schemas.microsoft.com/office/drawing/2014/main" id="{B4F695C8-A284-FFBE-47C1-0FFC849743CF}"/>
                </a:ext>
              </a:extLst>
            </p:cNvPr>
            <p:cNvSpPr>
              <a:spLocks/>
            </p:cNvSpPr>
            <p:nvPr/>
          </p:nvSpPr>
          <p:spPr bwMode="auto">
            <a:xfrm>
              <a:off x="2752068" y="3313725"/>
              <a:ext cx="273050" cy="277495"/>
            </a:xfrm>
            <a:custGeom>
              <a:avLst/>
              <a:gdLst>
                <a:gd name="T0" fmla="*/ 272775 w 273050"/>
                <a:gd name="T1" fmla="*/ 0 h 277495"/>
                <a:gd name="T2" fmla="*/ 0 w 273050"/>
                <a:gd name="T3" fmla="*/ 0 h 277495"/>
                <a:gd name="T4" fmla="*/ 0 w 273050"/>
                <a:gd name="T5" fmla="*/ 277019 h 277495"/>
                <a:gd name="T6" fmla="*/ 272775 w 273050"/>
                <a:gd name="T7" fmla="*/ 277019 h 277495"/>
                <a:gd name="T8" fmla="*/ 272775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272775" y="0"/>
                  </a:moveTo>
                  <a:lnTo>
                    <a:pt x="0" y="0"/>
                  </a:lnTo>
                  <a:lnTo>
                    <a:pt x="0" y="277019"/>
                  </a:lnTo>
                  <a:lnTo>
                    <a:pt x="272775" y="277019"/>
                  </a:lnTo>
                  <a:lnTo>
                    <a:pt x="272775" y="0"/>
                  </a:lnTo>
                  <a:close/>
                </a:path>
              </a:pathLst>
            </a:custGeom>
            <a:solidFill>
              <a:srgbClr val="C5E0B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9467" name="object 10">
              <a:extLst>
                <a:ext uri="{FF2B5EF4-FFF2-40B4-BE49-F238E27FC236}">
                  <a16:creationId xmlns:a16="http://schemas.microsoft.com/office/drawing/2014/main" id="{F13D065A-F8BF-36D0-198B-7B065C5EA596}"/>
                </a:ext>
              </a:extLst>
            </p:cNvPr>
            <p:cNvSpPr>
              <a:spLocks/>
            </p:cNvSpPr>
            <p:nvPr/>
          </p:nvSpPr>
          <p:spPr bwMode="auto">
            <a:xfrm>
              <a:off x="2752068" y="3313725"/>
              <a:ext cx="273050" cy="277495"/>
            </a:xfrm>
            <a:custGeom>
              <a:avLst/>
              <a:gdLst>
                <a:gd name="T0" fmla="*/ 0 w 273050"/>
                <a:gd name="T1" fmla="*/ 0 h 277495"/>
                <a:gd name="T2" fmla="*/ 272775 w 273050"/>
                <a:gd name="T3" fmla="*/ 0 h 277495"/>
                <a:gd name="T4" fmla="*/ 272775 w 273050"/>
                <a:gd name="T5" fmla="*/ 277019 h 277495"/>
                <a:gd name="T6" fmla="*/ 0 w 273050"/>
                <a:gd name="T7" fmla="*/ 277019 h 277495"/>
                <a:gd name="T8" fmla="*/ 0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0" y="0"/>
                  </a:moveTo>
                  <a:lnTo>
                    <a:pt x="272775" y="0"/>
                  </a:lnTo>
                  <a:lnTo>
                    <a:pt x="272775" y="277019"/>
                  </a:lnTo>
                  <a:lnTo>
                    <a:pt x="0" y="277019"/>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9468" name="object 11">
              <a:extLst>
                <a:ext uri="{FF2B5EF4-FFF2-40B4-BE49-F238E27FC236}">
                  <a16:creationId xmlns:a16="http://schemas.microsoft.com/office/drawing/2014/main" id="{9DB17D90-D2D4-F0F9-7E02-E54B225B2F4A}"/>
                </a:ext>
              </a:extLst>
            </p:cNvPr>
            <p:cNvSpPr>
              <a:spLocks/>
            </p:cNvSpPr>
            <p:nvPr/>
          </p:nvSpPr>
          <p:spPr bwMode="auto">
            <a:xfrm>
              <a:off x="3595358" y="3446035"/>
              <a:ext cx="273050" cy="277495"/>
            </a:xfrm>
            <a:custGeom>
              <a:avLst/>
              <a:gdLst>
                <a:gd name="T0" fmla="*/ 272775 w 273050"/>
                <a:gd name="T1" fmla="*/ 0 h 277495"/>
                <a:gd name="T2" fmla="*/ 0 w 273050"/>
                <a:gd name="T3" fmla="*/ 0 h 277495"/>
                <a:gd name="T4" fmla="*/ 0 w 273050"/>
                <a:gd name="T5" fmla="*/ 277019 h 277495"/>
                <a:gd name="T6" fmla="*/ 272775 w 273050"/>
                <a:gd name="T7" fmla="*/ 277019 h 277495"/>
                <a:gd name="T8" fmla="*/ 272775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272775" y="0"/>
                  </a:moveTo>
                  <a:lnTo>
                    <a:pt x="0" y="0"/>
                  </a:lnTo>
                  <a:lnTo>
                    <a:pt x="0" y="277019"/>
                  </a:lnTo>
                  <a:lnTo>
                    <a:pt x="272775" y="277019"/>
                  </a:lnTo>
                  <a:lnTo>
                    <a:pt x="272775" y="0"/>
                  </a:lnTo>
                  <a:close/>
                </a:path>
              </a:pathLst>
            </a:custGeom>
            <a:solidFill>
              <a:srgbClr val="C5E0B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9469" name="object 12">
              <a:extLst>
                <a:ext uri="{FF2B5EF4-FFF2-40B4-BE49-F238E27FC236}">
                  <a16:creationId xmlns:a16="http://schemas.microsoft.com/office/drawing/2014/main" id="{FE9394E6-047A-8492-842D-658DB836FF09}"/>
                </a:ext>
              </a:extLst>
            </p:cNvPr>
            <p:cNvSpPr>
              <a:spLocks/>
            </p:cNvSpPr>
            <p:nvPr/>
          </p:nvSpPr>
          <p:spPr bwMode="auto">
            <a:xfrm>
              <a:off x="3595358" y="3446035"/>
              <a:ext cx="273050" cy="277495"/>
            </a:xfrm>
            <a:custGeom>
              <a:avLst/>
              <a:gdLst>
                <a:gd name="T0" fmla="*/ 0 w 273050"/>
                <a:gd name="T1" fmla="*/ 0 h 277495"/>
                <a:gd name="T2" fmla="*/ 272775 w 273050"/>
                <a:gd name="T3" fmla="*/ 0 h 277495"/>
                <a:gd name="T4" fmla="*/ 272775 w 273050"/>
                <a:gd name="T5" fmla="*/ 277019 h 277495"/>
                <a:gd name="T6" fmla="*/ 0 w 273050"/>
                <a:gd name="T7" fmla="*/ 277019 h 277495"/>
                <a:gd name="T8" fmla="*/ 0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0" y="0"/>
                  </a:moveTo>
                  <a:lnTo>
                    <a:pt x="272775" y="0"/>
                  </a:lnTo>
                  <a:lnTo>
                    <a:pt x="272775" y="277019"/>
                  </a:lnTo>
                  <a:lnTo>
                    <a:pt x="0" y="277019"/>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9470" name="object 13">
              <a:extLst>
                <a:ext uri="{FF2B5EF4-FFF2-40B4-BE49-F238E27FC236}">
                  <a16:creationId xmlns:a16="http://schemas.microsoft.com/office/drawing/2014/main" id="{4477AE3C-876C-6BA7-7A9C-893D0A8A994F}"/>
                </a:ext>
              </a:extLst>
            </p:cNvPr>
            <p:cNvSpPr>
              <a:spLocks/>
            </p:cNvSpPr>
            <p:nvPr/>
          </p:nvSpPr>
          <p:spPr bwMode="auto">
            <a:xfrm>
              <a:off x="3298031" y="4352348"/>
              <a:ext cx="273050" cy="277495"/>
            </a:xfrm>
            <a:custGeom>
              <a:avLst/>
              <a:gdLst>
                <a:gd name="T0" fmla="*/ 272775 w 273050"/>
                <a:gd name="T1" fmla="*/ 0 h 277495"/>
                <a:gd name="T2" fmla="*/ 0 w 273050"/>
                <a:gd name="T3" fmla="*/ 0 h 277495"/>
                <a:gd name="T4" fmla="*/ 0 w 273050"/>
                <a:gd name="T5" fmla="*/ 277019 h 277495"/>
                <a:gd name="T6" fmla="*/ 272775 w 273050"/>
                <a:gd name="T7" fmla="*/ 277019 h 277495"/>
                <a:gd name="T8" fmla="*/ 272775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272775" y="0"/>
                  </a:moveTo>
                  <a:lnTo>
                    <a:pt x="0" y="0"/>
                  </a:lnTo>
                  <a:lnTo>
                    <a:pt x="0" y="277019"/>
                  </a:lnTo>
                  <a:lnTo>
                    <a:pt x="272775" y="277019"/>
                  </a:lnTo>
                  <a:lnTo>
                    <a:pt x="272775" y="0"/>
                  </a:lnTo>
                  <a:close/>
                </a:path>
              </a:pathLst>
            </a:custGeom>
            <a:solidFill>
              <a:srgbClr val="C5E0B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sp>
          <p:nvSpPr>
            <p:cNvPr id="19471" name="object 14">
              <a:extLst>
                <a:ext uri="{FF2B5EF4-FFF2-40B4-BE49-F238E27FC236}">
                  <a16:creationId xmlns:a16="http://schemas.microsoft.com/office/drawing/2014/main" id="{25565BE1-AEFF-B51F-08C9-14018CEDE8E7}"/>
                </a:ext>
              </a:extLst>
            </p:cNvPr>
            <p:cNvSpPr>
              <a:spLocks/>
            </p:cNvSpPr>
            <p:nvPr/>
          </p:nvSpPr>
          <p:spPr bwMode="auto">
            <a:xfrm>
              <a:off x="3298031" y="4352348"/>
              <a:ext cx="273050" cy="277495"/>
            </a:xfrm>
            <a:custGeom>
              <a:avLst/>
              <a:gdLst>
                <a:gd name="T0" fmla="*/ 0 w 273050"/>
                <a:gd name="T1" fmla="*/ 0 h 277495"/>
                <a:gd name="T2" fmla="*/ 272775 w 273050"/>
                <a:gd name="T3" fmla="*/ 0 h 277495"/>
                <a:gd name="T4" fmla="*/ 272775 w 273050"/>
                <a:gd name="T5" fmla="*/ 277019 h 277495"/>
                <a:gd name="T6" fmla="*/ 0 w 273050"/>
                <a:gd name="T7" fmla="*/ 277019 h 277495"/>
                <a:gd name="T8" fmla="*/ 0 w 273050"/>
                <a:gd name="T9" fmla="*/ 0 h 2774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3050" h="277495">
                  <a:moveTo>
                    <a:pt x="0" y="0"/>
                  </a:moveTo>
                  <a:lnTo>
                    <a:pt x="272775" y="0"/>
                  </a:lnTo>
                  <a:lnTo>
                    <a:pt x="272775" y="277019"/>
                  </a:lnTo>
                  <a:lnTo>
                    <a:pt x="0" y="277019"/>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1350"/>
            </a:p>
          </p:txBody>
        </p:sp>
        <p:sp>
          <p:nvSpPr>
            <p:cNvPr id="19472" name="object 15">
              <a:extLst>
                <a:ext uri="{FF2B5EF4-FFF2-40B4-BE49-F238E27FC236}">
                  <a16:creationId xmlns:a16="http://schemas.microsoft.com/office/drawing/2014/main" id="{9217D3FD-5903-4137-F4AE-E0FA7AADEDA4}"/>
                </a:ext>
              </a:extLst>
            </p:cNvPr>
            <p:cNvSpPr>
              <a:spLocks/>
            </p:cNvSpPr>
            <p:nvPr/>
          </p:nvSpPr>
          <p:spPr bwMode="auto">
            <a:xfrm>
              <a:off x="3057575" y="3004603"/>
              <a:ext cx="1115695" cy="1494155"/>
            </a:xfrm>
            <a:custGeom>
              <a:avLst/>
              <a:gdLst>
                <a:gd name="T0" fmla="*/ 179565 w 1115695"/>
                <a:gd name="T1" fmla="*/ 0 h 1494154"/>
                <a:gd name="T2" fmla="*/ 106553 w 1115695"/>
                <a:gd name="T3" fmla="*/ 43903 h 1494154"/>
                <a:gd name="T4" fmla="*/ 133362 w 1115695"/>
                <a:gd name="T5" fmla="*/ 60921 h 1494154"/>
                <a:gd name="T6" fmla="*/ 0 w 1115695"/>
                <a:gd name="T7" fmla="*/ 270954 h 1494154"/>
                <a:gd name="T8" fmla="*/ 10718 w 1115695"/>
                <a:gd name="T9" fmla="*/ 277761 h 1494154"/>
                <a:gd name="T10" fmla="*/ 144081 w 1115695"/>
                <a:gd name="T11" fmla="*/ 67729 h 1494154"/>
                <a:gd name="T12" fmla="*/ 170878 w 1115695"/>
                <a:gd name="T13" fmla="*/ 84759 h 1494154"/>
                <a:gd name="T14" fmla="*/ 179565 w 1115695"/>
                <a:gd name="T15" fmla="*/ 0 h 1494154"/>
                <a:gd name="T16" fmla="*/ 842911 w 1115695"/>
                <a:gd name="T17" fmla="*/ 1455522 h 1494154"/>
                <a:gd name="T18" fmla="*/ 766711 w 1115695"/>
                <a:gd name="T19" fmla="*/ 1417409 h 1494154"/>
                <a:gd name="T20" fmla="*/ 766711 w 1115695"/>
                <a:gd name="T21" fmla="*/ 1449159 h 1494154"/>
                <a:gd name="T22" fmla="*/ 570128 w 1115695"/>
                <a:gd name="T23" fmla="*/ 1449159 h 1494154"/>
                <a:gd name="T24" fmla="*/ 570128 w 1115695"/>
                <a:gd name="T25" fmla="*/ 1461859 h 1494154"/>
                <a:gd name="T26" fmla="*/ 766711 w 1115695"/>
                <a:gd name="T27" fmla="*/ 1461859 h 1494154"/>
                <a:gd name="T28" fmla="*/ 766711 w 1115695"/>
                <a:gd name="T29" fmla="*/ 1493609 h 1494154"/>
                <a:gd name="T30" fmla="*/ 842911 w 1115695"/>
                <a:gd name="T31" fmla="*/ 1455522 h 1494154"/>
                <a:gd name="T32" fmla="*/ 1115682 w 1115695"/>
                <a:gd name="T33" fmla="*/ 492658 h 1494154"/>
                <a:gd name="T34" fmla="*/ 1030732 w 1115695"/>
                <a:gd name="T35" fmla="*/ 486270 h 1494154"/>
                <a:gd name="T36" fmla="*/ 1042758 w 1115695"/>
                <a:gd name="T37" fmla="*/ 515658 h 1494154"/>
                <a:gd name="T38" fmla="*/ 855446 w 1115695"/>
                <a:gd name="T39" fmla="*/ 592340 h 1494154"/>
                <a:gd name="T40" fmla="*/ 860259 w 1115695"/>
                <a:gd name="T41" fmla="*/ 604088 h 1494154"/>
                <a:gd name="T42" fmla="*/ 1047572 w 1115695"/>
                <a:gd name="T43" fmla="*/ 527405 h 1494154"/>
                <a:gd name="T44" fmla="*/ 1059599 w 1115695"/>
                <a:gd name="T45" fmla="*/ 556793 h 1494154"/>
                <a:gd name="T46" fmla="*/ 1115682 w 1115695"/>
                <a:gd name="T47" fmla="*/ 492658 h 149415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15695" h="1494154">
                  <a:moveTo>
                    <a:pt x="179565" y="0"/>
                  </a:moveTo>
                  <a:lnTo>
                    <a:pt x="106553" y="43903"/>
                  </a:lnTo>
                  <a:lnTo>
                    <a:pt x="133362" y="60921"/>
                  </a:lnTo>
                  <a:lnTo>
                    <a:pt x="0" y="270954"/>
                  </a:lnTo>
                  <a:lnTo>
                    <a:pt x="10718" y="277761"/>
                  </a:lnTo>
                  <a:lnTo>
                    <a:pt x="144081" y="67729"/>
                  </a:lnTo>
                  <a:lnTo>
                    <a:pt x="170878" y="84759"/>
                  </a:lnTo>
                  <a:lnTo>
                    <a:pt x="179565" y="0"/>
                  </a:lnTo>
                  <a:close/>
                </a:path>
                <a:path w="1115695" h="1494154">
                  <a:moveTo>
                    <a:pt x="842911" y="1455521"/>
                  </a:moveTo>
                  <a:lnTo>
                    <a:pt x="766711" y="1417408"/>
                  </a:lnTo>
                  <a:lnTo>
                    <a:pt x="766711" y="1449158"/>
                  </a:lnTo>
                  <a:lnTo>
                    <a:pt x="570128" y="1449158"/>
                  </a:lnTo>
                  <a:lnTo>
                    <a:pt x="570128" y="1461858"/>
                  </a:lnTo>
                  <a:lnTo>
                    <a:pt x="766711" y="1461858"/>
                  </a:lnTo>
                  <a:lnTo>
                    <a:pt x="766711" y="1493608"/>
                  </a:lnTo>
                  <a:lnTo>
                    <a:pt x="842911" y="1455521"/>
                  </a:lnTo>
                  <a:close/>
                </a:path>
                <a:path w="1115695" h="1494154">
                  <a:moveTo>
                    <a:pt x="1115682" y="492658"/>
                  </a:moveTo>
                  <a:lnTo>
                    <a:pt x="1030732" y="486270"/>
                  </a:lnTo>
                  <a:lnTo>
                    <a:pt x="1042758" y="515658"/>
                  </a:lnTo>
                  <a:lnTo>
                    <a:pt x="855446" y="592340"/>
                  </a:lnTo>
                  <a:lnTo>
                    <a:pt x="860259" y="604088"/>
                  </a:lnTo>
                  <a:lnTo>
                    <a:pt x="1047572" y="527405"/>
                  </a:lnTo>
                  <a:lnTo>
                    <a:pt x="1059599" y="556793"/>
                  </a:lnTo>
                  <a:lnTo>
                    <a:pt x="1115682" y="4926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1350"/>
            </a:p>
          </p:txBody>
        </p:sp>
      </p:grpSp>
      <p:sp>
        <p:nvSpPr>
          <p:cNvPr id="19460" name="object 16">
            <a:extLst>
              <a:ext uri="{FF2B5EF4-FFF2-40B4-BE49-F238E27FC236}">
                <a16:creationId xmlns:a16="http://schemas.microsoft.com/office/drawing/2014/main" id="{1E0D7B7F-A970-856C-E975-593AB224997C}"/>
              </a:ext>
            </a:extLst>
          </p:cNvPr>
          <p:cNvSpPr txBox="1">
            <a:spLocks noChangeArrowheads="1"/>
          </p:cNvSpPr>
          <p:nvPr/>
        </p:nvSpPr>
        <p:spPr bwMode="auto">
          <a:xfrm>
            <a:off x="577496" y="3716294"/>
            <a:ext cx="8414104" cy="1117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9049" rIns="0" bIns="0">
            <a:spAutoFit/>
          </a:bodyPr>
          <a:lstStyle>
            <a:lvl1pPr marL="12700">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ctr">
              <a:spcBef>
                <a:spcPts val="75"/>
              </a:spcBef>
            </a:pPr>
            <a:r>
              <a:rPr lang="en-US" altLang="en-US" dirty="0">
                <a:latin typeface="Trebuchet MS" panose="020B0603020202020204" pitchFamily="34" charset="0"/>
                <a:ea typeface="Arial MT"/>
                <a:cs typeface="Arial MT"/>
              </a:rPr>
              <a:t>Independent components or elements </a:t>
            </a:r>
            <a:r>
              <a:rPr lang="en-US" altLang="en-US" dirty="0">
                <a:latin typeface="Trebuchet MS" panose="020B0603020202020204" pitchFamily="34" charset="0"/>
                <a:cs typeface="Microsoft Sans Serif" panose="020B0604020202020204" pitchFamily="34" charset="0"/>
              </a:rPr>
              <a:t>that are </a:t>
            </a:r>
            <a:r>
              <a:rPr lang="en-US" altLang="en-US" dirty="0">
                <a:latin typeface="Trebuchet MS" panose="020B0603020202020204" pitchFamily="34" charset="0"/>
                <a:ea typeface="Arial MT"/>
                <a:cs typeface="Arial MT"/>
              </a:rPr>
              <a:t>connected by  a network </a:t>
            </a:r>
            <a:r>
              <a:rPr lang="en-US" altLang="en-US" dirty="0">
                <a:latin typeface="Trebuchet MS" panose="020B0603020202020204" pitchFamily="34" charset="0"/>
                <a:cs typeface="Microsoft Sans Serif" panose="020B0604020202020204" pitchFamily="34" charset="0"/>
              </a:rPr>
              <a:t>and communicate by </a:t>
            </a:r>
            <a:r>
              <a:rPr lang="en-US" altLang="en-US" dirty="0">
                <a:latin typeface="Trebuchet MS" panose="020B0603020202020204" pitchFamily="34" charset="0"/>
                <a:ea typeface="Arial MT"/>
                <a:cs typeface="Arial MT"/>
              </a:rPr>
              <a:t>passing messages </a:t>
            </a:r>
            <a:r>
              <a:rPr lang="en-US" altLang="en-US" dirty="0">
                <a:latin typeface="Trebuchet MS" panose="020B0603020202020204" pitchFamily="34" charset="0"/>
                <a:cs typeface="Microsoft Sans Serif" panose="020B0604020202020204" pitchFamily="34" charset="0"/>
              </a:rPr>
              <a:t>to achieve a  common goal, appearing as a single coherent system.</a:t>
            </a:r>
          </a:p>
        </p:txBody>
      </p:sp>
      <p:sp>
        <p:nvSpPr>
          <p:cNvPr id="3" name="object 2">
            <a:extLst>
              <a:ext uri="{FF2B5EF4-FFF2-40B4-BE49-F238E27FC236}">
                <a16:creationId xmlns:a16="http://schemas.microsoft.com/office/drawing/2014/main" id="{3A4E66A2-7EB3-9444-85DA-6E5A9B31F5D3}"/>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What is a distributed system?</a:t>
            </a:r>
            <a:endParaRPr lang="en-US" sz="2800" kern="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F2A1C9F-4C81-ABDC-04F7-732284D5E1B9}"/>
              </a:ext>
            </a:extLst>
          </p:cNvPr>
          <p:cNvSpPr>
            <a:spLocks noGrp="1" noChangeArrowheads="1"/>
          </p:cNvSpPr>
          <p:nvPr>
            <p:ph type="title"/>
          </p:nvPr>
        </p:nvSpPr>
        <p:spPr>
          <a:xfrm>
            <a:off x="1294855" y="1149274"/>
            <a:ext cx="1420178" cy="7386638"/>
          </a:xfrm>
        </p:spPr>
        <p:txBody>
          <a:bodyPr/>
          <a:lstStyle/>
          <a:p>
            <a:pPr>
              <a:defRPr/>
            </a:pPr>
            <a:r>
              <a:rPr lang="en-US" altLang="zh-TW">
                <a:ea typeface="+mj-ea"/>
                <a:cs typeface="+mj-cs"/>
              </a:rPr>
              <a:t>1.1 Centralized System Characteristics</a:t>
            </a:r>
          </a:p>
        </p:txBody>
      </p:sp>
      <p:sp>
        <p:nvSpPr>
          <p:cNvPr id="20483" name="Rectangle 3">
            <a:extLst>
              <a:ext uri="{FF2B5EF4-FFF2-40B4-BE49-F238E27FC236}">
                <a16:creationId xmlns:a16="http://schemas.microsoft.com/office/drawing/2014/main" id="{58074A01-6E6E-95AF-E0E6-7E443CEA1BD9}"/>
              </a:ext>
            </a:extLst>
          </p:cNvPr>
          <p:cNvSpPr>
            <a:spLocks noGrp="1"/>
          </p:cNvSpPr>
          <p:nvPr>
            <p:ph sz="quarter" idx="1"/>
          </p:nvPr>
        </p:nvSpPr>
        <p:spPr>
          <a:xfrm>
            <a:off x="457200" y="1149274"/>
            <a:ext cx="7762875" cy="2215991"/>
          </a:xfrm>
        </p:spPr>
        <p:txBody>
          <a:bodyPr/>
          <a:lstStyle/>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One component with non-autonomous parts</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Component shared by users all the time</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All resources accessible</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Software runs in a single process</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Single point of control</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Single point of failure</a:t>
            </a:r>
          </a:p>
        </p:txBody>
      </p:sp>
      <p:sp>
        <p:nvSpPr>
          <p:cNvPr id="20484" name="Slide Number Placeholder 3">
            <a:extLst>
              <a:ext uri="{FF2B5EF4-FFF2-40B4-BE49-F238E27FC236}">
                <a16:creationId xmlns:a16="http://schemas.microsoft.com/office/drawing/2014/main" id="{7034F6BF-A3CC-15FE-01EF-D141A02E878D}"/>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10</a:t>
            </a:fld>
            <a:endParaRPr lang="en-US" altLang="en-US" sz="1050">
              <a:solidFill>
                <a:srgbClr val="FFFFFF"/>
              </a:solidFill>
            </a:endParaRPr>
          </a:p>
        </p:txBody>
      </p:sp>
      <p:sp>
        <p:nvSpPr>
          <p:cNvPr id="2" name="object 2">
            <a:extLst>
              <a:ext uri="{FF2B5EF4-FFF2-40B4-BE49-F238E27FC236}">
                <a16:creationId xmlns:a16="http://schemas.microsoft.com/office/drawing/2014/main" id="{3531462F-3487-BD08-5F8D-377D3B13CE19}"/>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1.1 Centralized System Characteristics</a:t>
            </a:r>
            <a:endParaRPr lang="en-US" sz="2800" kern="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9A37818-40B2-ECAC-D07D-972D498A235E}"/>
              </a:ext>
            </a:extLst>
          </p:cNvPr>
          <p:cNvSpPr txBox="1">
            <a:spLocks noGrp="1"/>
          </p:cNvSpPr>
          <p:nvPr>
            <p:ph type="title"/>
          </p:nvPr>
        </p:nvSpPr>
        <p:spPr>
          <a:xfrm>
            <a:off x="1257300" y="478631"/>
            <a:ext cx="6115050" cy="1500199"/>
          </a:xfrm>
        </p:spPr>
        <p:txBody>
          <a:bodyPr wrap="square" lIns="0" tIns="22650" rIns="0" bIns="0" rtlCol="0">
            <a:spAutoFit/>
          </a:bodyPr>
          <a:lstStyle/>
          <a:p>
            <a:pPr marL="18876">
              <a:spcBef>
                <a:spcPts val="179"/>
              </a:spcBef>
              <a:defRPr/>
            </a:pPr>
            <a:r>
              <a:rPr spc="-59" dirty="0"/>
              <a:t>Why</a:t>
            </a:r>
            <a:r>
              <a:rPr spc="30" dirty="0"/>
              <a:t> </a:t>
            </a:r>
            <a:r>
              <a:rPr spc="-215" dirty="0"/>
              <a:t>make</a:t>
            </a:r>
            <a:r>
              <a:rPr spc="44" dirty="0"/>
              <a:t> </a:t>
            </a:r>
            <a:r>
              <a:rPr spc="-179" dirty="0"/>
              <a:t>a</a:t>
            </a:r>
            <a:r>
              <a:rPr spc="38" dirty="0"/>
              <a:t> </a:t>
            </a:r>
            <a:r>
              <a:rPr spc="-170" dirty="0"/>
              <a:t>system</a:t>
            </a:r>
            <a:r>
              <a:rPr spc="38" dirty="0"/>
              <a:t> </a:t>
            </a:r>
            <a:r>
              <a:rPr spc="-141" dirty="0"/>
              <a:t>distributed?</a:t>
            </a:r>
          </a:p>
        </p:txBody>
      </p:sp>
      <p:sp>
        <p:nvSpPr>
          <p:cNvPr id="22531" name="object 3">
            <a:extLst>
              <a:ext uri="{FF2B5EF4-FFF2-40B4-BE49-F238E27FC236}">
                <a16:creationId xmlns:a16="http://schemas.microsoft.com/office/drawing/2014/main" id="{A5FD7E1E-CC05-B0C6-E0FF-3E16D64517D0}"/>
              </a:ext>
            </a:extLst>
          </p:cNvPr>
          <p:cNvSpPr txBox="1">
            <a:spLocks noChangeArrowheads="1"/>
          </p:cNvSpPr>
          <p:nvPr/>
        </p:nvSpPr>
        <p:spPr bwMode="auto">
          <a:xfrm>
            <a:off x="204787" y="1069133"/>
            <a:ext cx="8220075" cy="267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7932" rIns="0" bIns="0">
            <a:spAutoFit/>
          </a:bodyPr>
          <a:lstStyle>
            <a:lvl1pPr marL="455613" indent="-381000">
              <a:tabLst>
                <a:tab pos="457200" algn="l"/>
              </a:tabLst>
              <a:defRPr sz="2400">
                <a:solidFill>
                  <a:schemeClr val="tx1"/>
                </a:solidFill>
                <a:latin typeface="Times New Roman" panose="02020603050405020304" pitchFamily="18" charset="0"/>
                <a:ea typeface="MS PGothic" panose="020B0600070205080204" pitchFamily="34" charset="-128"/>
              </a:defRPr>
            </a:lvl1pPr>
            <a:lvl2pPr marL="742950" indent="-285750">
              <a:tabLst>
                <a:tab pos="457200" algn="l"/>
              </a:tabLst>
              <a:defRPr sz="2400">
                <a:solidFill>
                  <a:schemeClr val="tx1"/>
                </a:solidFill>
                <a:latin typeface="Times New Roman" panose="02020603050405020304" pitchFamily="18" charset="0"/>
                <a:ea typeface="MS PGothic" panose="020B0600070205080204" pitchFamily="34" charset="-128"/>
              </a:defRPr>
            </a:lvl2pPr>
            <a:lvl3pPr marL="1143000" indent="-228600">
              <a:tabLst>
                <a:tab pos="457200" algn="l"/>
              </a:tabLst>
              <a:defRPr sz="2400">
                <a:solidFill>
                  <a:schemeClr val="tx1"/>
                </a:solidFill>
                <a:latin typeface="Times New Roman" panose="02020603050405020304" pitchFamily="18" charset="0"/>
                <a:ea typeface="MS PGothic" panose="020B0600070205080204" pitchFamily="34" charset="-128"/>
              </a:defRPr>
            </a:lvl3pPr>
            <a:lvl4pPr marL="1600200" indent="-228600">
              <a:tabLst>
                <a:tab pos="457200" algn="l"/>
              </a:tabLst>
              <a:defRPr sz="2400">
                <a:solidFill>
                  <a:schemeClr val="tx1"/>
                </a:solidFill>
                <a:latin typeface="Times New Roman" panose="02020603050405020304" pitchFamily="18" charset="0"/>
                <a:ea typeface="MS PGothic" panose="020B0600070205080204" pitchFamily="34" charset="-128"/>
              </a:defRPr>
            </a:lvl4pPr>
            <a:lvl5pPr marL="2057400" indent="-228600">
              <a:tabLst>
                <a:tab pos="457200" algn="l"/>
              </a:tabLst>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ea typeface="MS PGothic" panose="020B0600070205080204" pitchFamily="34" charset="-128"/>
              </a:defRPr>
            </a:lvl9pPr>
          </a:lstStyle>
          <a:p>
            <a:pPr>
              <a:spcBef>
                <a:spcPts val="141"/>
              </a:spcBef>
              <a:buClr>
                <a:srgbClr val="3333B2"/>
              </a:buClr>
              <a:buFont typeface="Lucida Sans Unicode" panose="020B0602030504020204" pitchFamily="34" charset="0"/>
              <a:buChar char="►"/>
            </a:pPr>
            <a:r>
              <a:rPr lang="en-US" altLang="en-US" sz="2000" b="1" dirty="0">
                <a:latin typeface="Trebuchet MS" panose="020B0603020202020204" pitchFamily="34" charset="0"/>
                <a:cs typeface="Arial" panose="020B0604020202020204" pitchFamily="34" charset="0"/>
              </a:rPr>
              <a:t>It’s inherently distributed:</a:t>
            </a:r>
            <a:endParaRPr lang="en-US" altLang="en-US" sz="2000" dirty="0">
              <a:latin typeface="Trebuchet MS" panose="020B0603020202020204" pitchFamily="34" charset="0"/>
              <a:cs typeface="Arial" panose="020B0604020202020204" pitchFamily="34" charset="0"/>
            </a:endParaRPr>
          </a:p>
          <a:p>
            <a:pPr>
              <a:spcBef>
                <a:spcPts val="10"/>
              </a:spcBef>
            </a:pPr>
            <a:r>
              <a:rPr lang="en-US" altLang="en-US" sz="2000" dirty="0">
                <a:latin typeface="Trebuchet MS" panose="020B0603020202020204" pitchFamily="34" charset="0"/>
                <a:cs typeface="Tahoma" panose="020B0604030504040204" pitchFamily="34" charset="0"/>
              </a:rPr>
              <a:t>e.g. sending a message from your mobile phone to your  friend’s phone</a:t>
            </a:r>
          </a:p>
          <a:p>
            <a:pPr>
              <a:spcBef>
                <a:spcPts val="450"/>
              </a:spcBef>
              <a:buClr>
                <a:srgbClr val="3333B2"/>
              </a:buClr>
              <a:buFont typeface="Lucida Sans Unicode" panose="020B0602030504020204" pitchFamily="34" charset="0"/>
              <a:buChar char="►"/>
            </a:pPr>
            <a:r>
              <a:rPr lang="en-US" altLang="en-US" sz="2000" b="1" dirty="0">
                <a:latin typeface="Trebuchet MS" panose="020B0603020202020204" pitchFamily="34" charset="0"/>
                <a:cs typeface="Arial" panose="020B0604020202020204" pitchFamily="34" charset="0"/>
              </a:rPr>
              <a:t>For better reliability:</a:t>
            </a:r>
            <a:endParaRPr lang="en-US" altLang="en-US" sz="2000" dirty="0">
              <a:latin typeface="Trebuchet MS" panose="020B0603020202020204" pitchFamily="34" charset="0"/>
              <a:cs typeface="Arial" panose="020B0604020202020204" pitchFamily="34" charset="0"/>
            </a:endParaRPr>
          </a:p>
          <a:p>
            <a:pPr>
              <a:spcBef>
                <a:spcPts val="10"/>
              </a:spcBef>
            </a:pPr>
            <a:r>
              <a:rPr lang="en-US" altLang="en-US" sz="2000" dirty="0">
                <a:latin typeface="Trebuchet MS" panose="020B0603020202020204" pitchFamily="34" charset="0"/>
                <a:cs typeface="Tahoma" panose="020B0604030504040204" pitchFamily="34" charset="0"/>
              </a:rPr>
              <a:t>even if one node fails, the system as a whole keeps  functioning</a:t>
            </a:r>
          </a:p>
          <a:p>
            <a:pPr>
              <a:spcBef>
                <a:spcPts val="460"/>
              </a:spcBef>
              <a:buClr>
                <a:srgbClr val="3333B2"/>
              </a:buClr>
              <a:buFont typeface="Lucida Sans Unicode" panose="020B0602030504020204" pitchFamily="34" charset="0"/>
              <a:buChar char="►"/>
            </a:pPr>
            <a:r>
              <a:rPr lang="en-US" altLang="en-US" sz="2000" b="1" dirty="0">
                <a:latin typeface="Trebuchet MS" panose="020B0603020202020204" pitchFamily="34" charset="0"/>
                <a:cs typeface="Arial" panose="020B0604020202020204" pitchFamily="34" charset="0"/>
              </a:rPr>
              <a:t>For better performance:</a:t>
            </a:r>
            <a:endParaRPr lang="en-US" altLang="en-US" sz="2000" dirty="0">
              <a:latin typeface="Trebuchet MS" panose="020B0603020202020204" pitchFamily="34" charset="0"/>
              <a:cs typeface="Arial" panose="020B0604020202020204" pitchFamily="34" charset="0"/>
            </a:endParaRPr>
          </a:p>
          <a:p>
            <a:pPr>
              <a:spcBef>
                <a:spcPts val="10"/>
              </a:spcBef>
            </a:pPr>
            <a:r>
              <a:rPr lang="en-US" altLang="en-US" sz="2000" dirty="0">
                <a:latin typeface="Trebuchet MS" panose="020B0603020202020204" pitchFamily="34" charset="0"/>
                <a:cs typeface="Tahoma" panose="020B0604030504040204" pitchFamily="34" charset="0"/>
              </a:rPr>
              <a:t>get data from a nearby node rather than one halfway  round the world</a:t>
            </a:r>
          </a:p>
          <a:p>
            <a:pPr>
              <a:spcBef>
                <a:spcPts val="450"/>
              </a:spcBef>
              <a:buClr>
                <a:srgbClr val="3333B2"/>
              </a:buClr>
              <a:buFont typeface="Lucida Sans Unicode" panose="020B0602030504020204" pitchFamily="34" charset="0"/>
              <a:buChar char="►"/>
            </a:pPr>
            <a:r>
              <a:rPr lang="en-US" altLang="en-US" sz="2000" b="1" dirty="0">
                <a:latin typeface="Trebuchet MS" panose="020B0603020202020204" pitchFamily="34" charset="0"/>
                <a:cs typeface="Arial" panose="020B0604020202020204" pitchFamily="34" charset="0"/>
              </a:rPr>
              <a:t>To solve bigger problems:</a:t>
            </a:r>
            <a:endParaRPr lang="en-US" altLang="en-US" sz="2000" dirty="0">
              <a:latin typeface="Trebuchet MS" panose="020B0603020202020204" pitchFamily="34" charset="0"/>
              <a:cs typeface="Arial" panose="020B0604020202020204" pitchFamily="34" charset="0"/>
            </a:endParaRPr>
          </a:p>
          <a:p>
            <a:pPr>
              <a:spcBef>
                <a:spcPts val="10"/>
              </a:spcBef>
            </a:pPr>
            <a:r>
              <a:rPr lang="en-US" altLang="en-US" sz="2000" dirty="0">
                <a:latin typeface="Trebuchet MS" panose="020B0603020202020204" pitchFamily="34" charset="0"/>
                <a:cs typeface="Tahoma" panose="020B0604030504040204" pitchFamily="34" charset="0"/>
              </a:rPr>
              <a:t>e.g. huge amounts of data, can’t fit on one machine</a:t>
            </a:r>
          </a:p>
        </p:txBody>
      </p:sp>
      <p:sp>
        <p:nvSpPr>
          <p:cNvPr id="3" name="object 2">
            <a:extLst>
              <a:ext uri="{FF2B5EF4-FFF2-40B4-BE49-F238E27FC236}">
                <a16:creationId xmlns:a16="http://schemas.microsoft.com/office/drawing/2014/main" id="{EB156720-31EB-A174-AF63-D6DBC164BE61}"/>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Why make a system distributed?</a:t>
            </a:r>
            <a:endParaRPr lang="en-US" sz="2800" kern="0" dirty="0"/>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5940BC93-339E-320B-CF58-1AEF1C018F5B}"/>
              </a:ext>
            </a:extLst>
          </p:cNvPr>
          <p:cNvSpPr>
            <a:spLocks noGrp="1"/>
          </p:cNvSpPr>
          <p:nvPr>
            <p:ph sz="quarter" idx="1"/>
          </p:nvPr>
        </p:nvSpPr>
        <p:spPr>
          <a:xfrm>
            <a:off x="82487" y="1279088"/>
            <a:ext cx="8686800" cy="2585323"/>
          </a:xfrm>
        </p:spPr>
        <p:txBody>
          <a:bodyPr/>
          <a:lstStyle/>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Multiple autonomous components</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Components are not shared by all users</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Resources may not be accessible</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Software runs in concurrent processes on different processors</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Multiple points of control</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Multiple points of failure</a:t>
            </a:r>
          </a:p>
        </p:txBody>
      </p:sp>
      <p:sp>
        <p:nvSpPr>
          <p:cNvPr id="24580" name="Slide Number Placeholder 3">
            <a:extLst>
              <a:ext uri="{FF2B5EF4-FFF2-40B4-BE49-F238E27FC236}">
                <a16:creationId xmlns:a16="http://schemas.microsoft.com/office/drawing/2014/main" id="{73A654DF-069F-C0EF-19D6-9E0B00D7104B}"/>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12</a:t>
            </a:fld>
            <a:endParaRPr lang="en-US" altLang="en-US" sz="1050">
              <a:solidFill>
                <a:srgbClr val="FFFFFF"/>
              </a:solidFill>
            </a:endParaRPr>
          </a:p>
        </p:txBody>
      </p:sp>
      <p:sp>
        <p:nvSpPr>
          <p:cNvPr id="2" name="object 2">
            <a:extLst>
              <a:ext uri="{FF2B5EF4-FFF2-40B4-BE49-F238E27FC236}">
                <a16:creationId xmlns:a16="http://schemas.microsoft.com/office/drawing/2014/main" id="{1AF99B35-3157-0D5C-6E0B-06C2C5565469}"/>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1.2 Distributed System Characteristics</a:t>
            </a:r>
            <a:endParaRPr lang="en-US" sz="2800" kern="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DEDCD9A9-EA5A-342C-ABF1-847D050E9AF7}"/>
              </a:ext>
            </a:extLst>
          </p:cNvPr>
          <p:cNvSpPr>
            <a:spLocks noGrp="1"/>
          </p:cNvSpPr>
          <p:nvPr>
            <p:ph sz="quarter" idx="1"/>
          </p:nvPr>
        </p:nvSpPr>
        <p:spPr>
          <a:xfrm>
            <a:off x="609600" y="1428750"/>
            <a:ext cx="6457950" cy="2215991"/>
          </a:xfrm>
        </p:spPr>
        <p:txBody>
          <a:bodyPr/>
          <a:lstStyle/>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Local Area Network and Intranet</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Database Management System</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Automatic Teller Machine Network</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Internet/World-Wide Web</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Mobile and Ubiquitous Computing</a:t>
            </a:r>
          </a:p>
          <a:p>
            <a:pPr eaLnBrk="1" hangingPunct="1">
              <a:buFont typeface="Symbol" panose="05050102010706020507" pitchFamily="18" charset="2"/>
              <a:buNone/>
            </a:pPr>
            <a:endParaRPr lang="zh-TW" altLang="en-US" sz="2400" dirty="0">
              <a:latin typeface="Trebuchet MS" panose="020B0603020202020204" pitchFamily="34" charset="0"/>
              <a:ea typeface="新細明體" panose="02020500000000000000" pitchFamily="18" charset="-120"/>
            </a:endParaRPr>
          </a:p>
        </p:txBody>
      </p:sp>
      <p:sp>
        <p:nvSpPr>
          <p:cNvPr id="26628" name="Slide Number Placeholder 3">
            <a:extLst>
              <a:ext uri="{FF2B5EF4-FFF2-40B4-BE49-F238E27FC236}">
                <a16:creationId xmlns:a16="http://schemas.microsoft.com/office/drawing/2014/main" id="{8FED3DDA-D5F8-C1CA-D244-0D4FF8DED0BD}"/>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13</a:t>
            </a:fld>
            <a:endParaRPr lang="en-US" altLang="en-US" sz="1050">
              <a:solidFill>
                <a:srgbClr val="FFFFFF"/>
              </a:solidFill>
            </a:endParaRPr>
          </a:p>
        </p:txBody>
      </p:sp>
      <p:sp>
        <p:nvSpPr>
          <p:cNvPr id="2" name="object 2">
            <a:extLst>
              <a:ext uri="{FF2B5EF4-FFF2-40B4-BE49-F238E27FC236}">
                <a16:creationId xmlns:a16="http://schemas.microsoft.com/office/drawing/2014/main" id="{13442D66-31D4-52FA-E78C-37ACD57BF3D8}"/>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2. Examples of Distributed Systems</a:t>
            </a:r>
            <a:endParaRPr lang="en-US" sz="2800" kern="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5">
            <a:extLst>
              <a:ext uri="{FF2B5EF4-FFF2-40B4-BE49-F238E27FC236}">
                <a16:creationId xmlns:a16="http://schemas.microsoft.com/office/drawing/2014/main" id="{17E71C24-C142-4FB7-F453-5373B15291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748" y="1241823"/>
            <a:ext cx="6197203" cy="3615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Slide Number Placeholder 3">
            <a:extLst>
              <a:ext uri="{FF2B5EF4-FFF2-40B4-BE49-F238E27FC236}">
                <a16:creationId xmlns:a16="http://schemas.microsoft.com/office/drawing/2014/main" id="{1BA2D4DE-8481-A4BE-4DA2-C70A86FCF1F9}"/>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14</a:t>
            </a:fld>
            <a:endParaRPr lang="en-US" altLang="en-US" sz="1050">
              <a:solidFill>
                <a:srgbClr val="FFFFFF"/>
              </a:solidFill>
            </a:endParaRPr>
          </a:p>
        </p:txBody>
      </p:sp>
      <p:sp>
        <p:nvSpPr>
          <p:cNvPr id="4" name="object 2">
            <a:extLst>
              <a:ext uri="{FF2B5EF4-FFF2-40B4-BE49-F238E27FC236}">
                <a16:creationId xmlns:a16="http://schemas.microsoft.com/office/drawing/2014/main" id="{11599BB1-8018-C884-84A5-5043AD386C5F}"/>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2.1 Local Area Network</a:t>
            </a:r>
            <a:endParaRPr lang="en-US" sz="2800" kern="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0036974-6E5F-A58B-DAF9-1A463B1696A8}"/>
              </a:ext>
            </a:extLst>
          </p:cNvPr>
          <p:cNvSpPr>
            <a:spLocks noGrp="1" noChangeArrowheads="1"/>
          </p:cNvSpPr>
          <p:nvPr>
            <p:ph type="title"/>
          </p:nvPr>
        </p:nvSpPr>
        <p:spPr>
          <a:xfrm>
            <a:off x="1294854" y="1149274"/>
            <a:ext cx="7468145" cy="5909310"/>
          </a:xfrm>
        </p:spPr>
        <p:txBody>
          <a:bodyPr/>
          <a:lstStyle/>
          <a:p>
            <a:pPr>
              <a:defRPr/>
            </a:pPr>
            <a:r>
              <a:rPr lang="en-US" altLang="zh-TW" dirty="0">
                <a:ea typeface="+mj-ea"/>
                <a:cs typeface="+mj-cs"/>
              </a:rPr>
              <a:t>2.2 Database Management System</a:t>
            </a:r>
          </a:p>
        </p:txBody>
      </p:sp>
      <p:pic>
        <p:nvPicPr>
          <p:cNvPr id="20483" name="Picture 3">
            <a:extLst>
              <a:ext uri="{FF2B5EF4-FFF2-40B4-BE49-F238E27FC236}">
                <a16:creationId xmlns:a16="http://schemas.microsoft.com/office/drawing/2014/main" id="{87D8BE3E-9114-2576-2E68-EB97484CDE7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2" y="971550"/>
            <a:ext cx="7308056" cy="3577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0724" name="Slide Number Placeholder 3">
            <a:extLst>
              <a:ext uri="{FF2B5EF4-FFF2-40B4-BE49-F238E27FC236}">
                <a16:creationId xmlns:a16="http://schemas.microsoft.com/office/drawing/2014/main" id="{AA9DF140-1EFD-20D9-2786-60ECB06022F2}"/>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15</a:t>
            </a:fld>
            <a:endParaRPr lang="en-US" altLang="en-US" sz="1050">
              <a:solidFill>
                <a:srgbClr val="FFFFFF"/>
              </a:solidFill>
            </a:endParaRPr>
          </a:p>
        </p:txBody>
      </p:sp>
      <p:sp>
        <p:nvSpPr>
          <p:cNvPr id="2" name="object 2">
            <a:extLst>
              <a:ext uri="{FF2B5EF4-FFF2-40B4-BE49-F238E27FC236}">
                <a16:creationId xmlns:a16="http://schemas.microsoft.com/office/drawing/2014/main" id="{FE14F6F9-C9A5-95E3-D450-98DE3A4B2115}"/>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2.2 Database Management System</a:t>
            </a:r>
            <a:endParaRPr lang="en-US" sz="2800" kern="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wipe(left)">
                                      <p:cBhvr>
                                        <p:cTn id="7" dur="5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Picture 3">
            <a:extLst>
              <a:ext uri="{FF2B5EF4-FFF2-40B4-BE49-F238E27FC236}">
                <a16:creationId xmlns:a16="http://schemas.microsoft.com/office/drawing/2014/main" id="{2C7FFD1C-F55C-A118-019C-6ACEE6F6F0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742950"/>
            <a:ext cx="7791451"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2772" name="Slide Number Placeholder 3">
            <a:extLst>
              <a:ext uri="{FF2B5EF4-FFF2-40B4-BE49-F238E27FC236}">
                <a16:creationId xmlns:a16="http://schemas.microsoft.com/office/drawing/2014/main" id="{9CC07FD5-7263-BF7D-BFB6-2B9A122545F4}"/>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16</a:t>
            </a:fld>
            <a:endParaRPr lang="en-US" altLang="en-US" sz="1050">
              <a:solidFill>
                <a:srgbClr val="FFFFFF"/>
              </a:solidFill>
            </a:endParaRPr>
          </a:p>
        </p:txBody>
      </p:sp>
      <p:sp>
        <p:nvSpPr>
          <p:cNvPr id="4" name="object 2">
            <a:extLst>
              <a:ext uri="{FF2B5EF4-FFF2-40B4-BE49-F238E27FC236}">
                <a16:creationId xmlns:a16="http://schemas.microsoft.com/office/drawing/2014/main" id="{5EBBEA5E-356E-D111-C496-6FA91DC77F4D}"/>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2.3 Automatic Teller Machine Network</a:t>
            </a:r>
            <a:endParaRPr lang="en-US" sz="2800" kern="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box(in)">
                                      <p:cBhvr>
                                        <p:cTn id="7" dur="500"/>
                                        <p:tgtEl>
                                          <p:spTgt spid="2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4F375872-1478-9A2A-945E-04AF62F29ACC}"/>
              </a:ext>
            </a:extLst>
          </p:cNvPr>
          <p:cNvSpPr>
            <a:spLocks noGrp="1" noChangeArrowheads="1"/>
          </p:cNvSpPr>
          <p:nvPr>
            <p:ph type="title"/>
          </p:nvPr>
        </p:nvSpPr>
        <p:spPr>
          <a:xfrm>
            <a:off x="1294855" y="1149275"/>
            <a:ext cx="1420178" cy="2215991"/>
          </a:xfrm>
        </p:spPr>
        <p:txBody>
          <a:bodyPr/>
          <a:lstStyle/>
          <a:p>
            <a:pPr>
              <a:defRPr/>
            </a:pPr>
            <a:r>
              <a:rPr lang="en-US" altLang="zh-TW">
                <a:ea typeface="+mj-ea"/>
                <a:cs typeface="+mj-cs"/>
              </a:rPr>
              <a:t>2.4  Internet</a:t>
            </a:r>
          </a:p>
        </p:txBody>
      </p:sp>
      <p:grpSp>
        <p:nvGrpSpPr>
          <p:cNvPr id="34819" name="Group 3">
            <a:extLst>
              <a:ext uri="{FF2B5EF4-FFF2-40B4-BE49-F238E27FC236}">
                <a16:creationId xmlns:a16="http://schemas.microsoft.com/office/drawing/2014/main" id="{01C41059-C258-9CCF-5312-59EBD8B9390D}"/>
              </a:ext>
            </a:extLst>
          </p:cNvPr>
          <p:cNvGrpSpPr>
            <a:grpSpLocks/>
          </p:cNvGrpSpPr>
          <p:nvPr/>
        </p:nvGrpSpPr>
        <p:grpSpPr bwMode="auto">
          <a:xfrm>
            <a:off x="1383507" y="1053704"/>
            <a:ext cx="6242447" cy="3236119"/>
            <a:chOff x="442" y="885"/>
            <a:chExt cx="5243" cy="2718"/>
          </a:xfrm>
        </p:grpSpPr>
        <p:grpSp>
          <p:nvGrpSpPr>
            <p:cNvPr id="34821" name="Group 4">
              <a:extLst>
                <a:ext uri="{FF2B5EF4-FFF2-40B4-BE49-F238E27FC236}">
                  <a16:creationId xmlns:a16="http://schemas.microsoft.com/office/drawing/2014/main" id="{020F9DC8-98ED-2038-FDB4-F0C0966647DD}"/>
                </a:ext>
              </a:extLst>
            </p:cNvPr>
            <p:cNvGrpSpPr>
              <a:grpSpLocks/>
            </p:cNvGrpSpPr>
            <p:nvPr/>
          </p:nvGrpSpPr>
          <p:grpSpPr bwMode="auto">
            <a:xfrm>
              <a:off x="442" y="885"/>
              <a:ext cx="5243" cy="2525"/>
              <a:chOff x="442" y="885"/>
              <a:chExt cx="5243" cy="2525"/>
            </a:xfrm>
          </p:grpSpPr>
          <p:sp>
            <p:nvSpPr>
              <p:cNvPr id="35124" name="Freeform 5">
                <a:extLst>
                  <a:ext uri="{FF2B5EF4-FFF2-40B4-BE49-F238E27FC236}">
                    <a16:creationId xmlns:a16="http://schemas.microsoft.com/office/drawing/2014/main" id="{69406BBF-BFB1-1E9D-FE64-C48EABB22254}"/>
                  </a:ext>
                </a:extLst>
              </p:cNvPr>
              <p:cNvSpPr>
                <a:spLocks/>
              </p:cNvSpPr>
              <p:nvPr/>
            </p:nvSpPr>
            <p:spPr bwMode="auto">
              <a:xfrm>
                <a:off x="470" y="1561"/>
                <a:ext cx="359" cy="207"/>
              </a:xfrm>
              <a:custGeom>
                <a:avLst/>
                <a:gdLst>
                  <a:gd name="T0" fmla="*/ 359 w 359"/>
                  <a:gd name="T1" fmla="*/ 0 h 207"/>
                  <a:gd name="T2" fmla="*/ 345 w 359"/>
                  <a:gd name="T3" fmla="*/ 41 h 207"/>
                  <a:gd name="T4" fmla="*/ 290 w 359"/>
                  <a:gd name="T5" fmla="*/ 83 h 207"/>
                  <a:gd name="T6" fmla="*/ 165 w 359"/>
                  <a:gd name="T7" fmla="*/ 138 h 207"/>
                  <a:gd name="T8" fmla="*/ 69 w 359"/>
                  <a:gd name="T9" fmla="*/ 193 h 207"/>
                  <a:gd name="T10" fmla="*/ 0 w 359"/>
                  <a:gd name="T11" fmla="*/ 207 h 207"/>
                  <a:gd name="T12" fmla="*/ 0 60000 65536"/>
                  <a:gd name="T13" fmla="*/ 0 60000 65536"/>
                  <a:gd name="T14" fmla="*/ 0 60000 65536"/>
                  <a:gd name="T15" fmla="*/ 0 60000 65536"/>
                  <a:gd name="T16" fmla="*/ 0 60000 65536"/>
                  <a:gd name="T17" fmla="*/ 0 60000 65536"/>
                  <a:gd name="T18" fmla="*/ 0 w 359"/>
                  <a:gd name="T19" fmla="*/ 0 h 207"/>
                  <a:gd name="T20" fmla="*/ 359 w 359"/>
                  <a:gd name="T21" fmla="*/ 207 h 207"/>
                </a:gdLst>
                <a:ahLst/>
                <a:cxnLst>
                  <a:cxn ang="T12">
                    <a:pos x="T0" y="T1"/>
                  </a:cxn>
                  <a:cxn ang="T13">
                    <a:pos x="T2" y="T3"/>
                  </a:cxn>
                  <a:cxn ang="T14">
                    <a:pos x="T4" y="T5"/>
                  </a:cxn>
                  <a:cxn ang="T15">
                    <a:pos x="T6" y="T7"/>
                  </a:cxn>
                  <a:cxn ang="T16">
                    <a:pos x="T8" y="T9"/>
                  </a:cxn>
                  <a:cxn ang="T17">
                    <a:pos x="T10" y="T11"/>
                  </a:cxn>
                </a:cxnLst>
                <a:rect l="T18" t="T19" r="T20" b="T21"/>
                <a:pathLst>
                  <a:path w="359" h="207">
                    <a:moveTo>
                      <a:pt x="359" y="0"/>
                    </a:moveTo>
                    <a:lnTo>
                      <a:pt x="345" y="41"/>
                    </a:lnTo>
                    <a:lnTo>
                      <a:pt x="290" y="83"/>
                    </a:lnTo>
                    <a:lnTo>
                      <a:pt x="165" y="138"/>
                    </a:lnTo>
                    <a:lnTo>
                      <a:pt x="69" y="193"/>
                    </a:lnTo>
                    <a:lnTo>
                      <a:pt x="0" y="207"/>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25" name="Freeform 6">
                <a:extLst>
                  <a:ext uri="{FF2B5EF4-FFF2-40B4-BE49-F238E27FC236}">
                    <a16:creationId xmlns:a16="http://schemas.microsoft.com/office/drawing/2014/main" id="{37D3543C-96FB-62D1-433B-838CFF266808}"/>
                  </a:ext>
                </a:extLst>
              </p:cNvPr>
              <p:cNvSpPr>
                <a:spLocks/>
              </p:cNvSpPr>
              <p:nvPr/>
            </p:nvSpPr>
            <p:spPr bwMode="auto">
              <a:xfrm>
                <a:off x="635" y="1616"/>
                <a:ext cx="235" cy="442"/>
              </a:xfrm>
              <a:custGeom>
                <a:avLst/>
                <a:gdLst>
                  <a:gd name="T0" fmla="*/ 235 w 235"/>
                  <a:gd name="T1" fmla="*/ 0 h 442"/>
                  <a:gd name="T2" fmla="*/ 194 w 235"/>
                  <a:gd name="T3" fmla="*/ 166 h 442"/>
                  <a:gd name="T4" fmla="*/ 111 w 235"/>
                  <a:gd name="T5" fmla="*/ 290 h 442"/>
                  <a:gd name="T6" fmla="*/ 42 w 235"/>
                  <a:gd name="T7" fmla="*/ 400 h 442"/>
                  <a:gd name="T8" fmla="*/ 28 w 235"/>
                  <a:gd name="T9" fmla="*/ 442 h 442"/>
                  <a:gd name="T10" fmla="*/ 0 w 235"/>
                  <a:gd name="T11" fmla="*/ 414 h 442"/>
                  <a:gd name="T12" fmla="*/ 0 60000 65536"/>
                  <a:gd name="T13" fmla="*/ 0 60000 65536"/>
                  <a:gd name="T14" fmla="*/ 0 60000 65536"/>
                  <a:gd name="T15" fmla="*/ 0 60000 65536"/>
                  <a:gd name="T16" fmla="*/ 0 60000 65536"/>
                  <a:gd name="T17" fmla="*/ 0 60000 65536"/>
                  <a:gd name="T18" fmla="*/ 0 w 235"/>
                  <a:gd name="T19" fmla="*/ 0 h 442"/>
                  <a:gd name="T20" fmla="*/ 235 w 235"/>
                  <a:gd name="T21" fmla="*/ 442 h 442"/>
                </a:gdLst>
                <a:ahLst/>
                <a:cxnLst>
                  <a:cxn ang="T12">
                    <a:pos x="T0" y="T1"/>
                  </a:cxn>
                  <a:cxn ang="T13">
                    <a:pos x="T2" y="T3"/>
                  </a:cxn>
                  <a:cxn ang="T14">
                    <a:pos x="T4" y="T5"/>
                  </a:cxn>
                  <a:cxn ang="T15">
                    <a:pos x="T6" y="T7"/>
                  </a:cxn>
                  <a:cxn ang="T16">
                    <a:pos x="T8" y="T9"/>
                  </a:cxn>
                  <a:cxn ang="T17">
                    <a:pos x="T10" y="T11"/>
                  </a:cxn>
                </a:cxnLst>
                <a:rect l="T18" t="T19" r="T20" b="T21"/>
                <a:pathLst>
                  <a:path w="235" h="442">
                    <a:moveTo>
                      <a:pt x="235" y="0"/>
                    </a:moveTo>
                    <a:lnTo>
                      <a:pt x="194" y="166"/>
                    </a:lnTo>
                    <a:lnTo>
                      <a:pt x="111" y="290"/>
                    </a:lnTo>
                    <a:lnTo>
                      <a:pt x="42" y="400"/>
                    </a:lnTo>
                    <a:lnTo>
                      <a:pt x="28" y="442"/>
                    </a:lnTo>
                    <a:lnTo>
                      <a:pt x="0" y="414"/>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26" name="Freeform 7">
                <a:extLst>
                  <a:ext uri="{FF2B5EF4-FFF2-40B4-BE49-F238E27FC236}">
                    <a16:creationId xmlns:a16="http://schemas.microsoft.com/office/drawing/2014/main" id="{D8379737-B308-BA60-4C16-0398D8680B9C}"/>
                  </a:ext>
                </a:extLst>
              </p:cNvPr>
              <p:cNvSpPr>
                <a:spLocks/>
              </p:cNvSpPr>
              <p:nvPr/>
            </p:nvSpPr>
            <p:spPr bwMode="auto">
              <a:xfrm>
                <a:off x="1091" y="1520"/>
                <a:ext cx="69" cy="496"/>
              </a:xfrm>
              <a:custGeom>
                <a:avLst/>
                <a:gdLst>
                  <a:gd name="T0" fmla="*/ 0 w 69"/>
                  <a:gd name="T1" fmla="*/ 0 h 496"/>
                  <a:gd name="T2" fmla="*/ 13 w 69"/>
                  <a:gd name="T3" fmla="*/ 193 h 496"/>
                  <a:gd name="T4" fmla="*/ 41 w 69"/>
                  <a:gd name="T5" fmla="*/ 331 h 496"/>
                  <a:gd name="T6" fmla="*/ 55 w 69"/>
                  <a:gd name="T7" fmla="*/ 455 h 496"/>
                  <a:gd name="T8" fmla="*/ 69 w 69"/>
                  <a:gd name="T9" fmla="*/ 496 h 496"/>
                  <a:gd name="T10" fmla="*/ 69 w 69"/>
                  <a:gd name="T11" fmla="*/ 469 h 496"/>
                  <a:gd name="T12" fmla="*/ 0 60000 65536"/>
                  <a:gd name="T13" fmla="*/ 0 60000 65536"/>
                  <a:gd name="T14" fmla="*/ 0 60000 65536"/>
                  <a:gd name="T15" fmla="*/ 0 60000 65536"/>
                  <a:gd name="T16" fmla="*/ 0 60000 65536"/>
                  <a:gd name="T17" fmla="*/ 0 60000 65536"/>
                  <a:gd name="T18" fmla="*/ 0 w 69"/>
                  <a:gd name="T19" fmla="*/ 0 h 496"/>
                  <a:gd name="T20" fmla="*/ 69 w 69"/>
                  <a:gd name="T21" fmla="*/ 496 h 496"/>
                </a:gdLst>
                <a:ahLst/>
                <a:cxnLst>
                  <a:cxn ang="T12">
                    <a:pos x="T0" y="T1"/>
                  </a:cxn>
                  <a:cxn ang="T13">
                    <a:pos x="T2" y="T3"/>
                  </a:cxn>
                  <a:cxn ang="T14">
                    <a:pos x="T4" y="T5"/>
                  </a:cxn>
                  <a:cxn ang="T15">
                    <a:pos x="T6" y="T7"/>
                  </a:cxn>
                  <a:cxn ang="T16">
                    <a:pos x="T8" y="T9"/>
                  </a:cxn>
                  <a:cxn ang="T17">
                    <a:pos x="T10" y="T11"/>
                  </a:cxn>
                </a:cxnLst>
                <a:rect l="T18" t="T19" r="T20" b="T21"/>
                <a:pathLst>
                  <a:path w="69" h="496">
                    <a:moveTo>
                      <a:pt x="0" y="0"/>
                    </a:moveTo>
                    <a:lnTo>
                      <a:pt x="13" y="193"/>
                    </a:lnTo>
                    <a:lnTo>
                      <a:pt x="41" y="331"/>
                    </a:lnTo>
                    <a:lnTo>
                      <a:pt x="55" y="455"/>
                    </a:lnTo>
                    <a:lnTo>
                      <a:pt x="69" y="496"/>
                    </a:lnTo>
                    <a:lnTo>
                      <a:pt x="69" y="4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27" name="Freeform 8">
                <a:extLst>
                  <a:ext uri="{FF2B5EF4-FFF2-40B4-BE49-F238E27FC236}">
                    <a16:creationId xmlns:a16="http://schemas.microsoft.com/office/drawing/2014/main" id="{F6A97DBD-E32E-7435-8D40-1F9DE80CE5A8}"/>
                  </a:ext>
                </a:extLst>
              </p:cNvPr>
              <p:cNvSpPr>
                <a:spLocks/>
              </p:cNvSpPr>
              <p:nvPr/>
            </p:nvSpPr>
            <p:spPr bwMode="auto">
              <a:xfrm>
                <a:off x="911" y="1588"/>
                <a:ext cx="97" cy="483"/>
              </a:xfrm>
              <a:custGeom>
                <a:avLst/>
                <a:gdLst>
                  <a:gd name="T0" fmla="*/ 97 w 97"/>
                  <a:gd name="T1" fmla="*/ 0 h 483"/>
                  <a:gd name="T2" fmla="*/ 69 w 97"/>
                  <a:gd name="T3" fmla="*/ 180 h 483"/>
                  <a:gd name="T4" fmla="*/ 42 w 97"/>
                  <a:gd name="T5" fmla="*/ 318 h 483"/>
                  <a:gd name="T6" fmla="*/ 14 w 97"/>
                  <a:gd name="T7" fmla="*/ 442 h 483"/>
                  <a:gd name="T8" fmla="*/ 14 w 97"/>
                  <a:gd name="T9" fmla="*/ 483 h 483"/>
                  <a:gd name="T10" fmla="*/ 0 w 97"/>
                  <a:gd name="T11" fmla="*/ 456 h 483"/>
                  <a:gd name="T12" fmla="*/ 0 60000 65536"/>
                  <a:gd name="T13" fmla="*/ 0 60000 65536"/>
                  <a:gd name="T14" fmla="*/ 0 60000 65536"/>
                  <a:gd name="T15" fmla="*/ 0 60000 65536"/>
                  <a:gd name="T16" fmla="*/ 0 60000 65536"/>
                  <a:gd name="T17" fmla="*/ 0 60000 65536"/>
                  <a:gd name="T18" fmla="*/ 0 w 97"/>
                  <a:gd name="T19" fmla="*/ 0 h 483"/>
                  <a:gd name="T20" fmla="*/ 97 w 97"/>
                  <a:gd name="T21" fmla="*/ 483 h 483"/>
                </a:gdLst>
                <a:ahLst/>
                <a:cxnLst>
                  <a:cxn ang="T12">
                    <a:pos x="T0" y="T1"/>
                  </a:cxn>
                  <a:cxn ang="T13">
                    <a:pos x="T2" y="T3"/>
                  </a:cxn>
                  <a:cxn ang="T14">
                    <a:pos x="T4" y="T5"/>
                  </a:cxn>
                  <a:cxn ang="T15">
                    <a:pos x="T6" y="T7"/>
                  </a:cxn>
                  <a:cxn ang="T16">
                    <a:pos x="T8" y="T9"/>
                  </a:cxn>
                  <a:cxn ang="T17">
                    <a:pos x="T10" y="T11"/>
                  </a:cxn>
                </a:cxnLst>
                <a:rect l="T18" t="T19" r="T20" b="T21"/>
                <a:pathLst>
                  <a:path w="97" h="483">
                    <a:moveTo>
                      <a:pt x="97" y="0"/>
                    </a:moveTo>
                    <a:lnTo>
                      <a:pt x="69" y="180"/>
                    </a:lnTo>
                    <a:lnTo>
                      <a:pt x="42" y="318"/>
                    </a:lnTo>
                    <a:lnTo>
                      <a:pt x="14" y="442"/>
                    </a:lnTo>
                    <a:lnTo>
                      <a:pt x="14" y="483"/>
                    </a:lnTo>
                    <a:lnTo>
                      <a:pt x="0" y="456"/>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28" name="Freeform 9">
                <a:extLst>
                  <a:ext uri="{FF2B5EF4-FFF2-40B4-BE49-F238E27FC236}">
                    <a16:creationId xmlns:a16="http://schemas.microsoft.com/office/drawing/2014/main" id="{2B75A130-4670-5180-C37F-1CCDC9CA810A}"/>
                  </a:ext>
                </a:extLst>
              </p:cNvPr>
              <p:cNvSpPr>
                <a:spLocks/>
              </p:cNvSpPr>
              <p:nvPr/>
            </p:nvSpPr>
            <p:spPr bwMode="auto">
              <a:xfrm>
                <a:off x="2264" y="1244"/>
                <a:ext cx="165" cy="496"/>
              </a:xfrm>
              <a:custGeom>
                <a:avLst/>
                <a:gdLst>
                  <a:gd name="T0" fmla="*/ 165 w 165"/>
                  <a:gd name="T1" fmla="*/ 0 h 496"/>
                  <a:gd name="T2" fmla="*/ 137 w 165"/>
                  <a:gd name="T3" fmla="*/ 193 h 496"/>
                  <a:gd name="T4" fmla="*/ 82 w 165"/>
                  <a:gd name="T5" fmla="*/ 331 h 496"/>
                  <a:gd name="T6" fmla="*/ 27 w 165"/>
                  <a:gd name="T7" fmla="*/ 455 h 496"/>
                  <a:gd name="T8" fmla="*/ 13 w 165"/>
                  <a:gd name="T9" fmla="*/ 496 h 496"/>
                  <a:gd name="T10" fmla="*/ 0 w 165"/>
                  <a:gd name="T11" fmla="*/ 469 h 496"/>
                  <a:gd name="T12" fmla="*/ 0 60000 65536"/>
                  <a:gd name="T13" fmla="*/ 0 60000 65536"/>
                  <a:gd name="T14" fmla="*/ 0 60000 65536"/>
                  <a:gd name="T15" fmla="*/ 0 60000 65536"/>
                  <a:gd name="T16" fmla="*/ 0 60000 65536"/>
                  <a:gd name="T17" fmla="*/ 0 60000 65536"/>
                  <a:gd name="T18" fmla="*/ 0 w 165"/>
                  <a:gd name="T19" fmla="*/ 0 h 496"/>
                  <a:gd name="T20" fmla="*/ 165 w 165"/>
                  <a:gd name="T21" fmla="*/ 496 h 496"/>
                </a:gdLst>
                <a:ahLst/>
                <a:cxnLst>
                  <a:cxn ang="T12">
                    <a:pos x="T0" y="T1"/>
                  </a:cxn>
                  <a:cxn ang="T13">
                    <a:pos x="T2" y="T3"/>
                  </a:cxn>
                  <a:cxn ang="T14">
                    <a:pos x="T4" y="T5"/>
                  </a:cxn>
                  <a:cxn ang="T15">
                    <a:pos x="T6" y="T7"/>
                  </a:cxn>
                  <a:cxn ang="T16">
                    <a:pos x="T8" y="T9"/>
                  </a:cxn>
                  <a:cxn ang="T17">
                    <a:pos x="T10" y="T11"/>
                  </a:cxn>
                </a:cxnLst>
                <a:rect l="T18" t="T19" r="T20" b="T21"/>
                <a:pathLst>
                  <a:path w="165" h="496">
                    <a:moveTo>
                      <a:pt x="165" y="0"/>
                    </a:moveTo>
                    <a:lnTo>
                      <a:pt x="137" y="193"/>
                    </a:lnTo>
                    <a:lnTo>
                      <a:pt x="82" y="331"/>
                    </a:lnTo>
                    <a:lnTo>
                      <a:pt x="27" y="455"/>
                    </a:lnTo>
                    <a:lnTo>
                      <a:pt x="13" y="496"/>
                    </a:lnTo>
                    <a:lnTo>
                      <a:pt x="0" y="4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29" name="Freeform 10">
                <a:extLst>
                  <a:ext uri="{FF2B5EF4-FFF2-40B4-BE49-F238E27FC236}">
                    <a16:creationId xmlns:a16="http://schemas.microsoft.com/office/drawing/2014/main" id="{5B3ABE6A-64BE-E44A-FCE9-0526A34C6217}"/>
                  </a:ext>
                </a:extLst>
              </p:cNvPr>
              <p:cNvSpPr>
                <a:spLocks/>
              </p:cNvSpPr>
              <p:nvPr/>
            </p:nvSpPr>
            <p:spPr bwMode="auto">
              <a:xfrm>
                <a:off x="2595" y="1257"/>
                <a:ext cx="165" cy="497"/>
              </a:xfrm>
              <a:custGeom>
                <a:avLst/>
                <a:gdLst>
                  <a:gd name="T0" fmla="*/ 165 w 165"/>
                  <a:gd name="T1" fmla="*/ 0 h 497"/>
                  <a:gd name="T2" fmla="*/ 138 w 165"/>
                  <a:gd name="T3" fmla="*/ 194 h 497"/>
                  <a:gd name="T4" fmla="*/ 82 w 165"/>
                  <a:gd name="T5" fmla="*/ 345 h 497"/>
                  <a:gd name="T6" fmla="*/ 27 w 165"/>
                  <a:gd name="T7" fmla="*/ 469 h 497"/>
                  <a:gd name="T8" fmla="*/ 13 w 165"/>
                  <a:gd name="T9" fmla="*/ 497 h 497"/>
                  <a:gd name="T10" fmla="*/ 0 w 165"/>
                  <a:gd name="T11" fmla="*/ 483 h 497"/>
                  <a:gd name="T12" fmla="*/ 0 60000 65536"/>
                  <a:gd name="T13" fmla="*/ 0 60000 65536"/>
                  <a:gd name="T14" fmla="*/ 0 60000 65536"/>
                  <a:gd name="T15" fmla="*/ 0 60000 65536"/>
                  <a:gd name="T16" fmla="*/ 0 60000 65536"/>
                  <a:gd name="T17" fmla="*/ 0 60000 65536"/>
                  <a:gd name="T18" fmla="*/ 0 w 165"/>
                  <a:gd name="T19" fmla="*/ 0 h 497"/>
                  <a:gd name="T20" fmla="*/ 165 w 165"/>
                  <a:gd name="T21" fmla="*/ 497 h 497"/>
                </a:gdLst>
                <a:ahLst/>
                <a:cxnLst>
                  <a:cxn ang="T12">
                    <a:pos x="T0" y="T1"/>
                  </a:cxn>
                  <a:cxn ang="T13">
                    <a:pos x="T2" y="T3"/>
                  </a:cxn>
                  <a:cxn ang="T14">
                    <a:pos x="T4" y="T5"/>
                  </a:cxn>
                  <a:cxn ang="T15">
                    <a:pos x="T6" y="T7"/>
                  </a:cxn>
                  <a:cxn ang="T16">
                    <a:pos x="T8" y="T9"/>
                  </a:cxn>
                  <a:cxn ang="T17">
                    <a:pos x="T10" y="T11"/>
                  </a:cxn>
                </a:cxnLst>
                <a:rect l="T18" t="T19" r="T20" b="T21"/>
                <a:pathLst>
                  <a:path w="165" h="497">
                    <a:moveTo>
                      <a:pt x="165" y="0"/>
                    </a:moveTo>
                    <a:lnTo>
                      <a:pt x="138" y="194"/>
                    </a:lnTo>
                    <a:lnTo>
                      <a:pt x="82" y="345"/>
                    </a:lnTo>
                    <a:lnTo>
                      <a:pt x="27" y="469"/>
                    </a:lnTo>
                    <a:lnTo>
                      <a:pt x="13" y="497"/>
                    </a:lnTo>
                    <a:lnTo>
                      <a:pt x="0" y="483"/>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30" name="Freeform 11">
                <a:extLst>
                  <a:ext uri="{FF2B5EF4-FFF2-40B4-BE49-F238E27FC236}">
                    <a16:creationId xmlns:a16="http://schemas.microsoft.com/office/drawing/2014/main" id="{E55B7E36-E9C8-2EE7-392A-65D404FEDF57}"/>
                  </a:ext>
                </a:extLst>
              </p:cNvPr>
              <p:cNvSpPr>
                <a:spLocks/>
              </p:cNvSpPr>
              <p:nvPr/>
            </p:nvSpPr>
            <p:spPr bwMode="auto">
              <a:xfrm>
                <a:off x="5133" y="2182"/>
                <a:ext cx="373" cy="69"/>
              </a:xfrm>
              <a:custGeom>
                <a:avLst/>
                <a:gdLst>
                  <a:gd name="T0" fmla="*/ 373 w 373"/>
                  <a:gd name="T1" fmla="*/ 0 h 69"/>
                  <a:gd name="T2" fmla="*/ 290 w 373"/>
                  <a:gd name="T3" fmla="*/ 27 h 69"/>
                  <a:gd name="T4" fmla="*/ 152 w 373"/>
                  <a:gd name="T5" fmla="*/ 55 h 69"/>
                  <a:gd name="T6" fmla="*/ 56 w 373"/>
                  <a:gd name="T7" fmla="*/ 69 h 69"/>
                  <a:gd name="T8" fmla="*/ 0 w 373"/>
                  <a:gd name="T9" fmla="*/ 69 h 69"/>
                  <a:gd name="T10" fmla="*/ 0 60000 65536"/>
                  <a:gd name="T11" fmla="*/ 0 60000 65536"/>
                  <a:gd name="T12" fmla="*/ 0 60000 65536"/>
                  <a:gd name="T13" fmla="*/ 0 60000 65536"/>
                  <a:gd name="T14" fmla="*/ 0 60000 65536"/>
                  <a:gd name="T15" fmla="*/ 0 w 373"/>
                  <a:gd name="T16" fmla="*/ 0 h 69"/>
                  <a:gd name="T17" fmla="*/ 373 w 373"/>
                  <a:gd name="T18" fmla="*/ 69 h 69"/>
                </a:gdLst>
                <a:ahLst/>
                <a:cxnLst>
                  <a:cxn ang="T10">
                    <a:pos x="T0" y="T1"/>
                  </a:cxn>
                  <a:cxn ang="T11">
                    <a:pos x="T2" y="T3"/>
                  </a:cxn>
                  <a:cxn ang="T12">
                    <a:pos x="T4" y="T5"/>
                  </a:cxn>
                  <a:cxn ang="T13">
                    <a:pos x="T6" y="T7"/>
                  </a:cxn>
                  <a:cxn ang="T14">
                    <a:pos x="T8" y="T9"/>
                  </a:cxn>
                </a:cxnLst>
                <a:rect l="T15" t="T16" r="T17" b="T18"/>
                <a:pathLst>
                  <a:path w="373" h="69">
                    <a:moveTo>
                      <a:pt x="373" y="0"/>
                    </a:moveTo>
                    <a:lnTo>
                      <a:pt x="290" y="27"/>
                    </a:lnTo>
                    <a:lnTo>
                      <a:pt x="152" y="55"/>
                    </a:lnTo>
                    <a:lnTo>
                      <a:pt x="56" y="69"/>
                    </a:lnTo>
                    <a:lnTo>
                      <a:pt x="0"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31" name="Freeform 12">
                <a:extLst>
                  <a:ext uri="{FF2B5EF4-FFF2-40B4-BE49-F238E27FC236}">
                    <a16:creationId xmlns:a16="http://schemas.microsoft.com/office/drawing/2014/main" id="{E9E521A7-EDD9-1B07-65D8-2824B315B251}"/>
                  </a:ext>
                </a:extLst>
              </p:cNvPr>
              <p:cNvSpPr>
                <a:spLocks/>
              </p:cNvSpPr>
              <p:nvPr/>
            </p:nvSpPr>
            <p:spPr bwMode="auto">
              <a:xfrm>
                <a:off x="5133" y="1864"/>
                <a:ext cx="373" cy="318"/>
              </a:xfrm>
              <a:custGeom>
                <a:avLst/>
                <a:gdLst>
                  <a:gd name="T0" fmla="*/ 373 w 373"/>
                  <a:gd name="T1" fmla="*/ 0 h 318"/>
                  <a:gd name="T2" fmla="*/ 345 w 373"/>
                  <a:gd name="T3" fmla="*/ 56 h 318"/>
                  <a:gd name="T4" fmla="*/ 304 w 373"/>
                  <a:gd name="T5" fmla="*/ 125 h 318"/>
                  <a:gd name="T6" fmla="*/ 166 w 373"/>
                  <a:gd name="T7" fmla="*/ 207 h 318"/>
                  <a:gd name="T8" fmla="*/ 69 w 373"/>
                  <a:gd name="T9" fmla="*/ 290 h 318"/>
                  <a:gd name="T10" fmla="*/ 28 w 373"/>
                  <a:gd name="T11" fmla="*/ 318 h 318"/>
                  <a:gd name="T12" fmla="*/ 0 w 373"/>
                  <a:gd name="T13" fmla="*/ 304 h 318"/>
                  <a:gd name="T14" fmla="*/ 0 60000 65536"/>
                  <a:gd name="T15" fmla="*/ 0 60000 65536"/>
                  <a:gd name="T16" fmla="*/ 0 60000 65536"/>
                  <a:gd name="T17" fmla="*/ 0 60000 65536"/>
                  <a:gd name="T18" fmla="*/ 0 60000 65536"/>
                  <a:gd name="T19" fmla="*/ 0 60000 65536"/>
                  <a:gd name="T20" fmla="*/ 0 60000 65536"/>
                  <a:gd name="T21" fmla="*/ 0 w 373"/>
                  <a:gd name="T22" fmla="*/ 0 h 318"/>
                  <a:gd name="T23" fmla="*/ 373 w 373"/>
                  <a:gd name="T24" fmla="*/ 318 h 3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3" h="318">
                    <a:moveTo>
                      <a:pt x="373" y="0"/>
                    </a:moveTo>
                    <a:lnTo>
                      <a:pt x="345" y="56"/>
                    </a:lnTo>
                    <a:lnTo>
                      <a:pt x="304" y="125"/>
                    </a:lnTo>
                    <a:lnTo>
                      <a:pt x="166" y="207"/>
                    </a:lnTo>
                    <a:lnTo>
                      <a:pt x="69" y="290"/>
                    </a:lnTo>
                    <a:lnTo>
                      <a:pt x="28" y="318"/>
                    </a:lnTo>
                    <a:lnTo>
                      <a:pt x="0" y="304"/>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32" name="Freeform 13">
                <a:extLst>
                  <a:ext uri="{FF2B5EF4-FFF2-40B4-BE49-F238E27FC236}">
                    <a16:creationId xmlns:a16="http://schemas.microsoft.com/office/drawing/2014/main" id="{2822F21B-CA44-07AA-3991-C6EED19E57FD}"/>
                  </a:ext>
                </a:extLst>
              </p:cNvPr>
              <p:cNvSpPr>
                <a:spLocks/>
              </p:cNvSpPr>
              <p:nvPr/>
            </p:nvSpPr>
            <p:spPr bwMode="auto">
              <a:xfrm>
                <a:off x="4968" y="1768"/>
                <a:ext cx="165" cy="497"/>
              </a:xfrm>
              <a:custGeom>
                <a:avLst/>
                <a:gdLst>
                  <a:gd name="T0" fmla="*/ 165 w 165"/>
                  <a:gd name="T1" fmla="*/ 0 h 497"/>
                  <a:gd name="T2" fmla="*/ 138 w 165"/>
                  <a:gd name="T3" fmla="*/ 193 h 497"/>
                  <a:gd name="T4" fmla="*/ 83 w 165"/>
                  <a:gd name="T5" fmla="*/ 331 h 497"/>
                  <a:gd name="T6" fmla="*/ 28 w 165"/>
                  <a:gd name="T7" fmla="*/ 455 h 497"/>
                  <a:gd name="T8" fmla="*/ 14 w 165"/>
                  <a:gd name="T9" fmla="*/ 497 h 497"/>
                  <a:gd name="T10" fmla="*/ 0 w 165"/>
                  <a:gd name="T11" fmla="*/ 469 h 497"/>
                  <a:gd name="T12" fmla="*/ 0 60000 65536"/>
                  <a:gd name="T13" fmla="*/ 0 60000 65536"/>
                  <a:gd name="T14" fmla="*/ 0 60000 65536"/>
                  <a:gd name="T15" fmla="*/ 0 60000 65536"/>
                  <a:gd name="T16" fmla="*/ 0 60000 65536"/>
                  <a:gd name="T17" fmla="*/ 0 60000 65536"/>
                  <a:gd name="T18" fmla="*/ 0 w 165"/>
                  <a:gd name="T19" fmla="*/ 0 h 497"/>
                  <a:gd name="T20" fmla="*/ 165 w 165"/>
                  <a:gd name="T21" fmla="*/ 497 h 497"/>
                </a:gdLst>
                <a:ahLst/>
                <a:cxnLst>
                  <a:cxn ang="T12">
                    <a:pos x="T0" y="T1"/>
                  </a:cxn>
                  <a:cxn ang="T13">
                    <a:pos x="T2" y="T3"/>
                  </a:cxn>
                  <a:cxn ang="T14">
                    <a:pos x="T4" y="T5"/>
                  </a:cxn>
                  <a:cxn ang="T15">
                    <a:pos x="T6" y="T7"/>
                  </a:cxn>
                  <a:cxn ang="T16">
                    <a:pos x="T8" y="T9"/>
                  </a:cxn>
                  <a:cxn ang="T17">
                    <a:pos x="T10" y="T11"/>
                  </a:cxn>
                </a:cxnLst>
                <a:rect l="T18" t="T19" r="T20" b="T21"/>
                <a:pathLst>
                  <a:path w="165" h="497">
                    <a:moveTo>
                      <a:pt x="165" y="0"/>
                    </a:moveTo>
                    <a:lnTo>
                      <a:pt x="138" y="193"/>
                    </a:lnTo>
                    <a:lnTo>
                      <a:pt x="83" y="331"/>
                    </a:lnTo>
                    <a:lnTo>
                      <a:pt x="28" y="455"/>
                    </a:lnTo>
                    <a:lnTo>
                      <a:pt x="14" y="497"/>
                    </a:lnTo>
                    <a:lnTo>
                      <a:pt x="0" y="4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33" name="Freeform 14">
                <a:extLst>
                  <a:ext uri="{FF2B5EF4-FFF2-40B4-BE49-F238E27FC236}">
                    <a16:creationId xmlns:a16="http://schemas.microsoft.com/office/drawing/2014/main" id="{4B6705FD-7D0B-CE24-098D-DE23E6DCA60B}"/>
                  </a:ext>
                </a:extLst>
              </p:cNvPr>
              <p:cNvSpPr>
                <a:spLocks/>
              </p:cNvSpPr>
              <p:nvPr/>
            </p:nvSpPr>
            <p:spPr bwMode="auto">
              <a:xfrm>
                <a:off x="1463" y="1009"/>
                <a:ext cx="663" cy="538"/>
              </a:xfrm>
              <a:custGeom>
                <a:avLst/>
                <a:gdLst>
                  <a:gd name="T0" fmla="*/ 28 w 663"/>
                  <a:gd name="T1" fmla="*/ 124 h 538"/>
                  <a:gd name="T2" fmla="*/ 28 w 663"/>
                  <a:gd name="T3" fmla="*/ 97 h 538"/>
                  <a:gd name="T4" fmla="*/ 69 w 663"/>
                  <a:gd name="T5" fmla="*/ 55 h 538"/>
                  <a:gd name="T6" fmla="*/ 111 w 663"/>
                  <a:gd name="T7" fmla="*/ 28 h 538"/>
                  <a:gd name="T8" fmla="*/ 138 w 663"/>
                  <a:gd name="T9" fmla="*/ 41 h 538"/>
                  <a:gd name="T10" fmla="*/ 152 w 663"/>
                  <a:gd name="T11" fmla="*/ 28 h 538"/>
                  <a:gd name="T12" fmla="*/ 193 w 663"/>
                  <a:gd name="T13" fmla="*/ 28 h 538"/>
                  <a:gd name="T14" fmla="*/ 249 w 663"/>
                  <a:gd name="T15" fmla="*/ 41 h 538"/>
                  <a:gd name="T16" fmla="*/ 304 w 663"/>
                  <a:gd name="T17" fmla="*/ 41 h 538"/>
                  <a:gd name="T18" fmla="*/ 345 w 663"/>
                  <a:gd name="T19" fmla="*/ 55 h 538"/>
                  <a:gd name="T20" fmla="*/ 373 w 663"/>
                  <a:gd name="T21" fmla="*/ 28 h 538"/>
                  <a:gd name="T22" fmla="*/ 400 w 663"/>
                  <a:gd name="T23" fmla="*/ 0 h 538"/>
                  <a:gd name="T24" fmla="*/ 442 w 663"/>
                  <a:gd name="T25" fmla="*/ 0 h 538"/>
                  <a:gd name="T26" fmla="*/ 469 w 663"/>
                  <a:gd name="T27" fmla="*/ 0 h 538"/>
                  <a:gd name="T28" fmla="*/ 511 w 663"/>
                  <a:gd name="T29" fmla="*/ 0 h 538"/>
                  <a:gd name="T30" fmla="*/ 538 w 663"/>
                  <a:gd name="T31" fmla="*/ 14 h 538"/>
                  <a:gd name="T32" fmla="*/ 552 w 663"/>
                  <a:gd name="T33" fmla="*/ 28 h 538"/>
                  <a:gd name="T34" fmla="*/ 580 w 663"/>
                  <a:gd name="T35" fmla="*/ 41 h 538"/>
                  <a:gd name="T36" fmla="*/ 607 w 663"/>
                  <a:gd name="T37" fmla="*/ 97 h 538"/>
                  <a:gd name="T38" fmla="*/ 649 w 663"/>
                  <a:gd name="T39" fmla="*/ 166 h 538"/>
                  <a:gd name="T40" fmla="*/ 663 w 663"/>
                  <a:gd name="T41" fmla="*/ 262 h 538"/>
                  <a:gd name="T42" fmla="*/ 663 w 663"/>
                  <a:gd name="T43" fmla="*/ 331 h 538"/>
                  <a:gd name="T44" fmla="*/ 649 w 663"/>
                  <a:gd name="T45" fmla="*/ 386 h 538"/>
                  <a:gd name="T46" fmla="*/ 635 w 663"/>
                  <a:gd name="T47" fmla="*/ 469 h 538"/>
                  <a:gd name="T48" fmla="*/ 607 w 663"/>
                  <a:gd name="T49" fmla="*/ 524 h 538"/>
                  <a:gd name="T50" fmla="*/ 552 w 663"/>
                  <a:gd name="T51" fmla="*/ 538 h 538"/>
                  <a:gd name="T52" fmla="*/ 511 w 663"/>
                  <a:gd name="T53" fmla="*/ 538 h 538"/>
                  <a:gd name="T54" fmla="*/ 456 w 663"/>
                  <a:gd name="T55" fmla="*/ 524 h 538"/>
                  <a:gd name="T56" fmla="*/ 414 w 663"/>
                  <a:gd name="T57" fmla="*/ 511 h 538"/>
                  <a:gd name="T58" fmla="*/ 373 w 663"/>
                  <a:gd name="T59" fmla="*/ 497 h 538"/>
                  <a:gd name="T60" fmla="*/ 331 w 663"/>
                  <a:gd name="T61" fmla="*/ 497 h 538"/>
                  <a:gd name="T62" fmla="*/ 290 w 663"/>
                  <a:gd name="T63" fmla="*/ 497 h 538"/>
                  <a:gd name="T64" fmla="*/ 262 w 663"/>
                  <a:gd name="T65" fmla="*/ 511 h 538"/>
                  <a:gd name="T66" fmla="*/ 221 w 663"/>
                  <a:gd name="T67" fmla="*/ 511 h 538"/>
                  <a:gd name="T68" fmla="*/ 193 w 663"/>
                  <a:gd name="T69" fmla="*/ 524 h 538"/>
                  <a:gd name="T70" fmla="*/ 166 w 663"/>
                  <a:gd name="T71" fmla="*/ 524 h 538"/>
                  <a:gd name="T72" fmla="*/ 124 w 663"/>
                  <a:gd name="T73" fmla="*/ 524 h 538"/>
                  <a:gd name="T74" fmla="*/ 97 w 663"/>
                  <a:gd name="T75" fmla="*/ 524 h 538"/>
                  <a:gd name="T76" fmla="*/ 83 w 663"/>
                  <a:gd name="T77" fmla="*/ 511 h 538"/>
                  <a:gd name="T78" fmla="*/ 55 w 663"/>
                  <a:gd name="T79" fmla="*/ 497 h 538"/>
                  <a:gd name="T80" fmla="*/ 55 w 663"/>
                  <a:gd name="T81" fmla="*/ 483 h 538"/>
                  <a:gd name="T82" fmla="*/ 42 w 663"/>
                  <a:gd name="T83" fmla="*/ 469 h 538"/>
                  <a:gd name="T84" fmla="*/ 28 w 663"/>
                  <a:gd name="T85" fmla="*/ 428 h 538"/>
                  <a:gd name="T86" fmla="*/ 14 w 663"/>
                  <a:gd name="T87" fmla="*/ 359 h 538"/>
                  <a:gd name="T88" fmla="*/ 0 w 663"/>
                  <a:gd name="T89" fmla="*/ 317 h 538"/>
                  <a:gd name="T90" fmla="*/ 0 w 663"/>
                  <a:gd name="T91" fmla="*/ 262 h 538"/>
                  <a:gd name="T92" fmla="*/ 14 w 663"/>
                  <a:gd name="T93" fmla="*/ 207 h 538"/>
                  <a:gd name="T94" fmla="*/ 14 w 663"/>
                  <a:gd name="T95" fmla="*/ 152 h 538"/>
                  <a:gd name="T96" fmla="*/ 28 w 663"/>
                  <a:gd name="T97" fmla="*/ 124 h 538"/>
                  <a:gd name="T98" fmla="*/ 28 w 663"/>
                  <a:gd name="T99" fmla="*/ 124 h 53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63"/>
                  <a:gd name="T151" fmla="*/ 0 h 538"/>
                  <a:gd name="T152" fmla="*/ 663 w 663"/>
                  <a:gd name="T153" fmla="*/ 538 h 53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63" h="538">
                    <a:moveTo>
                      <a:pt x="28" y="124"/>
                    </a:moveTo>
                    <a:lnTo>
                      <a:pt x="28" y="97"/>
                    </a:lnTo>
                    <a:lnTo>
                      <a:pt x="69" y="55"/>
                    </a:lnTo>
                    <a:lnTo>
                      <a:pt x="111" y="28"/>
                    </a:lnTo>
                    <a:lnTo>
                      <a:pt x="138" y="41"/>
                    </a:lnTo>
                    <a:lnTo>
                      <a:pt x="152" y="28"/>
                    </a:lnTo>
                    <a:lnTo>
                      <a:pt x="193" y="28"/>
                    </a:lnTo>
                    <a:lnTo>
                      <a:pt x="249" y="41"/>
                    </a:lnTo>
                    <a:lnTo>
                      <a:pt x="304" y="41"/>
                    </a:lnTo>
                    <a:lnTo>
                      <a:pt x="345" y="55"/>
                    </a:lnTo>
                    <a:lnTo>
                      <a:pt x="373" y="28"/>
                    </a:lnTo>
                    <a:lnTo>
                      <a:pt x="400" y="0"/>
                    </a:lnTo>
                    <a:lnTo>
                      <a:pt x="442" y="0"/>
                    </a:lnTo>
                    <a:lnTo>
                      <a:pt x="469" y="0"/>
                    </a:lnTo>
                    <a:lnTo>
                      <a:pt x="511" y="0"/>
                    </a:lnTo>
                    <a:lnTo>
                      <a:pt x="538" y="14"/>
                    </a:lnTo>
                    <a:lnTo>
                      <a:pt x="552" y="28"/>
                    </a:lnTo>
                    <a:lnTo>
                      <a:pt x="580" y="41"/>
                    </a:lnTo>
                    <a:lnTo>
                      <a:pt x="607" y="97"/>
                    </a:lnTo>
                    <a:lnTo>
                      <a:pt x="649" y="166"/>
                    </a:lnTo>
                    <a:lnTo>
                      <a:pt x="663" y="262"/>
                    </a:lnTo>
                    <a:lnTo>
                      <a:pt x="663" y="331"/>
                    </a:lnTo>
                    <a:lnTo>
                      <a:pt x="649" y="386"/>
                    </a:lnTo>
                    <a:lnTo>
                      <a:pt x="635" y="469"/>
                    </a:lnTo>
                    <a:lnTo>
                      <a:pt x="607" y="524"/>
                    </a:lnTo>
                    <a:lnTo>
                      <a:pt x="552" y="538"/>
                    </a:lnTo>
                    <a:lnTo>
                      <a:pt x="511" y="538"/>
                    </a:lnTo>
                    <a:lnTo>
                      <a:pt x="456" y="524"/>
                    </a:lnTo>
                    <a:lnTo>
                      <a:pt x="414" y="511"/>
                    </a:lnTo>
                    <a:lnTo>
                      <a:pt x="373" y="497"/>
                    </a:lnTo>
                    <a:lnTo>
                      <a:pt x="331" y="497"/>
                    </a:lnTo>
                    <a:lnTo>
                      <a:pt x="290" y="497"/>
                    </a:lnTo>
                    <a:lnTo>
                      <a:pt x="262" y="511"/>
                    </a:lnTo>
                    <a:lnTo>
                      <a:pt x="221" y="511"/>
                    </a:lnTo>
                    <a:lnTo>
                      <a:pt x="193" y="524"/>
                    </a:lnTo>
                    <a:lnTo>
                      <a:pt x="166" y="524"/>
                    </a:lnTo>
                    <a:lnTo>
                      <a:pt x="124" y="524"/>
                    </a:lnTo>
                    <a:lnTo>
                      <a:pt x="97" y="524"/>
                    </a:lnTo>
                    <a:lnTo>
                      <a:pt x="83" y="511"/>
                    </a:lnTo>
                    <a:lnTo>
                      <a:pt x="55" y="497"/>
                    </a:lnTo>
                    <a:lnTo>
                      <a:pt x="55" y="483"/>
                    </a:lnTo>
                    <a:lnTo>
                      <a:pt x="42" y="469"/>
                    </a:lnTo>
                    <a:lnTo>
                      <a:pt x="28" y="428"/>
                    </a:lnTo>
                    <a:lnTo>
                      <a:pt x="14" y="359"/>
                    </a:lnTo>
                    <a:lnTo>
                      <a:pt x="0" y="317"/>
                    </a:lnTo>
                    <a:lnTo>
                      <a:pt x="0" y="262"/>
                    </a:lnTo>
                    <a:lnTo>
                      <a:pt x="14" y="207"/>
                    </a:lnTo>
                    <a:lnTo>
                      <a:pt x="14" y="152"/>
                    </a:lnTo>
                    <a:lnTo>
                      <a:pt x="28" y="124"/>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34" name="Rectangle 15">
                <a:extLst>
                  <a:ext uri="{FF2B5EF4-FFF2-40B4-BE49-F238E27FC236}">
                    <a16:creationId xmlns:a16="http://schemas.microsoft.com/office/drawing/2014/main" id="{50378BD9-C980-EC35-4A58-5FADAC5A403C}"/>
                  </a:ext>
                </a:extLst>
              </p:cNvPr>
              <p:cNvSpPr>
                <a:spLocks noChangeArrowheads="1"/>
              </p:cNvSpPr>
              <p:nvPr/>
            </p:nvSpPr>
            <p:spPr bwMode="auto">
              <a:xfrm>
                <a:off x="1607" y="1291"/>
                <a:ext cx="37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Arial" panose="020B0604020202020204" pitchFamily="34" charset="0"/>
                  </a:rPr>
                  <a:t>intranet</a:t>
                </a:r>
                <a:endParaRPr lang="en-GB" altLang="en-US" sz="1800">
                  <a:latin typeface="Times" panose="02020603050405020304" pitchFamily="18" charset="0"/>
                </a:endParaRPr>
              </a:p>
            </p:txBody>
          </p:sp>
          <p:sp>
            <p:nvSpPr>
              <p:cNvPr id="35135" name="Freeform 16">
                <a:extLst>
                  <a:ext uri="{FF2B5EF4-FFF2-40B4-BE49-F238E27FC236}">
                    <a16:creationId xmlns:a16="http://schemas.microsoft.com/office/drawing/2014/main" id="{4D55134A-3AB1-D484-05C4-C353C4CC0D6A}"/>
                  </a:ext>
                </a:extLst>
              </p:cNvPr>
              <p:cNvSpPr>
                <a:spLocks/>
              </p:cNvSpPr>
              <p:nvPr/>
            </p:nvSpPr>
            <p:spPr bwMode="auto">
              <a:xfrm>
                <a:off x="2070" y="1382"/>
                <a:ext cx="359" cy="358"/>
              </a:xfrm>
              <a:custGeom>
                <a:avLst/>
                <a:gdLst>
                  <a:gd name="T0" fmla="*/ 359 w 359"/>
                  <a:gd name="T1" fmla="*/ 331 h 358"/>
                  <a:gd name="T2" fmla="*/ 331 w 359"/>
                  <a:gd name="T3" fmla="*/ 358 h 358"/>
                  <a:gd name="T4" fmla="*/ 0 w 359"/>
                  <a:gd name="T5" fmla="*/ 27 h 358"/>
                  <a:gd name="T6" fmla="*/ 28 w 359"/>
                  <a:gd name="T7" fmla="*/ 0 h 358"/>
                  <a:gd name="T8" fmla="*/ 359 w 359"/>
                  <a:gd name="T9" fmla="*/ 331 h 358"/>
                  <a:gd name="T10" fmla="*/ 0 60000 65536"/>
                  <a:gd name="T11" fmla="*/ 0 60000 65536"/>
                  <a:gd name="T12" fmla="*/ 0 60000 65536"/>
                  <a:gd name="T13" fmla="*/ 0 60000 65536"/>
                  <a:gd name="T14" fmla="*/ 0 60000 65536"/>
                  <a:gd name="T15" fmla="*/ 0 w 359"/>
                  <a:gd name="T16" fmla="*/ 0 h 358"/>
                  <a:gd name="T17" fmla="*/ 359 w 359"/>
                  <a:gd name="T18" fmla="*/ 358 h 358"/>
                </a:gdLst>
                <a:ahLst/>
                <a:cxnLst>
                  <a:cxn ang="T10">
                    <a:pos x="T0" y="T1"/>
                  </a:cxn>
                  <a:cxn ang="T11">
                    <a:pos x="T2" y="T3"/>
                  </a:cxn>
                  <a:cxn ang="T12">
                    <a:pos x="T4" y="T5"/>
                  </a:cxn>
                  <a:cxn ang="T13">
                    <a:pos x="T6" y="T7"/>
                  </a:cxn>
                  <a:cxn ang="T14">
                    <a:pos x="T8" y="T9"/>
                  </a:cxn>
                </a:cxnLst>
                <a:rect l="T15" t="T16" r="T17" b="T18"/>
                <a:pathLst>
                  <a:path w="359" h="358">
                    <a:moveTo>
                      <a:pt x="359" y="331"/>
                    </a:moveTo>
                    <a:lnTo>
                      <a:pt x="331" y="358"/>
                    </a:lnTo>
                    <a:lnTo>
                      <a:pt x="0" y="27"/>
                    </a:lnTo>
                    <a:lnTo>
                      <a:pt x="28" y="0"/>
                    </a:lnTo>
                    <a:lnTo>
                      <a:pt x="359" y="331"/>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36" name="Freeform 17">
                <a:extLst>
                  <a:ext uri="{FF2B5EF4-FFF2-40B4-BE49-F238E27FC236}">
                    <a16:creationId xmlns:a16="http://schemas.microsoft.com/office/drawing/2014/main" id="{6423E3C6-9985-AEB9-9B25-E520DF2E5E53}"/>
                  </a:ext>
                </a:extLst>
              </p:cNvPr>
              <p:cNvSpPr>
                <a:spLocks/>
              </p:cNvSpPr>
              <p:nvPr/>
            </p:nvSpPr>
            <p:spPr bwMode="auto">
              <a:xfrm>
                <a:off x="2733" y="1299"/>
                <a:ext cx="2469" cy="2083"/>
              </a:xfrm>
              <a:custGeom>
                <a:avLst/>
                <a:gdLst>
                  <a:gd name="T0" fmla="*/ 2428 w 2469"/>
                  <a:gd name="T1" fmla="*/ 0 h 2083"/>
                  <a:gd name="T2" fmla="*/ 2469 w 2469"/>
                  <a:gd name="T3" fmla="*/ 55 h 2083"/>
                  <a:gd name="T4" fmla="*/ 41 w 2469"/>
                  <a:gd name="T5" fmla="*/ 2083 h 2083"/>
                  <a:gd name="T6" fmla="*/ 0 w 2469"/>
                  <a:gd name="T7" fmla="*/ 2042 h 2083"/>
                  <a:gd name="T8" fmla="*/ 2428 w 2469"/>
                  <a:gd name="T9" fmla="*/ 0 h 2083"/>
                  <a:gd name="T10" fmla="*/ 0 60000 65536"/>
                  <a:gd name="T11" fmla="*/ 0 60000 65536"/>
                  <a:gd name="T12" fmla="*/ 0 60000 65536"/>
                  <a:gd name="T13" fmla="*/ 0 60000 65536"/>
                  <a:gd name="T14" fmla="*/ 0 60000 65536"/>
                  <a:gd name="T15" fmla="*/ 0 w 2469"/>
                  <a:gd name="T16" fmla="*/ 0 h 2083"/>
                  <a:gd name="T17" fmla="*/ 2469 w 2469"/>
                  <a:gd name="T18" fmla="*/ 2083 h 2083"/>
                </a:gdLst>
                <a:ahLst/>
                <a:cxnLst>
                  <a:cxn ang="T10">
                    <a:pos x="T0" y="T1"/>
                  </a:cxn>
                  <a:cxn ang="T11">
                    <a:pos x="T2" y="T3"/>
                  </a:cxn>
                  <a:cxn ang="T12">
                    <a:pos x="T4" y="T5"/>
                  </a:cxn>
                  <a:cxn ang="T13">
                    <a:pos x="T6" y="T7"/>
                  </a:cxn>
                  <a:cxn ang="T14">
                    <a:pos x="T8" y="T9"/>
                  </a:cxn>
                </a:cxnLst>
                <a:rect l="T15" t="T16" r="T17" b="T18"/>
                <a:pathLst>
                  <a:path w="2469" h="2083">
                    <a:moveTo>
                      <a:pt x="2428" y="0"/>
                    </a:moveTo>
                    <a:lnTo>
                      <a:pt x="2469" y="55"/>
                    </a:lnTo>
                    <a:lnTo>
                      <a:pt x="41" y="2083"/>
                    </a:lnTo>
                    <a:lnTo>
                      <a:pt x="0" y="2042"/>
                    </a:lnTo>
                    <a:lnTo>
                      <a:pt x="2428" y="0"/>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37" name="Freeform 18">
                <a:extLst>
                  <a:ext uri="{FF2B5EF4-FFF2-40B4-BE49-F238E27FC236}">
                    <a16:creationId xmlns:a16="http://schemas.microsoft.com/office/drawing/2014/main" id="{0BBDC8EB-A2B2-1CEA-D020-12728A26F05B}"/>
                  </a:ext>
                </a:extLst>
              </p:cNvPr>
              <p:cNvSpPr>
                <a:spLocks/>
              </p:cNvSpPr>
              <p:nvPr/>
            </p:nvSpPr>
            <p:spPr bwMode="auto">
              <a:xfrm>
                <a:off x="4030" y="885"/>
                <a:ext cx="855" cy="510"/>
              </a:xfrm>
              <a:custGeom>
                <a:avLst/>
                <a:gdLst>
                  <a:gd name="T0" fmla="*/ 27 w 855"/>
                  <a:gd name="T1" fmla="*/ 124 h 510"/>
                  <a:gd name="T2" fmla="*/ 41 w 855"/>
                  <a:gd name="T3" fmla="*/ 83 h 510"/>
                  <a:gd name="T4" fmla="*/ 82 w 855"/>
                  <a:gd name="T5" fmla="*/ 55 h 510"/>
                  <a:gd name="T6" fmla="*/ 138 w 855"/>
                  <a:gd name="T7" fmla="*/ 27 h 510"/>
                  <a:gd name="T8" fmla="*/ 179 w 855"/>
                  <a:gd name="T9" fmla="*/ 41 h 510"/>
                  <a:gd name="T10" fmla="*/ 207 w 855"/>
                  <a:gd name="T11" fmla="*/ 27 h 510"/>
                  <a:gd name="T12" fmla="*/ 262 w 855"/>
                  <a:gd name="T13" fmla="*/ 27 h 510"/>
                  <a:gd name="T14" fmla="*/ 317 w 855"/>
                  <a:gd name="T15" fmla="*/ 41 h 510"/>
                  <a:gd name="T16" fmla="*/ 386 w 855"/>
                  <a:gd name="T17" fmla="*/ 41 h 510"/>
                  <a:gd name="T18" fmla="*/ 455 w 855"/>
                  <a:gd name="T19" fmla="*/ 41 h 510"/>
                  <a:gd name="T20" fmla="*/ 483 w 855"/>
                  <a:gd name="T21" fmla="*/ 27 h 510"/>
                  <a:gd name="T22" fmla="*/ 510 w 855"/>
                  <a:gd name="T23" fmla="*/ 14 h 510"/>
                  <a:gd name="T24" fmla="*/ 565 w 855"/>
                  <a:gd name="T25" fmla="*/ 0 h 510"/>
                  <a:gd name="T26" fmla="*/ 607 w 855"/>
                  <a:gd name="T27" fmla="*/ 0 h 510"/>
                  <a:gd name="T28" fmla="*/ 648 w 855"/>
                  <a:gd name="T29" fmla="*/ 0 h 510"/>
                  <a:gd name="T30" fmla="*/ 690 w 855"/>
                  <a:gd name="T31" fmla="*/ 14 h 510"/>
                  <a:gd name="T32" fmla="*/ 703 w 855"/>
                  <a:gd name="T33" fmla="*/ 27 h 510"/>
                  <a:gd name="T34" fmla="*/ 745 w 855"/>
                  <a:gd name="T35" fmla="*/ 41 h 510"/>
                  <a:gd name="T36" fmla="*/ 786 w 855"/>
                  <a:gd name="T37" fmla="*/ 83 h 510"/>
                  <a:gd name="T38" fmla="*/ 841 w 855"/>
                  <a:gd name="T39" fmla="*/ 165 h 510"/>
                  <a:gd name="T40" fmla="*/ 855 w 855"/>
                  <a:gd name="T41" fmla="*/ 248 h 510"/>
                  <a:gd name="T42" fmla="*/ 855 w 855"/>
                  <a:gd name="T43" fmla="*/ 317 h 510"/>
                  <a:gd name="T44" fmla="*/ 841 w 855"/>
                  <a:gd name="T45" fmla="*/ 359 h 510"/>
                  <a:gd name="T46" fmla="*/ 828 w 855"/>
                  <a:gd name="T47" fmla="*/ 455 h 510"/>
                  <a:gd name="T48" fmla="*/ 772 w 855"/>
                  <a:gd name="T49" fmla="*/ 497 h 510"/>
                  <a:gd name="T50" fmla="*/ 717 w 855"/>
                  <a:gd name="T51" fmla="*/ 510 h 510"/>
                  <a:gd name="T52" fmla="*/ 662 w 855"/>
                  <a:gd name="T53" fmla="*/ 497 h 510"/>
                  <a:gd name="T54" fmla="*/ 593 w 855"/>
                  <a:gd name="T55" fmla="*/ 497 h 510"/>
                  <a:gd name="T56" fmla="*/ 538 w 855"/>
                  <a:gd name="T57" fmla="*/ 483 h 510"/>
                  <a:gd name="T58" fmla="*/ 483 w 855"/>
                  <a:gd name="T59" fmla="*/ 469 h 510"/>
                  <a:gd name="T60" fmla="*/ 427 w 855"/>
                  <a:gd name="T61" fmla="*/ 469 h 510"/>
                  <a:gd name="T62" fmla="*/ 372 w 855"/>
                  <a:gd name="T63" fmla="*/ 469 h 510"/>
                  <a:gd name="T64" fmla="*/ 331 w 855"/>
                  <a:gd name="T65" fmla="*/ 483 h 510"/>
                  <a:gd name="T66" fmla="*/ 289 w 855"/>
                  <a:gd name="T67" fmla="*/ 483 h 510"/>
                  <a:gd name="T68" fmla="*/ 248 w 855"/>
                  <a:gd name="T69" fmla="*/ 497 h 510"/>
                  <a:gd name="T70" fmla="*/ 207 w 855"/>
                  <a:gd name="T71" fmla="*/ 497 h 510"/>
                  <a:gd name="T72" fmla="*/ 165 w 855"/>
                  <a:gd name="T73" fmla="*/ 497 h 510"/>
                  <a:gd name="T74" fmla="*/ 138 w 855"/>
                  <a:gd name="T75" fmla="*/ 497 h 510"/>
                  <a:gd name="T76" fmla="*/ 96 w 855"/>
                  <a:gd name="T77" fmla="*/ 483 h 510"/>
                  <a:gd name="T78" fmla="*/ 82 w 855"/>
                  <a:gd name="T79" fmla="*/ 469 h 510"/>
                  <a:gd name="T80" fmla="*/ 69 w 855"/>
                  <a:gd name="T81" fmla="*/ 455 h 510"/>
                  <a:gd name="T82" fmla="*/ 55 w 855"/>
                  <a:gd name="T83" fmla="*/ 441 h 510"/>
                  <a:gd name="T84" fmla="*/ 41 w 855"/>
                  <a:gd name="T85" fmla="*/ 400 h 510"/>
                  <a:gd name="T86" fmla="*/ 13 w 855"/>
                  <a:gd name="T87" fmla="*/ 345 h 510"/>
                  <a:gd name="T88" fmla="*/ 13 w 855"/>
                  <a:gd name="T89" fmla="*/ 290 h 510"/>
                  <a:gd name="T90" fmla="*/ 0 w 855"/>
                  <a:gd name="T91" fmla="*/ 248 h 510"/>
                  <a:gd name="T92" fmla="*/ 13 w 855"/>
                  <a:gd name="T93" fmla="*/ 193 h 510"/>
                  <a:gd name="T94" fmla="*/ 13 w 855"/>
                  <a:gd name="T95" fmla="*/ 152 h 510"/>
                  <a:gd name="T96" fmla="*/ 27 w 855"/>
                  <a:gd name="T97" fmla="*/ 124 h 510"/>
                  <a:gd name="T98" fmla="*/ 27 w 855"/>
                  <a:gd name="T99" fmla="*/ 124 h 51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5"/>
                  <a:gd name="T151" fmla="*/ 0 h 510"/>
                  <a:gd name="T152" fmla="*/ 855 w 855"/>
                  <a:gd name="T153" fmla="*/ 510 h 51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5" h="510">
                    <a:moveTo>
                      <a:pt x="27" y="124"/>
                    </a:moveTo>
                    <a:lnTo>
                      <a:pt x="41" y="83"/>
                    </a:lnTo>
                    <a:lnTo>
                      <a:pt x="82" y="55"/>
                    </a:lnTo>
                    <a:lnTo>
                      <a:pt x="138" y="27"/>
                    </a:lnTo>
                    <a:lnTo>
                      <a:pt x="179" y="41"/>
                    </a:lnTo>
                    <a:lnTo>
                      <a:pt x="207" y="27"/>
                    </a:lnTo>
                    <a:lnTo>
                      <a:pt x="262" y="27"/>
                    </a:lnTo>
                    <a:lnTo>
                      <a:pt x="317" y="41"/>
                    </a:lnTo>
                    <a:lnTo>
                      <a:pt x="386" y="41"/>
                    </a:lnTo>
                    <a:lnTo>
                      <a:pt x="455" y="41"/>
                    </a:lnTo>
                    <a:lnTo>
                      <a:pt x="483" y="27"/>
                    </a:lnTo>
                    <a:lnTo>
                      <a:pt x="510" y="14"/>
                    </a:lnTo>
                    <a:lnTo>
                      <a:pt x="565" y="0"/>
                    </a:lnTo>
                    <a:lnTo>
                      <a:pt x="607" y="0"/>
                    </a:lnTo>
                    <a:lnTo>
                      <a:pt x="648" y="0"/>
                    </a:lnTo>
                    <a:lnTo>
                      <a:pt x="690" y="14"/>
                    </a:lnTo>
                    <a:lnTo>
                      <a:pt x="703" y="27"/>
                    </a:lnTo>
                    <a:lnTo>
                      <a:pt x="745" y="41"/>
                    </a:lnTo>
                    <a:lnTo>
                      <a:pt x="786" y="83"/>
                    </a:lnTo>
                    <a:lnTo>
                      <a:pt x="841" y="165"/>
                    </a:lnTo>
                    <a:lnTo>
                      <a:pt x="855" y="248"/>
                    </a:lnTo>
                    <a:lnTo>
                      <a:pt x="855" y="317"/>
                    </a:lnTo>
                    <a:lnTo>
                      <a:pt x="841" y="359"/>
                    </a:lnTo>
                    <a:lnTo>
                      <a:pt x="828" y="455"/>
                    </a:lnTo>
                    <a:lnTo>
                      <a:pt x="772" y="497"/>
                    </a:lnTo>
                    <a:lnTo>
                      <a:pt x="717" y="510"/>
                    </a:lnTo>
                    <a:lnTo>
                      <a:pt x="662" y="497"/>
                    </a:lnTo>
                    <a:lnTo>
                      <a:pt x="593" y="497"/>
                    </a:lnTo>
                    <a:lnTo>
                      <a:pt x="538" y="483"/>
                    </a:lnTo>
                    <a:lnTo>
                      <a:pt x="483" y="469"/>
                    </a:lnTo>
                    <a:lnTo>
                      <a:pt x="427" y="469"/>
                    </a:lnTo>
                    <a:lnTo>
                      <a:pt x="372" y="469"/>
                    </a:lnTo>
                    <a:lnTo>
                      <a:pt x="331" y="483"/>
                    </a:lnTo>
                    <a:lnTo>
                      <a:pt x="289" y="483"/>
                    </a:lnTo>
                    <a:lnTo>
                      <a:pt x="248" y="497"/>
                    </a:lnTo>
                    <a:lnTo>
                      <a:pt x="207" y="497"/>
                    </a:lnTo>
                    <a:lnTo>
                      <a:pt x="165" y="497"/>
                    </a:lnTo>
                    <a:lnTo>
                      <a:pt x="138" y="497"/>
                    </a:lnTo>
                    <a:lnTo>
                      <a:pt x="96" y="483"/>
                    </a:lnTo>
                    <a:lnTo>
                      <a:pt x="82" y="469"/>
                    </a:lnTo>
                    <a:lnTo>
                      <a:pt x="69" y="455"/>
                    </a:lnTo>
                    <a:lnTo>
                      <a:pt x="55" y="441"/>
                    </a:lnTo>
                    <a:lnTo>
                      <a:pt x="41" y="400"/>
                    </a:lnTo>
                    <a:lnTo>
                      <a:pt x="13" y="345"/>
                    </a:lnTo>
                    <a:lnTo>
                      <a:pt x="13" y="290"/>
                    </a:lnTo>
                    <a:lnTo>
                      <a:pt x="0" y="248"/>
                    </a:lnTo>
                    <a:lnTo>
                      <a:pt x="13" y="193"/>
                    </a:lnTo>
                    <a:lnTo>
                      <a:pt x="13" y="152"/>
                    </a:lnTo>
                    <a:lnTo>
                      <a:pt x="27" y="124"/>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38" name="Freeform 19">
                <a:extLst>
                  <a:ext uri="{FF2B5EF4-FFF2-40B4-BE49-F238E27FC236}">
                    <a16:creationId xmlns:a16="http://schemas.microsoft.com/office/drawing/2014/main" id="{9214B73F-C1E1-00C0-C112-0A5830141DA7}"/>
                  </a:ext>
                </a:extLst>
              </p:cNvPr>
              <p:cNvSpPr>
                <a:spLocks/>
              </p:cNvSpPr>
              <p:nvPr/>
            </p:nvSpPr>
            <p:spPr bwMode="auto">
              <a:xfrm>
                <a:off x="2112" y="1561"/>
                <a:ext cx="662" cy="400"/>
              </a:xfrm>
              <a:custGeom>
                <a:avLst/>
                <a:gdLst>
                  <a:gd name="T0" fmla="*/ 27 w 662"/>
                  <a:gd name="T1" fmla="*/ 96 h 400"/>
                  <a:gd name="T2" fmla="*/ 41 w 662"/>
                  <a:gd name="T3" fmla="*/ 69 h 400"/>
                  <a:gd name="T4" fmla="*/ 69 w 662"/>
                  <a:gd name="T5" fmla="*/ 41 h 400"/>
                  <a:gd name="T6" fmla="*/ 110 w 662"/>
                  <a:gd name="T7" fmla="*/ 27 h 400"/>
                  <a:gd name="T8" fmla="*/ 138 w 662"/>
                  <a:gd name="T9" fmla="*/ 27 h 400"/>
                  <a:gd name="T10" fmla="*/ 165 w 662"/>
                  <a:gd name="T11" fmla="*/ 27 h 400"/>
                  <a:gd name="T12" fmla="*/ 193 w 662"/>
                  <a:gd name="T13" fmla="*/ 27 h 400"/>
                  <a:gd name="T14" fmla="*/ 248 w 662"/>
                  <a:gd name="T15" fmla="*/ 41 h 400"/>
                  <a:gd name="T16" fmla="*/ 303 w 662"/>
                  <a:gd name="T17" fmla="*/ 41 h 400"/>
                  <a:gd name="T18" fmla="*/ 345 w 662"/>
                  <a:gd name="T19" fmla="*/ 41 h 400"/>
                  <a:gd name="T20" fmla="*/ 372 w 662"/>
                  <a:gd name="T21" fmla="*/ 27 h 400"/>
                  <a:gd name="T22" fmla="*/ 400 w 662"/>
                  <a:gd name="T23" fmla="*/ 14 h 400"/>
                  <a:gd name="T24" fmla="*/ 441 w 662"/>
                  <a:gd name="T25" fmla="*/ 0 h 400"/>
                  <a:gd name="T26" fmla="*/ 483 w 662"/>
                  <a:gd name="T27" fmla="*/ 0 h 400"/>
                  <a:gd name="T28" fmla="*/ 510 w 662"/>
                  <a:gd name="T29" fmla="*/ 14 h 400"/>
                  <a:gd name="T30" fmla="*/ 538 w 662"/>
                  <a:gd name="T31" fmla="*/ 14 h 400"/>
                  <a:gd name="T32" fmla="*/ 552 w 662"/>
                  <a:gd name="T33" fmla="*/ 27 h 400"/>
                  <a:gd name="T34" fmla="*/ 579 w 662"/>
                  <a:gd name="T35" fmla="*/ 41 h 400"/>
                  <a:gd name="T36" fmla="*/ 621 w 662"/>
                  <a:gd name="T37" fmla="*/ 69 h 400"/>
                  <a:gd name="T38" fmla="*/ 648 w 662"/>
                  <a:gd name="T39" fmla="*/ 124 h 400"/>
                  <a:gd name="T40" fmla="*/ 662 w 662"/>
                  <a:gd name="T41" fmla="*/ 207 h 400"/>
                  <a:gd name="T42" fmla="*/ 662 w 662"/>
                  <a:gd name="T43" fmla="*/ 248 h 400"/>
                  <a:gd name="T44" fmla="*/ 662 w 662"/>
                  <a:gd name="T45" fmla="*/ 290 h 400"/>
                  <a:gd name="T46" fmla="*/ 634 w 662"/>
                  <a:gd name="T47" fmla="*/ 359 h 400"/>
                  <a:gd name="T48" fmla="*/ 607 w 662"/>
                  <a:gd name="T49" fmla="*/ 386 h 400"/>
                  <a:gd name="T50" fmla="*/ 565 w 662"/>
                  <a:gd name="T51" fmla="*/ 400 h 400"/>
                  <a:gd name="T52" fmla="*/ 510 w 662"/>
                  <a:gd name="T53" fmla="*/ 400 h 400"/>
                  <a:gd name="T54" fmla="*/ 469 w 662"/>
                  <a:gd name="T55" fmla="*/ 386 h 400"/>
                  <a:gd name="T56" fmla="*/ 414 w 662"/>
                  <a:gd name="T57" fmla="*/ 386 h 400"/>
                  <a:gd name="T58" fmla="*/ 372 w 662"/>
                  <a:gd name="T59" fmla="*/ 372 h 400"/>
                  <a:gd name="T60" fmla="*/ 331 w 662"/>
                  <a:gd name="T61" fmla="*/ 372 h 400"/>
                  <a:gd name="T62" fmla="*/ 289 w 662"/>
                  <a:gd name="T63" fmla="*/ 372 h 400"/>
                  <a:gd name="T64" fmla="*/ 262 w 662"/>
                  <a:gd name="T65" fmla="*/ 372 h 400"/>
                  <a:gd name="T66" fmla="*/ 221 w 662"/>
                  <a:gd name="T67" fmla="*/ 386 h 400"/>
                  <a:gd name="T68" fmla="*/ 193 w 662"/>
                  <a:gd name="T69" fmla="*/ 386 h 400"/>
                  <a:gd name="T70" fmla="*/ 165 w 662"/>
                  <a:gd name="T71" fmla="*/ 386 h 400"/>
                  <a:gd name="T72" fmla="*/ 138 w 662"/>
                  <a:gd name="T73" fmla="*/ 386 h 400"/>
                  <a:gd name="T74" fmla="*/ 110 w 662"/>
                  <a:gd name="T75" fmla="*/ 386 h 400"/>
                  <a:gd name="T76" fmla="*/ 83 w 662"/>
                  <a:gd name="T77" fmla="*/ 386 h 400"/>
                  <a:gd name="T78" fmla="*/ 55 w 662"/>
                  <a:gd name="T79" fmla="*/ 372 h 400"/>
                  <a:gd name="T80" fmla="*/ 55 w 662"/>
                  <a:gd name="T81" fmla="*/ 359 h 400"/>
                  <a:gd name="T82" fmla="*/ 41 w 662"/>
                  <a:gd name="T83" fmla="*/ 345 h 400"/>
                  <a:gd name="T84" fmla="*/ 27 w 662"/>
                  <a:gd name="T85" fmla="*/ 317 h 400"/>
                  <a:gd name="T86" fmla="*/ 14 w 662"/>
                  <a:gd name="T87" fmla="*/ 276 h 400"/>
                  <a:gd name="T88" fmla="*/ 14 w 662"/>
                  <a:gd name="T89" fmla="*/ 234 h 400"/>
                  <a:gd name="T90" fmla="*/ 0 w 662"/>
                  <a:gd name="T91" fmla="*/ 193 h 400"/>
                  <a:gd name="T92" fmla="*/ 14 w 662"/>
                  <a:gd name="T93" fmla="*/ 165 h 400"/>
                  <a:gd name="T94" fmla="*/ 14 w 662"/>
                  <a:gd name="T95" fmla="*/ 124 h 400"/>
                  <a:gd name="T96" fmla="*/ 27 w 662"/>
                  <a:gd name="T97" fmla="*/ 96 h 400"/>
                  <a:gd name="T98" fmla="*/ 27 w 662"/>
                  <a:gd name="T99" fmla="*/ 96 h 40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62"/>
                  <a:gd name="T151" fmla="*/ 0 h 400"/>
                  <a:gd name="T152" fmla="*/ 662 w 662"/>
                  <a:gd name="T153" fmla="*/ 400 h 40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62" h="400">
                    <a:moveTo>
                      <a:pt x="27" y="96"/>
                    </a:moveTo>
                    <a:lnTo>
                      <a:pt x="41" y="69"/>
                    </a:lnTo>
                    <a:lnTo>
                      <a:pt x="69" y="41"/>
                    </a:lnTo>
                    <a:lnTo>
                      <a:pt x="110" y="27"/>
                    </a:lnTo>
                    <a:lnTo>
                      <a:pt x="138" y="27"/>
                    </a:lnTo>
                    <a:lnTo>
                      <a:pt x="165" y="27"/>
                    </a:lnTo>
                    <a:lnTo>
                      <a:pt x="193" y="27"/>
                    </a:lnTo>
                    <a:lnTo>
                      <a:pt x="248" y="41"/>
                    </a:lnTo>
                    <a:lnTo>
                      <a:pt x="303" y="41"/>
                    </a:lnTo>
                    <a:lnTo>
                      <a:pt x="345" y="41"/>
                    </a:lnTo>
                    <a:lnTo>
                      <a:pt x="372" y="27"/>
                    </a:lnTo>
                    <a:lnTo>
                      <a:pt x="400" y="14"/>
                    </a:lnTo>
                    <a:lnTo>
                      <a:pt x="441" y="0"/>
                    </a:lnTo>
                    <a:lnTo>
                      <a:pt x="483" y="0"/>
                    </a:lnTo>
                    <a:lnTo>
                      <a:pt x="510" y="14"/>
                    </a:lnTo>
                    <a:lnTo>
                      <a:pt x="538" y="14"/>
                    </a:lnTo>
                    <a:lnTo>
                      <a:pt x="552" y="27"/>
                    </a:lnTo>
                    <a:lnTo>
                      <a:pt x="579" y="41"/>
                    </a:lnTo>
                    <a:lnTo>
                      <a:pt x="621" y="69"/>
                    </a:lnTo>
                    <a:lnTo>
                      <a:pt x="648" y="124"/>
                    </a:lnTo>
                    <a:lnTo>
                      <a:pt x="662" y="207"/>
                    </a:lnTo>
                    <a:lnTo>
                      <a:pt x="662" y="248"/>
                    </a:lnTo>
                    <a:lnTo>
                      <a:pt x="662" y="290"/>
                    </a:lnTo>
                    <a:lnTo>
                      <a:pt x="634" y="359"/>
                    </a:lnTo>
                    <a:lnTo>
                      <a:pt x="607" y="386"/>
                    </a:lnTo>
                    <a:lnTo>
                      <a:pt x="565" y="400"/>
                    </a:lnTo>
                    <a:lnTo>
                      <a:pt x="510" y="400"/>
                    </a:lnTo>
                    <a:lnTo>
                      <a:pt x="469" y="386"/>
                    </a:lnTo>
                    <a:lnTo>
                      <a:pt x="414" y="386"/>
                    </a:lnTo>
                    <a:lnTo>
                      <a:pt x="372" y="372"/>
                    </a:lnTo>
                    <a:lnTo>
                      <a:pt x="331" y="372"/>
                    </a:lnTo>
                    <a:lnTo>
                      <a:pt x="289" y="372"/>
                    </a:lnTo>
                    <a:lnTo>
                      <a:pt x="262" y="372"/>
                    </a:lnTo>
                    <a:lnTo>
                      <a:pt x="221" y="386"/>
                    </a:lnTo>
                    <a:lnTo>
                      <a:pt x="193" y="386"/>
                    </a:lnTo>
                    <a:lnTo>
                      <a:pt x="165" y="386"/>
                    </a:lnTo>
                    <a:lnTo>
                      <a:pt x="138" y="386"/>
                    </a:lnTo>
                    <a:lnTo>
                      <a:pt x="110" y="386"/>
                    </a:lnTo>
                    <a:lnTo>
                      <a:pt x="83" y="386"/>
                    </a:lnTo>
                    <a:lnTo>
                      <a:pt x="55" y="372"/>
                    </a:lnTo>
                    <a:lnTo>
                      <a:pt x="55" y="359"/>
                    </a:lnTo>
                    <a:lnTo>
                      <a:pt x="41" y="345"/>
                    </a:lnTo>
                    <a:lnTo>
                      <a:pt x="27" y="317"/>
                    </a:lnTo>
                    <a:lnTo>
                      <a:pt x="14" y="276"/>
                    </a:lnTo>
                    <a:lnTo>
                      <a:pt x="14" y="234"/>
                    </a:lnTo>
                    <a:lnTo>
                      <a:pt x="0" y="193"/>
                    </a:lnTo>
                    <a:lnTo>
                      <a:pt x="14" y="165"/>
                    </a:lnTo>
                    <a:lnTo>
                      <a:pt x="14" y="124"/>
                    </a:lnTo>
                    <a:lnTo>
                      <a:pt x="27" y="96"/>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39" name="Freeform 20">
                <a:extLst>
                  <a:ext uri="{FF2B5EF4-FFF2-40B4-BE49-F238E27FC236}">
                    <a16:creationId xmlns:a16="http://schemas.microsoft.com/office/drawing/2014/main" id="{1D4800D8-90AA-696A-FB0F-EA8B2CC525F2}"/>
                  </a:ext>
                </a:extLst>
              </p:cNvPr>
              <p:cNvSpPr>
                <a:spLocks/>
              </p:cNvSpPr>
              <p:nvPr/>
            </p:nvSpPr>
            <p:spPr bwMode="auto">
              <a:xfrm>
                <a:off x="1463" y="2002"/>
                <a:ext cx="649" cy="401"/>
              </a:xfrm>
              <a:custGeom>
                <a:avLst/>
                <a:gdLst>
                  <a:gd name="T0" fmla="*/ 14 w 649"/>
                  <a:gd name="T1" fmla="*/ 97 h 401"/>
                  <a:gd name="T2" fmla="*/ 28 w 649"/>
                  <a:gd name="T3" fmla="*/ 69 h 401"/>
                  <a:gd name="T4" fmla="*/ 55 w 649"/>
                  <a:gd name="T5" fmla="*/ 42 h 401"/>
                  <a:gd name="T6" fmla="*/ 97 w 649"/>
                  <a:gd name="T7" fmla="*/ 28 h 401"/>
                  <a:gd name="T8" fmla="*/ 124 w 649"/>
                  <a:gd name="T9" fmla="*/ 28 h 401"/>
                  <a:gd name="T10" fmla="*/ 152 w 649"/>
                  <a:gd name="T11" fmla="*/ 28 h 401"/>
                  <a:gd name="T12" fmla="*/ 193 w 649"/>
                  <a:gd name="T13" fmla="*/ 28 h 401"/>
                  <a:gd name="T14" fmla="*/ 235 w 649"/>
                  <a:gd name="T15" fmla="*/ 28 h 401"/>
                  <a:gd name="T16" fmla="*/ 290 w 649"/>
                  <a:gd name="T17" fmla="*/ 42 h 401"/>
                  <a:gd name="T18" fmla="*/ 345 w 649"/>
                  <a:gd name="T19" fmla="*/ 42 h 401"/>
                  <a:gd name="T20" fmla="*/ 373 w 649"/>
                  <a:gd name="T21" fmla="*/ 28 h 401"/>
                  <a:gd name="T22" fmla="*/ 387 w 649"/>
                  <a:gd name="T23" fmla="*/ 0 h 401"/>
                  <a:gd name="T24" fmla="*/ 428 w 649"/>
                  <a:gd name="T25" fmla="*/ 0 h 401"/>
                  <a:gd name="T26" fmla="*/ 469 w 649"/>
                  <a:gd name="T27" fmla="*/ 0 h 401"/>
                  <a:gd name="T28" fmla="*/ 497 w 649"/>
                  <a:gd name="T29" fmla="*/ 0 h 401"/>
                  <a:gd name="T30" fmla="*/ 525 w 649"/>
                  <a:gd name="T31" fmla="*/ 14 h 401"/>
                  <a:gd name="T32" fmla="*/ 538 w 649"/>
                  <a:gd name="T33" fmla="*/ 28 h 401"/>
                  <a:gd name="T34" fmla="*/ 566 w 649"/>
                  <a:gd name="T35" fmla="*/ 42 h 401"/>
                  <a:gd name="T36" fmla="*/ 607 w 649"/>
                  <a:gd name="T37" fmla="*/ 69 h 401"/>
                  <a:gd name="T38" fmla="*/ 635 w 649"/>
                  <a:gd name="T39" fmla="*/ 125 h 401"/>
                  <a:gd name="T40" fmla="*/ 649 w 649"/>
                  <a:gd name="T41" fmla="*/ 194 h 401"/>
                  <a:gd name="T42" fmla="*/ 649 w 649"/>
                  <a:gd name="T43" fmla="*/ 249 h 401"/>
                  <a:gd name="T44" fmla="*/ 649 w 649"/>
                  <a:gd name="T45" fmla="*/ 276 h 401"/>
                  <a:gd name="T46" fmla="*/ 635 w 649"/>
                  <a:gd name="T47" fmla="*/ 345 h 401"/>
                  <a:gd name="T48" fmla="*/ 594 w 649"/>
                  <a:gd name="T49" fmla="*/ 387 h 401"/>
                  <a:gd name="T50" fmla="*/ 552 w 649"/>
                  <a:gd name="T51" fmla="*/ 401 h 401"/>
                  <a:gd name="T52" fmla="*/ 497 w 649"/>
                  <a:gd name="T53" fmla="*/ 387 h 401"/>
                  <a:gd name="T54" fmla="*/ 456 w 649"/>
                  <a:gd name="T55" fmla="*/ 387 h 401"/>
                  <a:gd name="T56" fmla="*/ 414 w 649"/>
                  <a:gd name="T57" fmla="*/ 373 h 401"/>
                  <a:gd name="T58" fmla="*/ 373 w 649"/>
                  <a:gd name="T59" fmla="*/ 373 h 401"/>
                  <a:gd name="T60" fmla="*/ 318 w 649"/>
                  <a:gd name="T61" fmla="*/ 373 h 401"/>
                  <a:gd name="T62" fmla="*/ 276 w 649"/>
                  <a:gd name="T63" fmla="*/ 373 h 401"/>
                  <a:gd name="T64" fmla="*/ 249 w 649"/>
                  <a:gd name="T65" fmla="*/ 373 h 401"/>
                  <a:gd name="T66" fmla="*/ 221 w 649"/>
                  <a:gd name="T67" fmla="*/ 373 h 401"/>
                  <a:gd name="T68" fmla="*/ 180 w 649"/>
                  <a:gd name="T69" fmla="*/ 387 h 401"/>
                  <a:gd name="T70" fmla="*/ 152 w 649"/>
                  <a:gd name="T71" fmla="*/ 387 h 401"/>
                  <a:gd name="T72" fmla="*/ 124 w 649"/>
                  <a:gd name="T73" fmla="*/ 387 h 401"/>
                  <a:gd name="T74" fmla="*/ 97 w 649"/>
                  <a:gd name="T75" fmla="*/ 387 h 401"/>
                  <a:gd name="T76" fmla="*/ 69 w 649"/>
                  <a:gd name="T77" fmla="*/ 373 h 401"/>
                  <a:gd name="T78" fmla="*/ 55 w 649"/>
                  <a:gd name="T79" fmla="*/ 373 h 401"/>
                  <a:gd name="T80" fmla="*/ 42 w 649"/>
                  <a:gd name="T81" fmla="*/ 359 h 401"/>
                  <a:gd name="T82" fmla="*/ 42 w 649"/>
                  <a:gd name="T83" fmla="*/ 345 h 401"/>
                  <a:gd name="T84" fmla="*/ 28 w 649"/>
                  <a:gd name="T85" fmla="*/ 318 h 401"/>
                  <a:gd name="T86" fmla="*/ 0 w 649"/>
                  <a:gd name="T87" fmla="*/ 263 h 401"/>
                  <a:gd name="T88" fmla="*/ 0 w 649"/>
                  <a:gd name="T89" fmla="*/ 235 h 401"/>
                  <a:gd name="T90" fmla="*/ 0 w 649"/>
                  <a:gd name="T91" fmla="*/ 194 h 401"/>
                  <a:gd name="T92" fmla="*/ 0 w 649"/>
                  <a:gd name="T93" fmla="*/ 152 h 401"/>
                  <a:gd name="T94" fmla="*/ 0 w 649"/>
                  <a:gd name="T95" fmla="*/ 111 h 401"/>
                  <a:gd name="T96" fmla="*/ 14 w 649"/>
                  <a:gd name="T97" fmla="*/ 97 h 401"/>
                  <a:gd name="T98" fmla="*/ 14 w 649"/>
                  <a:gd name="T99" fmla="*/ 97 h 40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49"/>
                  <a:gd name="T151" fmla="*/ 0 h 401"/>
                  <a:gd name="T152" fmla="*/ 649 w 649"/>
                  <a:gd name="T153" fmla="*/ 401 h 40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49" h="401">
                    <a:moveTo>
                      <a:pt x="14" y="97"/>
                    </a:moveTo>
                    <a:lnTo>
                      <a:pt x="28" y="69"/>
                    </a:lnTo>
                    <a:lnTo>
                      <a:pt x="55" y="42"/>
                    </a:lnTo>
                    <a:lnTo>
                      <a:pt x="97" y="28"/>
                    </a:lnTo>
                    <a:lnTo>
                      <a:pt x="124" y="28"/>
                    </a:lnTo>
                    <a:lnTo>
                      <a:pt x="152" y="28"/>
                    </a:lnTo>
                    <a:lnTo>
                      <a:pt x="193" y="28"/>
                    </a:lnTo>
                    <a:lnTo>
                      <a:pt x="235" y="28"/>
                    </a:lnTo>
                    <a:lnTo>
                      <a:pt x="290" y="42"/>
                    </a:lnTo>
                    <a:lnTo>
                      <a:pt x="345" y="42"/>
                    </a:lnTo>
                    <a:lnTo>
                      <a:pt x="373" y="28"/>
                    </a:lnTo>
                    <a:lnTo>
                      <a:pt x="387" y="0"/>
                    </a:lnTo>
                    <a:lnTo>
                      <a:pt x="428" y="0"/>
                    </a:lnTo>
                    <a:lnTo>
                      <a:pt x="469" y="0"/>
                    </a:lnTo>
                    <a:lnTo>
                      <a:pt x="497" y="0"/>
                    </a:lnTo>
                    <a:lnTo>
                      <a:pt x="525" y="14"/>
                    </a:lnTo>
                    <a:lnTo>
                      <a:pt x="538" y="28"/>
                    </a:lnTo>
                    <a:lnTo>
                      <a:pt x="566" y="42"/>
                    </a:lnTo>
                    <a:lnTo>
                      <a:pt x="607" y="69"/>
                    </a:lnTo>
                    <a:lnTo>
                      <a:pt x="635" y="125"/>
                    </a:lnTo>
                    <a:lnTo>
                      <a:pt x="649" y="194"/>
                    </a:lnTo>
                    <a:lnTo>
                      <a:pt x="649" y="249"/>
                    </a:lnTo>
                    <a:lnTo>
                      <a:pt x="649" y="276"/>
                    </a:lnTo>
                    <a:lnTo>
                      <a:pt x="635" y="345"/>
                    </a:lnTo>
                    <a:lnTo>
                      <a:pt x="594" y="387"/>
                    </a:lnTo>
                    <a:lnTo>
                      <a:pt x="552" y="401"/>
                    </a:lnTo>
                    <a:lnTo>
                      <a:pt x="497" y="387"/>
                    </a:lnTo>
                    <a:lnTo>
                      <a:pt x="456" y="387"/>
                    </a:lnTo>
                    <a:lnTo>
                      <a:pt x="414" y="373"/>
                    </a:lnTo>
                    <a:lnTo>
                      <a:pt x="373" y="373"/>
                    </a:lnTo>
                    <a:lnTo>
                      <a:pt x="318" y="373"/>
                    </a:lnTo>
                    <a:lnTo>
                      <a:pt x="276" y="373"/>
                    </a:lnTo>
                    <a:lnTo>
                      <a:pt x="249" y="373"/>
                    </a:lnTo>
                    <a:lnTo>
                      <a:pt x="221" y="373"/>
                    </a:lnTo>
                    <a:lnTo>
                      <a:pt x="180" y="387"/>
                    </a:lnTo>
                    <a:lnTo>
                      <a:pt x="152" y="387"/>
                    </a:lnTo>
                    <a:lnTo>
                      <a:pt x="124" y="387"/>
                    </a:lnTo>
                    <a:lnTo>
                      <a:pt x="97" y="387"/>
                    </a:lnTo>
                    <a:lnTo>
                      <a:pt x="69" y="373"/>
                    </a:lnTo>
                    <a:lnTo>
                      <a:pt x="55" y="373"/>
                    </a:lnTo>
                    <a:lnTo>
                      <a:pt x="42" y="359"/>
                    </a:lnTo>
                    <a:lnTo>
                      <a:pt x="42" y="345"/>
                    </a:lnTo>
                    <a:lnTo>
                      <a:pt x="28" y="318"/>
                    </a:lnTo>
                    <a:lnTo>
                      <a:pt x="0" y="263"/>
                    </a:lnTo>
                    <a:lnTo>
                      <a:pt x="0" y="235"/>
                    </a:lnTo>
                    <a:lnTo>
                      <a:pt x="0" y="194"/>
                    </a:lnTo>
                    <a:lnTo>
                      <a:pt x="0" y="152"/>
                    </a:lnTo>
                    <a:lnTo>
                      <a:pt x="0" y="111"/>
                    </a:lnTo>
                    <a:lnTo>
                      <a:pt x="14" y="97"/>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40" name="Freeform 21">
                <a:extLst>
                  <a:ext uri="{FF2B5EF4-FFF2-40B4-BE49-F238E27FC236}">
                    <a16:creationId xmlns:a16="http://schemas.microsoft.com/office/drawing/2014/main" id="{CE9DED5E-4197-F964-9888-9955FF87BC99}"/>
                  </a:ext>
                </a:extLst>
              </p:cNvPr>
              <p:cNvSpPr>
                <a:spLocks/>
              </p:cNvSpPr>
              <p:nvPr/>
            </p:nvSpPr>
            <p:spPr bwMode="auto">
              <a:xfrm>
                <a:off x="4830" y="2651"/>
                <a:ext cx="855" cy="524"/>
              </a:xfrm>
              <a:custGeom>
                <a:avLst/>
                <a:gdLst>
                  <a:gd name="T0" fmla="*/ 28 w 855"/>
                  <a:gd name="T1" fmla="*/ 124 h 524"/>
                  <a:gd name="T2" fmla="*/ 41 w 855"/>
                  <a:gd name="T3" fmla="*/ 97 h 524"/>
                  <a:gd name="T4" fmla="*/ 97 w 855"/>
                  <a:gd name="T5" fmla="*/ 55 h 524"/>
                  <a:gd name="T6" fmla="*/ 138 w 855"/>
                  <a:gd name="T7" fmla="*/ 41 h 524"/>
                  <a:gd name="T8" fmla="*/ 179 w 855"/>
                  <a:gd name="T9" fmla="*/ 41 h 524"/>
                  <a:gd name="T10" fmla="*/ 207 w 855"/>
                  <a:gd name="T11" fmla="*/ 41 h 524"/>
                  <a:gd name="T12" fmla="*/ 262 w 855"/>
                  <a:gd name="T13" fmla="*/ 41 h 524"/>
                  <a:gd name="T14" fmla="*/ 317 w 855"/>
                  <a:gd name="T15" fmla="*/ 41 h 524"/>
                  <a:gd name="T16" fmla="*/ 386 w 855"/>
                  <a:gd name="T17" fmla="*/ 55 h 524"/>
                  <a:gd name="T18" fmla="*/ 455 w 855"/>
                  <a:gd name="T19" fmla="*/ 55 h 524"/>
                  <a:gd name="T20" fmla="*/ 483 w 855"/>
                  <a:gd name="T21" fmla="*/ 28 h 524"/>
                  <a:gd name="T22" fmla="*/ 510 w 855"/>
                  <a:gd name="T23" fmla="*/ 14 h 524"/>
                  <a:gd name="T24" fmla="*/ 566 w 855"/>
                  <a:gd name="T25" fmla="*/ 0 h 524"/>
                  <a:gd name="T26" fmla="*/ 621 w 855"/>
                  <a:gd name="T27" fmla="*/ 0 h 524"/>
                  <a:gd name="T28" fmla="*/ 648 w 855"/>
                  <a:gd name="T29" fmla="*/ 14 h 524"/>
                  <a:gd name="T30" fmla="*/ 690 w 855"/>
                  <a:gd name="T31" fmla="*/ 28 h 524"/>
                  <a:gd name="T32" fmla="*/ 704 w 855"/>
                  <a:gd name="T33" fmla="*/ 41 h 524"/>
                  <a:gd name="T34" fmla="*/ 745 w 855"/>
                  <a:gd name="T35" fmla="*/ 55 h 524"/>
                  <a:gd name="T36" fmla="*/ 786 w 855"/>
                  <a:gd name="T37" fmla="*/ 97 h 524"/>
                  <a:gd name="T38" fmla="*/ 842 w 855"/>
                  <a:gd name="T39" fmla="*/ 166 h 524"/>
                  <a:gd name="T40" fmla="*/ 855 w 855"/>
                  <a:gd name="T41" fmla="*/ 262 h 524"/>
                  <a:gd name="T42" fmla="*/ 855 w 855"/>
                  <a:gd name="T43" fmla="*/ 317 h 524"/>
                  <a:gd name="T44" fmla="*/ 842 w 855"/>
                  <a:gd name="T45" fmla="*/ 372 h 524"/>
                  <a:gd name="T46" fmla="*/ 828 w 855"/>
                  <a:gd name="T47" fmla="*/ 455 h 524"/>
                  <a:gd name="T48" fmla="*/ 773 w 855"/>
                  <a:gd name="T49" fmla="*/ 497 h 524"/>
                  <a:gd name="T50" fmla="*/ 717 w 855"/>
                  <a:gd name="T51" fmla="*/ 524 h 524"/>
                  <a:gd name="T52" fmla="*/ 662 w 855"/>
                  <a:gd name="T53" fmla="*/ 510 h 524"/>
                  <a:gd name="T54" fmla="*/ 593 w 855"/>
                  <a:gd name="T55" fmla="*/ 497 h 524"/>
                  <a:gd name="T56" fmla="*/ 538 w 855"/>
                  <a:gd name="T57" fmla="*/ 483 h 524"/>
                  <a:gd name="T58" fmla="*/ 483 w 855"/>
                  <a:gd name="T59" fmla="*/ 483 h 524"/>
                  <a:gd name="T60" fmla="*/ 428 w 855"/>
                  <a:gd name="T61" fmla="*/ 483 h 524"/>
                  <a:gd name="T62" fmla="*/ 372 w 855"/>
                  <a:gd name="T63" fmla="*/ 483 h 524"/>
                  <a:gd name="T64" fmla="*/ 331 w 855"/>
                  <a:gd name="T65" fmla="*/ 483 h 524"/>
                  <a:gd name="T66" fmla="*/ 290 w 855"/>
                  <a:gd name="T67" fmla="*/ 497 h 524"/>
                  <a:gd name="T68" fmla="*/ 248 w 855"/>
                  <a:gd name="T69" fmla="*/ 497 h 524"/>
                  <a:gd name="T70" fmla="*/ 207 w 855"/>
                  <a:gd name="T71" fmla="*/ 510 h 524"/>
                  <a:gd name="T72" fmla="*/ 166 w 855"/>
                  <a:gd name="T73" fmla="*/ 510 h 524"/>
                  <a:gd name="T74" fmla="*/ 138 w 855"/>
                  <a:gd name="T75" fmla="*/ 497 h 524"/>
                  <a:gd name="T76" fmla="*/ 110 w 855"/>
                  <a:gd name="T77" fmla="*/ 497 h 524"/>
                  <a:gd name="T78" fmla="*/ 83 w 855"/>
                  <a:gd name="T79" fmla="*/ 469 h 524"/>
                  <a:gd name="T80" fmla="*/ 69 w 855"/>
                  <a:gd name="T81" fmla="*/ 469 h 524"/>
                  <a:gd name="T82" fmla="*/ 55 w 855"/>
                  <a:gd name="T83" fmla="*/ 455 h 524"/>
                  <a:gd name="T84" fmla="*/ 41 w 855"/>
                  <a:gd name="T85" fmla="*/ 400 h 524"/>
                  <a:gd name="T86" fmla="*/ 14 w 855"/>
                  <a:gd name="T87" fmla="*/ 345 h 524"/>
                  <a:gd name="T88" fmla="*/ 14 w 855"/>
                  <a:gd name="T89" fmla="*/ 303 h 524"/>
                  <a:gd name="T90" fmla="*/ 0 w 855"/>
                  <a:gd name="T91" fmla="*/ 262 h 524"/>
                  <a:gd name="T92" fmla="*/ 14 w 855"/>
                  <a:gd name="T93" fmla="*/ 207 h 524"/>
                  <a:gd name="T94" fmla="*/ 14 w 855"/>
                  <a:gd name="T95" fmla="*/ 152 h 524"/>
                  <a:gd name="T96" fmla="*/ 28 w 855"/>
                  <a:gd name="T97" fmla="*/ 124 h 524"/>
                  <a:gd name="T98" fmla="*/ 28 w 855"/>
                  <a:gd name="T99" fmla="*/ 124 h 52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5"/>
                  <a:gd name="T151" fmla="*/ 0 h 524"/>
                  <a:gd name="T152" fmla="*/ 855 w 855"/>
                  <a:gd name="T153" fmla="*/ 524 h 52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5" h="524">
                    <a:moveTo>
                      <a:pt x="28" y="124"/>
                    </a:moveTo>
                    <a:lnTo>
                      <a:pt x="41" y="97"/>
                    </a:lnTo>
                    <a:lnTo>
                      <a:pt x="97" y="55"/>
                    </a:lnTo>
                    <a:lnTo>
                      <a:pt x="138" y="41"/>
                    </a:lnTo>
                    <a:lnTo>
                      <a:pt x="179" y="41"/>
                    </a:lnTo>
                    <a:lnTo>
                      <a:pt x="207" y="41"/>
                    </a:lnTo>
                    <a:lnTo>
                      <a:pt x="262" y="41"/>
                    </a:lnTo>
                    <a:lnTo>
                      <a:pt x="317" y="41"/>
                    </a:lnTo>
                    <a:lnTo>
                      <a:pt x="386" y="55"/>
                    </a:lnTo>
                    <a:lnTo>
                      <a:pt x="455" y="55"/>
                    </a:lnTo>
                    <a:lnTo>
                      <a:pt x="483" y="28"/>
                    </a:lnTo>
                    <a:lnTo>
                      <a:pt x="510" y="14"/>
                    </a:lnTo>
                    <a:lnTo>
                      <a:pt x="566" y="0"/>
                    </a:lnTo>
                    <a:lnTo>
                      <a:pt x="621" y="0"/>
                    </a:lnTo>
                    <a:lnTo>
                      <a:pt x="648" y="14"/>
                    </a:lnTo>
                    <a:lnTo>
                      <a:pt x="690" y="28"/>
                    </a:lnTo>
                    <a:lnTo>
                      <a:pt x="704" y="41"/>
                    </a:lnTo>
                    <a:lnTo>
                      <a:pt x="745" y="55"/>
                    </a:lnTo>
                    <a:lnTo>
                      <a:pt x="786" y="97"/>
                    </a:lnTo>
                    <a:lnTo>
                      <a:pt x="842" y="166"/>
                    </a:lnTo>
                    <a:lnTo>
                      <a:pt x="855" y="262"/>
                    </a:lnTo>
                    <a:lnTo>
                      <a:pt x="855" y="317"/>
                    </a:lnTo>
                    <a:lnTo>
                      <a:pt x="842" y="372"/>
                    </a:lnTo>
                    <a:lnTo>
                      <a:pt x="828" y="455"/>
                    </a:lnTo>
                    <a:lnTo>
                      <a:pt x="773" y="497"/>
                    </a:lnTo>
                    <a:lnTo>
                      <a:pt x="717" y="524"/>
                    </a:lnTo>
                    <a:lnTo>
                      <a:pt x="662" y="510"/>
                    </a:lnTo>
                    <a:lnTo>
                      <a:pt x="593" y="497"/>
                    </a:lnTo>
                    <a:lnTo>
                      <a:pt x="538" y="483"/>
                    </a:lnTo>
                    <a:lnTo>
                      <a:pt x="483" y="483"/>
                    </a:lnTo>
                    <a:lnTo>
                      <a:pt x="428" y="483"/>
                    </a:lnTo>
                    <a:lnTo>
                      <a:pt x="372" y="483"/>
                    </a:lnTo>
                    <a:lnTo>
                      <a:pt x="331" y="483"/>
                    </a:lnTo>
                    <a:lnTo>
                      <a:pt x="290" y="497"/>
                    </a:lnTo>
                    <a:lnTo>
                      <a:pt x="248" y="497"/>
                    </a:lnTo>
                    <a:lnTo>
                      <a:pt x="207" y="510"/>
                    </a:lnTo>
                    <a:lnTo>
                      <a:pt x="166" y="510"/>
                    </a:lnTo>
                    <a:lnTo>
                      <a:pt x="138" y="497"/>
                    </a:lnTo>
                    <a:lnTo>
                      <a:pt x="110" y="497"/>
                    </a:lnTo>
                    <a:lnTo>
                      <a:pt x="83" y="469"/>
                    </a:lnTo>
                    <a:lnTo>
                      <a:pt x="69" y="469"/>
                    </a:lnTo>
                    <a:lnTo>
                      <a:pt x="55" y="455"/>
                    </a:lnTo>
                    <a:lnTo>
                      <a:pt x="41" y="400"/>
                    </a:lnTo>
                    <a:lnTo>
                      <a:pt x="14" y="345"/>
                    </a:lnTo>
                    <a:lnTo>
                      <a:pt x="14" y="303"/>
                    </a:lnTo>
                    <a:lnTo>
                      <a:pt x="0" y="262"/>
                    </a:lnTo>
                    <a:lnTo>
                      <a:pt x="14" y="207"/>
                    </a:lnTo>
                    <a:lnTo>
                      <a:pt x="14" y="152"/>
                    </a:lnTo>
                    <a:lnTo>
                      <a:pt x="28" y="124"/>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41" name="Freeform 22">
                <a:extLst>
                  <a:ext uri="{FF2B5EF4-FFF2-40B4-BE49-F238E27FC236}">
                    <a16:creationId xmlns:a16="http://schemas.microsoft.com/office/drawing/2014/main" id="{DCC4A97F-7447-B4BB-E4DC-D6E8C4D18A9D}"/>
                  </a:ext>
                </a:extLst>
              </p:cNvPr>
              <p:cNvSpPr>
                <a:spLocks/>
              </p:cNvSpPr>
              <p:nvPr/>
            </p:nvSpPr>
            <p:spPr bwMode="auto">
              <a:xfrm>
                <a:off x="4789" y="2058"/>
                <a:ext cx="496" cy="427"/>
              </a:xfrm>
              <a:custGeom>
                <a:avLst/>
                <a:gdLst>
                  <a:gd name="T0" fmla="*/ 13 w 496"/>
                  <a:gd name="T1" fmla="*/ 96 h 427"/>
                  <a:gd name="T2" fmla="*/ 13 w 496"/>
                  <a:gd name="T3" fmla="*/ 82 h 427"/>
                  <a:gd name="T4" fmla="*/ 41 w 496"/>
                  <a:gd name="T5" fmla="*/ 41 h 427"/>
                  <a:gd name="T6" fmla="*/ 69 w 496"/>
                  <a:gd name="T7" fmla="*/ 27 h 427"/>
                  <a:gd name="T8" fmla="*/ 96 w 496"/>
                  <a:gd name="T9" fmla="*/ 27 h 427"/>
                  <a:gd name="T10" fmla="*/ 110 w 496"/>
                  <a:gd name="T11" fmla="*/ 27 h 427"/>
                  <a:gd name="T12" fmla="*/ 138 w 496"/>
                  <a:gd name="T13" fmla="*/ 27 h 427"/>
                  <a:gd name="T14" fmla="*/ 179 w 496"/>
                  <a:gd name="T15" fmla="*/ 41 h 427"/>
                  <a:gd name="T16" fmla="*/ 220 w 496"/>
                  <a:gd name="T17" fmla="*/ 41 h 427"/>
                  <a:gd name="T18" fmla="*/ 248 w 496"/>
                  <a:gd name="T19" fmla="*/ 41 h 427"/>
                  <a:gd name="T20" fmla="*/ 275 w 496"/>
                  <a:gd name="T21" fmla="*/ 27 h 427"/>
                  <a:gd name="T22" fmla="*/ 289 w 496"/>
                  <a:gd name="T23" fmla="*/ 13 h 427"/>
                  <a:gd name="T24" fmla="*/ 317 w 496"/>
                  <a:gd name="T25" fmla="*/ 0 h 427"/>
                  <a:gd name="T26" fmla="*/ 344 w 496"/>
                  <a:gd name="T27" fmla="*/ 0 h 427"/>
                  <a:gd name="T28" fmla="*/ 372 w 496"/>
                  <a:gd name="T29" fmla="*/ 0 h 427"/>
                  <a:gd name="T30" fmla="*/ 400 w 496"/>
                  <a:gd name="T31" fmla="*/ 13 h 427"/>
                  <a:gd name="T32" fmla="*/ 413 w 496"/>
                  <a:gd name="T33" fmla="*/ 27 h 427"/>
                  <a:gd name="T34" fmla="*/ 427 w 496"/>
                  <a:gd name="T35" fmla="*/ 41 h 427"/>
                  <a:gd name="T36" fmla="*/ 455 w 496"/>
                  <a:gd name="T37" fmla="*/ 82 h 427"/>
                  <a:gd name="T38" fmla="*/ 482 w 496"/>
                  <a:gd name="T39" fmla="*/ 138 h 427"/>
                  <a:gd name="T40" fmla="*/ 482 w 496"/>
                  <a:gd name="T41" fmla="*/ 220 h 427"/>
                  <a:gd name="T42" fmla="*/ 496 w 496"/>
                  <a:gd name="T43" fmla="*/ 262 h 427"/>
                  <a:gd name="T44" fmla="*/ 482 w 496"/>
                  <a:gd name="T45" fmla="*/ 303 h 427"/>
                  <a:gd name="T46" fmla="*/ 469 w 496"/>
                  <a:gd name="T47" fmla="*/ 372 h 427"/>
                  <a:gd name="T48" fmla="*/ 441 w 496"/>
                  <a:gd name="T49" fmla="*/ 414 h 427"/>
                  <a:gd name="T50" fmla="*/ 413 w 496"/>
                  <a:gd name="T51" fmla="*/ 427 h 427"/>
                  <a:gd name="T52" fmla="*/ 372 w 496"/>
                  <a:gd name="T53" fmla="*/ 427 h 427"/>
                  <a:gd name="T54" fmla="*/ 344 w 496"/>
                  <a:gd name="T55" fmla="*/ 414 h 427"/>
                  <a:gd name="T56" fmla="*/ 303 w 496"/>
                  <a:gd name="T57" fmla="*/ 400 h 427"/>
                  <a:gd name="T58" fmla="*/ 275 w 496"/>
                  <a:gd name="T59" fmla="*/ 400 h 427"/>
                  <a:gd name="T60" fmla="*/ 248 w 496"/>
                  <a:gd name="T61" fmla="*/ 400 h 427"/>
                  <a:gd name="T62" fmla="*/ 207 w 496"/>
                  <a:gd name="T63" fmla="*/ 400 h 427"/>
                  <a:gd name="T64" fmla="*/ 179 w 496"/>
                  <a:gd name="T65" fmla="*/ 400 h 427"/>
                  <a:gd name="T66" fmla="*/ 165 w 496"/>
                  <a:gd name="T67" fmla="*/ 414 h 427"/>
                  <a:gd name="T68" fmla="*/ 138 w 496"/>
                  <a:gd name="T69" fmla="*/ 414 h 427"/>
                  <a:gd name="T70" fmla="*/ 110 w 496"/>
                  <a:gd name="T71" fmla="*/ 414 h 427"/>
                  <a:gd name="T72" fmla="*/ 96 w 496"/>
                  <a:gd name="T73" fmla="*/ 414 h 427"/>
                  <a:gd name="T74" fmla="*/ 69 w 496"/>
                  <a:gd name="T75" fmla="*/ 414 h 427"/>
                  <a:gd name="T76" fmla="*/ 55 w 496"/>
                  <a:gd name="T77" fmla="*/ 414 h 427"/>
                  <a:gd name="T78" fmla="*/ 41 w 496"/>
                  <a:gd name="T79" fmla="*/ 400 h 427"/>
                  <a:gd name="T80" fmla="*/ 27 w 496"/>
                  <a:gd name="T81" fmla="*/ 386 h 427"/>
                  <a:gd name="T82" fmla="*/ 27 w 496"/>
                  <a:gd name="T83" fmla="*/ 372 h 427"/>
                  <a:gd name="T84" fmla="*/ 13 w 496"/>
                  <a:gd name="T85" fmla="*/ 345 h 427"/>
                  <a:gd name="T86" fmla="*/ 0 w 496"/>
                  <a:gd name="T87" fmla="*/ 289 h 427"/>
                  <a:gd name="T88" fmla="*/ 0 w 496"/>
                  <a:gd name="T89" fmla="*/ 248 h 427"/>
                  <a:gd name="T90" fmla="*/ 0 w 496"/>
                  <a:gd name="T91" fmla="*/ 207 h 427"/>
                  <a:gd name="T92" fmla="*/ 0 w 496"/>
                  <a:gd name="T93" fmla="*/ 165 h 427"/>
                  <a:gd name="T94" fmla="*/ 0 w 496"/>
                  <a:gd name="T95" fmla="*/ 124 h 427"/>
                  <a:gd name="T96" fmla="*/ 13 w 496"/>
                  <a:gd name="T97" fmla="*/ 96 h 427"/>
                  <a:gd name="T98" fmla="*/ 13 w 496"/>
                  <a:gd name="T99" fmla="*/ 96 h 4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6"/>
                  <a:gd name="T151" fmla="*/ 0 h 427"/>
                  <a:gd name="T152" fmla="*/ 496 w 496"/>
                  <a:gd name="T153" fmla="*/ 427 h 42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6" h="427">
                    <a:moveTo>
                      <a:pt x="13" y="96"/>
                    </a:moveTo>
                    <a:lnTo>
                      <a:pt x="13" y="82"/>
                    </a:lnTo>
                    <a:lnTo>
                      <a:pt x="41" y="41"/>
                    </a:lnTo>
                    <a:lnTo>
                      <a:pt x="69" y="27"/>
                    </a:lnTo>
                    <a:lnTo>
                      <a:pt x="96" y="27"/>
                    </a:lnTo>
                    <a:lnTo>
                      <a:pt x="110" y="27"/>
                    </a:lnTo>
                    <a:lnTo>
                      <a:pt x="138" y="27"/>
                    </a:lnTo>
                    <a:lnTo>
                      <a:pt x="179" y="41"/>
                    </a:lnTo>
                    <a:lnTo>
                      <a:pt x="220" y="41"/>
                    </a:lnTo>
                    <a:lnTo>
                      <a:pt x="248" y="41"/>
                    </a:lnTo>
                    <a:lnTo>
                      <a:pt x="275" y="27"/>
                    </a:lnTo>
                    <a:lnTo>
                      <a:pt x="289" y="13"/>
                    </a:lnTo>
                    <a:lnTo>
                      <a:pt x="317" y="0"/>
                    </a:lnTo>
                    <a:lnTo>
                      <a:pt x="344" y="0"/>
                    </a:lnTo>
                    <a:lnTo>
                      <a:pt x="372" y="0"/>
                    </a:lnTo>
                    <a:lnTo>
                      <a:pt x="400" y="13"/>
                    </a:lnTo>
                    <a:lnTo>
                      <a:pt x="413" y="27"/>
                    </a:lnTo>
                    <a:lnTo>
                      <a:pt x="427" y="41"/>
                    </a:lnTo>
                    <a:lnTo>
                      <a:pt x="455" y="82"/>
                    </a:lnTo>
                    <a:lnTo>
                      <a:pt x="482" y="138"/>
                    </a:lnTo>
                    <a:lnTo>
                      <a:pt x="482" y="220"/>
                    </a:lnTo>
                    <a:lnTo>
                      <a:pt x="496" y="262"/>
                    </a:lnTo>
                    <a:lnTo>
                      <a:pt x="482" y="303"/>
                    </a:lnTo>
                    <a:lnTo>
                      <a:pt x="469" y="372"/>
                    </a:lnTo>
                    <a:lnTo>
                      <a:pt x="441" y="414"/>
                    </a:lnTo>
                    <a:lnTo>
                      <a:pt x="413" y="427"/>
                    </a:lnTo>
                    <a:lnTo>
                      <a:pt x="372" y="427"/>
                    </a:lnTo>
                    <a:lnTo>
                      <a:pt x="344" y="414"/>
                    </a:lnTo>
                    <a:lnTo>
                      <a:pt x="303" y="400"/>
                    </a:lnTo>
                    <a:lnTo>
                      <a:pt x="275" y="400"/>
                    </a:lnTo>
                    <a:lnTo>
                      <a:pt x="248" y="400"/>
                    </a:lnTo>
                    <a:lnTo>
                      <a:pt x="207" y="400"/>
                    </a:lnTo>
                    <a:lnTo>
                      <a:pt x="179" y="400"/>
                    </a:lnTo>
                    <a:lnTo>
                      <a:pt x="165" y="414"/>
                    </a:lnTo>
                    <a:lnTo>
                      <a:pt x="138" y="414"/>
                    </a:lnTo>
                    <a:lnTo>
                      <a:pt x="110" y="414"/>
                    </a:lnTo>
                    <a:lnTo>
                      <a:pt x="96" y="414"/>
                    </a:lnTo>
                    <a:lnTo>
                      <a:pt x="69" y="414"/>
                    </a:lnTo>
                    <a:lnTo>
                      <a:pt x="55" y="414"/>
                    </a:lnTo>
                    <a:lnTo>
                      <a:pt x="41" y="400"/>
                    </a:lnTo>
                    <a:lnTo>
                      <a:pt x="27" y="386"/>
                    </a:lnTo>
                    <a:lnTo>
                      <a:pt x="27" y="372"/>
                    </a:lnTo>
                    <a:lnTo>
                      <a:pt x="13" y="345"/>
                    </a:lnTo>
                    <a:lnTo>
                      <a:pt x="0" y="289"/>
                    </a:lnTo>
                    <a:lnTo>
                      <a:pt x="0" y="248"/>
                    </a:lnTo>
                    <a:lnTo>
                      <a:pt x="0" y="207"/>
                    </a:lnTo>
                    <a:lnTo>
                      <a:pt x="0" y="165"/>
                    </a:lnTo>
                    <a:lnTo>
                      <a:pt x="0" y="124"/>
                    </a:lnTo>
                    <a:lnTo>
                      <a:pt x="13" y="96"/>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42" name="Freeform 23">
                <a:extLst>
                  <a:ext uri="{FF2B5EF4-FFF2-40B4-BE49-F238E27FC236}">
                    <a16:creationId xmlns:a16="http://schemas.microsoft.com/office/drawing/2014/main" id="{E65DC802-9CBF-A13D-4987-7CA3D5A597EC}"/>
                  </a:ext>
                </a:extLst>
              </p:cNvPr>
              <p:cNvSpPr>
                <a:spLocks/>
              </p:cNvSpPr>
              <p:nvPr/>
            </p:nvSpPr>
            <p:spPr bwMode="auto">
              <a:xfrm>
                <a:off x="787" y="1368"/>
                <a:ext cx="386" cy="331"/>
              </a:xfrm>
              <a:custGeom>
                <a:avLst/>
                <a:gdLst>
                  <a:gd name="T0" fmla="*/ 0 w 386"/>
                  <a:gd name="T1" fmla="*/ 83 h 331"/>
                  <a:gd name="T2" fmla="*/ 14 w 386"/>
                  <a:gd name="T3" fmla="*/ 55 h 331"/>
                  <a:gd name="T4" fmla="*/ 28 w 386"/>
                  <a:gd name="T5" fmla="*/ 27 h 331"/>
                  <a:gd name="T6" fmla="*/ 55 w 386"/>
                  <a:gd name="T7" fmla="*/ 27 h 331"/>
                  <a:gd name="T8" fmla="*/ 69 w 386"/>
                  <a:gd name="T9" fmla="*/ 27 h 331"/>
                  <a:gd name="T10" fmla="*/ 83 w 386"/>
                  <a:gd name="T11" fmla="*/ 27 h 331"/>
                  <a:gd name="T12" fmla="*/ 111 w 386"/>
                  <a:gd name="T13" fmla="*/ 27 h 331"/>
                  <a:gd name="T14" fmla="*/ 138 w 386"/>
                  <a:gd name="T15" fmla="*/ 27 h 331"/>
                  <a:gd name="T16" fmla="*/ 166 w 386"/>
                  <a:gd name="T17" fmla="*/ 27 h 331"/>
                  <a:gd name="T18" fmla="*/ 193 w 386"/>
                  <a:gd name="T19" fmla="*/ 27 h 331"/>
                  <a:gd name="T20" fmla="*/ 207 w 386"/>
                  <a:gd name="T21" fmla="*/ 14 h 331"/>
                  <a:gd name="T22" fmla="*/ 221 w 386"/>
                  <a:gd name="T23" fmla="*/ 0 h 331"/>
                  <a:gd name="T24" fmla="*/ 249 w 386"/>
                  <a:gd name="T25" fmla="*/ 0 h 331"/>
                  <a:gd name="T26" fmla="*/ 276 w 386"/>
                  <a:gd name="T27" fmla="*/ 0 h 331"/>
                  <a:gd name="T28" fmla="*/ 290 w 386"/>
                  <a:gd name="T29" fmla="*/ 0 h 331"/>
                  <a:gd name="T30" fmla="*/ 304 w 386"/>
                  <a:gd name="T31" fmla="*/ 14 h 331"/>
                  <a:gd name="T32" fmla="*/ 317 w 386"/>
                  <a:gd name="T33" fmla="*/ 14 h 331"/>
                  <a:gd name="T34" fmla="*/ 331 w 386"/>
                  <a:gd name="T35" fmla="*/ 27 h 331"/>
                  <a:gd name="T36" fmla="*/ 359 w 386"/>
                  <a:gd name="T37" fmla="*/ 55 h 331"/>
                  <a:gd name="T38" fmla="*/ 373 w 386"/>
                  <a:gd name="T39" fmla="*/ 110 h 331"/>
                  <a:gd name="T40" fmla="*/ 386 w 386"/>
                  <a:gd name="T41" fmla="*/ 165 h 331"/>
                  <a:gd name="T42" fmla="*/ 386 w 386"/>
                  <a:gd name="T43" fmla="*/ 207 h 331"/>
                  <a:gd name="T44" fmla="*/ 373 w 386"/>
                  <a:gd name="T45" fmla="*/ 234 h 331"/>
                  <a:gd name="T46" fmla="*/ 373 w 386"/>
                  <a:gd name="T47" fmla="*/ 289 h 331"/>
                  <a:gd name="T48" fmla="*/ 345 w 386"/>
                  <a:gd name="T49" fmla="*/ 317 h 331"/>
                  <a:gd name="T50" fmla="*/ 317 w 386"/>
                  <a:gd name="T51" fmla="*/ 331 h 331"/>
                  <a:gd name="T52" fmla="*/ 290 w 386"/>
                  <a:gd name="T53" fmla="*/ 331 h 331"/>
                  <a:gd name="T54" fmla="*/ 262 w 386"/>
                  <a:gd name="T55" fmla="*/ 317 h 331"/>
                  <a:gd name="T56" fmla="*/ 235 w 386"/>
                  <a:gd name="T57" fmla="*/ 317 h 331"/>
                  <a:gd name="T58" fmla="*/ 207 w 386"/>
                  <a:gd name="T59" fmla="*/ 303 h 331"/>
                  <a:gd name="T60" fmla="*/ 193 w 386"/>
                  <a:gd name="T61" fmla="*/ 303 h 331"/>
                  <a:gd name="T62" fmla="*/ 166 w 386"/>
                  <a:gd name="T63" fmla="*/ 303 h 331"/>
                  <a:gd name="T64" fmla="*/ 138 w 386"/>
                  <a:gd name="T65" fmla="*/ 317 h 331"/>
                  <a:gd name="T66" fmla="*/ 124 w 386"/>
                  <a:gd name="T67" fmla="*/ 317 h 331"/>
                  <a:gd name="T68" fmla="*/ 111 w 386"/>
                  <a:gd name="T69" fmla="*/ 317 h 331"/>
                  <a:gd name="T70" fmla="*/ 83 w 386"/>
                  <a:gd name="T71" fmla="*/ 317 h 331"/>
                  <a:gd name="T72" fmla="*/ 69 w 386"/>
                  <a:gd name="T73" fmla="*/ 331 h 331"/>
                  <a:gd name="T74" fmla="*/ 55 w 386"/>
                  <a:gd name="T75" fmla="*/ 317 h 331"/>
                  <a:gd name="T76" fmla="*/ 42 w 386"/>
                  <a:gd name="T77" fmla="*/ 317 h 331"/>
                  <a:gd name="T78" fmla="*/ 28 w 386"/>
                  <a:gd name="T79" fmla="*/ 303 h 331"/>
                  <a:gd name="T80" fmla="*/ 28 w 386"/>
                  <a:gd name="T81" fmla="*/ 303 h 331"/>
                  <a:gd name="T82" fmla="*/ 14 w 386"/>
                  <a:gd name="T83" fmla="*/ 289 h 331"/>
                  <a:gd name="T84" fmla="*/ 14 w 386"/>
                  <a:gd name="T85" fmla="*/ 262 h 331"/>
                  <a:gd name="T86" fmla="*/ 0 w 386"/>
                  <a:gd name="T87" fmla="*/ 220 h 331"/>
                  <a:gd name="T88" fmla="*/ 0 w 386"/>
                  <a:gd name="T89" fmla="*/ 193 h 331"/>
                  <a:gd name="T90" fmla="*/ 0 w 386"/>
                  <a:gd name="T91" fmla="*/ 165 h 331"/>
                  <a:gd name="T92" fmla="*/ 0 w 386"/>
                  <a:gd name="T93" fmla="*/ 124 h 331"/>
                  <a:gd name="T94" fmla="*/ 0 w 386"/>
                  <a:gd name="T95" fmla="*/ 96 h 331"/>
                  <a:gd name="T96" fmla="*/ 0 w 386"/>
                  <a:gd name="T97" fmla="*/ 83 h 331"/>
                  <a:gd name="T98" fmla="*/ 0 w 386"/>
                  <a:gd name="T99" fmla="*/ 83 h 33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86"/>
                  <a:gd name="T151" fmla="*/ 0 h 331"/>
                  <a:gd name="T152" fmla="*/ 386 w 386"/>
                  <a:gd name="T153" fmla="*/ 331 h 33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86" h="331">
                    <a:moveTo>
                      <a:pt x="0" y="83"/>
                    </a:moveTo>
                    <a:lnTo>
                      <a:pt x="14" y="55"/>
                    </a:lnTo>
                    <a:lnTo>
                      <a:pt x="28" y="27"/>
                    </a:lnTo>
                    <a:lnTo>
                      <a:pt x="55" y="27"/>
                    </a:lnTo>
                    <a:lnTo>
                      <a:pt x="69" y="27"/>
                    </a:lnTo>
                    <a:lnTo>
                      <a:pt x="83" y="27"/>
                    </a:lnTo>
                    <a:lnTo>
                      <a:pt x="111" y="27"/>
                    </a:lnTo>
                    <a:lnTo>
                      <a:pt x="138" y="27"/>
                    </a:lnTo>
                    <a:lnTo>
                      <a:pt x="166" y="27"/>
                    </a:lnTo>
                    <a:lnTo>
                      <a:pt x="193" y="27"/>
                    </a:lnTo>
                    <a:lnTo>
                      <a:pt x="207" y="14"/>
                    </a:lnTo>
                    <a:lnTo>
                      <a:pt x="221" y="0"/>
                    </a:lnTo>
                    <a:lnTo>
                      <a:pt x="249" y="0"/>
                    </a:lnTo>
                    <a:lnTo>
                      <a:pt x="276" y="0"/>
                    </a:lnTo>
                    <a:lnTo>
                      <a:pt x="290" y="0"/>
                    </a:lnTo>
                    <a:lnTo>
                      <a:pt x="304" y="14"/>
                    </a:lnTo>
                    <a:lnTo>
                      <a:pt x="317" y="14"/>
                    </a:lnTo>
                    <a:lnTo>
                      <a:pt x="331" y="27"/>
                    </a:lnTo>
                    <a:lnTo>
                      <a:pt x="359" y="55"/>
                    </a:lnTo>
                    <a:lnTo>
                      <a:pt x="373" y="110"/>
                    </a:lnTo>
                    <a:lnTo>
                      <a:pt x="386" y="165"/>
                    </a:lnTo>
                    <a:lnTo>
                      <a:pt x="386" y="207"/>
                    </a:lnTo>
                    <a:lnTo>
                      <a:pt x="373" y="234"/>
                    </a:lnTo>
                    <a:lnTo>
                      <a:pt x="373" y="289"/>
                    </a:lnTo>
                    <a:lnTo>
                      <a:pt x="345" y="317"/>
                    </a:lnTo>
                    <a:lnTo>
                      <a:pt x="317" y="331"/>
                    </a:lnTo>
                    <a:lnTo>
                      <a:pt x="290" y="331"/>
                    </a:lnTo>
                    <a:lnTo>
                      <a:pt x="262" y="317"/>
                    </a:lnTo>
                    <a:lnTo>
                      <a:pt x="235" y="317"/>
                    </a:lnTo>
                    <a:lnTo>
                      <a:pt x="207" y="303"/>
                    </a:lnTo>
                    <a:lnTo>
                      <a:pt x="193" y="303"/>
                    </a:lnTo>
                    <a:lnTo>
                      <a:pt x="166" y="303"/>
                    </a:lnTo>
                    <a:lnTo>
                      <a:pt x="138" y="317"/>
                    </a:lnTo>
                    <a:lnTo>
                      <a:pt x="124" y="317"/>
                    </a:lnTo>
                    <a:lnTo>
                      <a:pt x="111" y="317"/>
                    </a:lnTo>
                    <a:lnTo>
                      <a:pt x="83" y="317"/>
                    </a:lnTo>
                    <a:lnTo>
                      <a:pt x="69" y="331"/>
                    </a:lnTo>
                    <a:lnTo>
                      <a:pt x="55" y="317"/>
                    </a:lnTo>
                    <a:lnTo>
                      <a:pt x="42" y="317"/>
                    </a:lnTo>
                    <a:lnTo>
                      <a:pt x="28" y="303"/>
                    </a:lnTo>
                    <a:lnTo>
                      <a:pt x="14" y="289"/>
                    </a:lnTo>
                    <a:lnTo>
                      <a:pt x="14" y="262"/>
                    </a:lnTo>
                    <a:lnTo>
                      <a:pt x="0" y="220"/>
                    </a:lnTo>
                    <a:lnTo>
                      <a:pt x="0" y="193"/>
                    </a:lnTo>
                    <a:lnTo>
                      <a:pt x="0" y="165"/>
                    </a:lnTo>
                    <a:lnTo>
                      <a:pt x="0" y="124"/>
                    </a:lnTo>
                    <a:lnTo>
                      <a:pt x="0" y="96"/>
                    </a:lnTo>
                    <a:lnTo>
                      <a:pt x="0" y="83"/>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43" name="Rectangle 24">
                <a:extLst>
                  <a:ext uri="{FF2B5EF4-FFF2-40B4-BE49-F238E27FC236}">
                    <a16:creationId xmlns:a16="http://schemas.microsoft.com/office/drawing/2014/main" id="{41BF4E86-585C-C541-9BED-2ED003C2D3BD}"/>
                  </a:ext>
                </a:extLst>
              </p:cNvPr>
              <p:cNvSpPr>
                <a:spLocks noChangeArrowheads="1"/>
              </p:cNvSpPr>
              <p:nvPr/>
            </p:nvSpPr>
            <p:spPr bwMode="auto">
              <a:xfrm>
                <a:off x="899" y="1498"/>
                <a:ext cx="18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Arial" panose="020B0604020202020204" pitchFamily="34" charset="0"/>
                  </a:rPr>
                  <a:t>ISP</a:t>
                </a:r>
                <a:endParaRPr lang="en-GB" altLang="en-US" sz="1800">
                  <a:latin typeface="Times" panose="02020603050405020304" pitchFamily="18" charset="0"/>
                </a:endParaRPr>
              </a:p>
            </p:txBody>
          </p:sp>
          <p:sp>
            <p:nvSpPr>
              <p:cNvPr id="35144" name="Rectangle 25">
                <a:extLst>
                  <a:ext uri="{FF2B5EF4-FFF2-40B4-BE49-F238E27FC236}">
                    <a16:creationId xmlns:a16="http://schemas.microsoft.com/office/drawing/2014/main" id="{063C271D-F244-3B7B-76D7-DA14F869F2D1}"/>
                  </a:ext>
                </a:extLst>
              </p:cNvPr>
              <p:cNvSpPr>
                <a:spLocks noChangeArrowheads="1"/>
              </p:cNvSpPr>
              <p:nvPr/>
            </p:nvSpPr>
            <p:spPr bwMode="auto">
              <a:xfrm>
                <a:off x="1725" y="1533"/>
                <a:ext cx="28" cy="594"/>
              </a:xfrm>
              <a:prstGeom prst="rect">
                <a:avLst/>
              </a:prstGeom>
              <a:solidFill>
                <a:srgbClr val="FFD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45" name="Rectangle 26">
                <a:extLst>
                  <a:ext uri="{FF2B5EF4-FFF2-40B4-BE49-F238E27FC236}">
                    <a16:creationId xmlns:a16="http://schemas.microsoft.com/office/drawing/2014/main" id="{9A191911-9A1B-C408-D9B2-6B1BA093CDE2}"/>
                  </a:ext>
                </a:extLst>
              </p:cNvPr>
              <p:cNvSpPr>
                <a:spLocks noChangeArrowheads="1"/>
              </p:cNvSpPr>
              <p:nvPr/>
            </p:nvSpPr>
            <p:spPr bwMode="auto">
              <a:xfrm>
                <a:off x="1725" y="1533"/>
                <a:ext cx="42" cy="607"/>
              </a:xfrm>
              <a:prstGeom prst="rect">
                <a:avLst/>
              </a:prstGeom>
              <a:noFill/>
              <a:ln w="31750">
                <a:solidFill>
                  <a:srgbClr val="FFDC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46" name="Freeform 27">
                <a:extLst>
                  <a:ext uri="{FF2B5EF4-FFF2-40B4-BE49-F238E27FC236}">
                    <a16:creationId xmlns:a16="http://schemas.microsoft.com/office/drawing/2014/main" id="{5A131ABF-A587-A8C4-6E02-99A043023B4F}"/>
                  </a:ext>
                </a:extLst>
              </p:cNvPr>
              <p:cNvSpPr>
                <a:spLocks/>
              </p:cNvSpPr>
              <p:nvPr/>
            </p:nvSpPr>
            <p:spPr bwMode="auto">
              <a:xfrm>
                <a:off x="3823" y="2458"/>
                <a:ext cx="1021" cy="496"/>
              </a:xfrm>
              <a:custGeom>
                <a:avLst/>
                <a:gdLst>
                  <a:gd name="T0" fmla="*/ 1021 w 1021"/>
                  <a:gd name="T1" fmla="*/ 469 h 496"/>
                  <a:gd name="T2" fmla="*/ 1007 w 1021"/>
                  <a:gd name="T3" fmla="*/ 496 h 496"/>
                  <a:gd name="T4" fmla="*/ 0 w 1021"/>
                  <a:gd name="T5" fmla="*/ 27 h 496"/>
                  <a:gd name="T6" fmla="*/ 13 w 1021"/>
                  <a:gd name="T7" fmla="*/ 0 h 496"/>
                  <a:gd name="T8" fmla="*/ 1021 w 1021"/>
                  <a:gd name="T9" fmla="*/ 469 h 496"/>
                  <a:gd name="T10" fmla="*/ 0 60000 65536"/>
                  <a:gd name="T11" fmla="*/ 0 60000 65536"/>
                  <a:gd name="T12" fmla="*/ 0 60000 65536"/>
                  <a:gd name="T13" fmla="*/ 0 60000 65536"/>
                  <a:gd name="T14" fmla="*/ 0 60000 65536"/>
                  <a:gd name="T15" fmla="*/ 0 w 1021"/>
                  <a:gd name="T16" fmla="*/ 0 h 496"/>
                  <a:gd name="T17" fmla="*/ 1021 w 1021"/>
                  <a:gd name="T18" fmla="*/ 496 h 496"/>
                </a:gdLst>
                <a:ahLst/>
                <a:cxnLst>
                  <a:cxn ang="T10">
                    <a:pos x="T0" y="T1"/>
                  </a:cxn>
                  <a:cxn ang="T11">
                    <a:pos x="T2" y="T3"/>
                  </a:cxn>
                  <a:cxn ang="T12">
                    <a:pos x="T4" y="T5"/>
                  </a:cxn>
                  <a:cxn ang="T13">
                    <a:pos x="T6" y="T7"/>
                  </a:cxn>
                  <a:cxn ang="T14">
                    <a:pos x="T8" y="T9"/>
                  </a:cxn>
                </a:cxnLst>
                <a:rect l="T15" t="T16" r="T17" b="T18"/>
                <a:pathLst>
                  <a:path w="1021" h="496">
                    <a:moveTo>
                      <a:pt x="1021" y="469"/>
                    </a:moveTo>
                    <a:lnTo>
                      <a:pt x="1007" y="496"/>
                    </a:lnTo>
                    <a:lnTo>
                      <a:pt x="0" y="27"/>
                    </a:lnTo>
                    <a:lnTo>
                      <a:pt x="13" y="0"/>
                    </a:lnTo>
                    <a:lnTo>
                      <a:pt x="1021" y="469"/>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47" name="Freeform 28">
                <a:extLst>
                  <a:ext uri="{FF2B5EF4-FFF2-40B4-BE49-F238E27FC236}">
                    <a16:creationId xmlns:a16="http://schemas.microsoft.com/office/drawing/2014/main" id="{1545B9C8-EA97-625D-5472-E21103E601CC}"/>
                  </a:ext>
                </a:extLst>
              </p:cNvPr>
              <p:cNvSpPr>
                <a:spLocks/>
              </p:cNvSpPr>
              <p:nvPr/>
            </p:nvSpPr>
            <p:spPr bwMode="auto">
              <a:xfrm>
                <a:off x="4250" y="2044"/>
                <a:ext cx="663" cy="317"/>
              </a:xfrm>
              <a:custGeom>
                <a:avLst/>
                <a:gdLst>
                  <a:gd name="T0" fmla="*/ 663 w 663"/>
                  <a:gd name="T1" fmla="*/ 290 h 317"/>
                  <a:gd name="T2" fmla="*/ 649 w 663"/>
                  <a:gd name="T3" fmla="*/ 317 h 317"/>
                  <a:gd name="T4" fmla="*/ 0 w 663"/>
                  <a:gd name="T5" fmla="*/ 27 h 317"/>
                  <a:gd name="T6" fmla="*/ 28 w 663"/>
                  <a:gd name="T7" fmla="*/ 0 h 317"/>
                  <a:gd name="T8" fmla="*/ 663 w 663"/>
                  <a:gd name="T9" fmla="*/ 290 h 317"/>
                  <a:gd name="T10" fmla="*/ 0 60000 65536"/>
                  <a:gd name="T11" fmla="*/ 0 60000 65536"/>
                  <a:gd name="T12" fmla="*/ 0 60000 65536"/>
                  <a:gd name="T13" fmla="*/ 0 60000 65536"/>
                  <a:gd name="T14" fmla="*/ 0 60000 65536"/>
                  <a:gd name="T15" fmla="*/ 0 w 663"/>
                  <a:gd name="T16" fmla="*/ 0 h 317"/>
                  <a:gd name="T17" fmla="*/ 663 w 663"/>
                  <a:gd name="T18" fmla="*/ 317 h 317"/>
                </a:gdLst>
                <a:ahLst/>
                <a:cxnLst>
                  <a:cxn ang="T10">
                    <a:pos x="T0" y="T1"/>
                  </a:cxn>
                  <a:cxn ang="T11">
                    <a:pos x="T2" y="T3"/>
                  </a:cxn>
                  <a:cxn ang="T12">
                    <a:pos x="T4" y="T5"/>
                  </a:cxn>
                  <a:cxn ang="T13">
                    <a:pos x="T6" y="T7"/>
                  </a:cxn>
                  <a:cxn ang="T14">
                    <a:pos x="T8" y="T9"/>
                  </a:cxn>
                </a:cxnLst>
                <a:rect l="T15" t="T16" r="T17" b="T18"/>
                <a:pathLst>
                  <a:path w="663" h="317">
                    <a:moveTo>
                      <a:pt x="663" y="290"/>
                    </a:moveTo>
                    <a:lnTo>
                      <a:pt x="649" y="317"/>
                    </a:lnTo>
                    <a:lnTo>
                      <a:pt x="0" y="27"/>
                    </a:lnTo>
                    <a:lnTo>
                      <a:pt x="28" y="0"/>
                    </a:lnTo>
                    <a:lnTo>
                      <a:pt x="663" y="290"/>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48" name="Freeform 29">
                <a:extLst>
                  <a:ext uri="{FF2B5EF4-FFF2-40B4-BE49-F238E27FC236}">
                    <a16:creationId xmlns:a16="http://schemas.microsoft.com/office/drawing/2014/main" id="{AC7146BA-D470-84A5-9814-F1296DE3A9EB}"/>
                  </a:ext>
                </a:extLst>
              </p:cNvPr>
              <p:cNvSpPr>
                <a:spLocks/>
              </p:cNvSpPr>
              <p:nvPr/>
            </p:nvSpPr>
            <p:spPr bwMode="auto">
              <a:xfrm>
                <a:off x="1891" y="2223"/>
                <a:ext cx="497" cy="262"/>
              </a:xfrm>
              <a:custGeom>
                <a:avLst/>
                <a:gdLst>
                  <a:gd name="T0" fmla="*/ 497 w 497"/>
                  <a:gd name="T1" fmla="*/ 235 h 262"/>
                  <a:gd name="T2" fmla="*/ 483 w 497"/>
                  <a:gd name="T3" fmla="*/ 262 h 262"/>
                  <a:gd name="T4" fmla="*/ 0 w 497"/>
                  <a:gd name="T5" fmla="*/ 28 h 262"/>
                  <a:gd name="T6" fmla="*/ 14 w 497"/>
                  <a:gd name="T7" fmla="*/ 0 h 262"/>
                  <a:gd name="T8" fmla="*/ 497 w 497"/>
                  <a:gd name="T9" fmla="*/ 235 h 262"/>
                  <a:gd name="T10" fmla="*/ 0 60000 65536"/>
                  <a:gd name="T11" fmla="*/ 0 60000 65536"/>
                  <a:gd name="T12" fmla="*/ 0 60000 65536"/>
                  <a:gd name="T13" fmla="*/ 0 60000 65536"/>
                  <a:gd name="T14" fmla="*/ 0 60000 65536"/>
                  <a:gd name="T15" fmla="*/ 0 w 497"/>
                  <a:gd name="T16" fmla="*/ 0 h 262"/>
                  <a:gd name="T17" fmla="*/ 497 w 497"/>
                  <a:gd name="T18" fmla="*/ 262 h 262"/>
                </a:gdLst>
                <a:ahLst/>
                <a:cxnLst>
                  <a:cxn ang="T10">
                    <a:pos x="T0" y="T1"/>
                  </a:cxn>
                  <a:cxn ang="T11">
                    <a:pos x="T2" y="T3"/>
                  </a:cxn>
                  <a:cxn ang="T12">
                    <a:pos x="T4" y="T5"/>
                  </a:cxn>
                  <a:cxn ang="T13">
                    <a:pos x="T6" y="T7"/>
                  </a:cxn>
                  <a:cxn ang="T14">
                    <a:pos x="T8" y="T9"/>
                  </a:cxn>
                </a:cxnLst>
                <a:rect l="T15" t="T16" r="T17" b="T18"/>
                <a:pathLst>
                  <a:path w="497" h="262">
                    <a:moveTo>
                      <a:pt x="497" y="235"/>
                    </a:moveTo>
                    <a:lnTo>
                      <a:pt x="483" y="262"/>
                    </a:lnTo>
                    <a:lnTo>
                      <a:pt x="0" y="28"/>
                    </a:lnTo>
                    <a:lnTo>
                      <a:pt x="14" y="0"/>
                    </a:lnTo>
                    <a:lnTo>
                      <a:pt x="497" y="235"/>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49" name="Freeform 30">
                <a:extLst>
                  <a:ext uri="{FF2B5EF4-FFF2-40B4-BE49-F238E27FC236}">
                    <a16:creationId xmlns:a16="http://schemas.microsoft.com/office/drawing/2014/main" id="{EC0EE6A4-5FE7-AB2C-FD17-F421F8A020C7}"/>
                  </a:ext>
                </a:extLst>
              </p:cNvPr>
              <p:cNvSpPr>
                <a:spLocks/>
              </p:cNvSpPr>
              <p:nvPr/>
            </p:nvSpPr>
            <p:spPr bwMode="auto">
              <a:xfrm>
                <a:off x="1118" y="1533"/>
                <a:ext cx="621" cy="318"/>
              </a:xfrm>
              <a:custGeom>
                <a:avLst/>
                <a:gdLst>
                  <a:gd name="T0" fmla="*/ 621 w 621"/>
                  <a:gd name="T1" fmla="*/ 290 h 318"/>
                  <a:gd name="T2" fmla="*/ 621 w 621"/>
                  <a:gd name="T3" fmla="*/ 318 h 318"/>
                  <a:gd name="T4" fmla="*/ 0 w 621"/>
                  <a:gd name="T5" fmla="*/ 28 h 318"/>
                  <a:gd name="T6" fmla="*/ 14 w 621"/>
                  <a:gd name="T7" fmla="*/ 0 h 318"/>
                  <a:gd name="T8" fmla="*/ 621 w 621"/>
                  <a:gd name="T9" fmla="*/ 290 h 318"/>
                  <a:gd name="T10" fmla="*/ 0 60000 65536"/>
                  <a:gd name="T11" fmla="*/ 0 60000 65536"/>
                  <a:gd name="T12" fmla="*/ 0 60000 65536"/>
                  <a:gd name="T13" fmla="*/ 0 60000 65536"/>
                  <a:gd name="T14" fmla="*/ 0 60000 65536"/>
                  <a:gd name="T15" fmla="*/ 0 w 621"/>
                  <a:gd name="T16" fmla="*/ 0 h 318"/>
                  <a:gd name="T17" fmla="*/ 621 w 621"/>
                  <a:gd name="T18" fmla="*/ 318 h 318"/>
                </a:gdLst>
                <a:ahLst/>
                <a:cxnLst>
                  <a:cxn ang="T10">
                    <a:pos x="T0" y="T1"/>
                  </a:cxn>
                  <a:cxn ang="T11">
                    <a:pos x="T2" y="T3"/>
                  </a:cxn>
                  <a:cxn ang="T12">
                    <a:pos x="T4" y="T5"/>
                  </a:cxn>
                  <a:cxn ang="T13">
                    <a:pos x="T6" y="T7"/>
                  </a:cxn>
                  <a:cxn ang="T14">
                    <a:pos x="T8" y="T9"/>
                  </a:cxn>
                </a:cxnLst>
                <a:rect l="T15" t="T16" r="T17" b="T18"/>
                <a:pathLst>
                  <a:path w="621" h="318">
                    <a:moveTo>
                      <a:pt x="621" y="290"/>
                    </a:moveTo>
                    <a:lnTo>
                      <a:pt x="621" y="318"/>
                    </a:lnTo>
                    <a:lnTo>
                      <a:pt x="0" y="28"/>
                    </a:lnTo>
                    <a:lnTo>
                      <a:pt x="14" y="0"/>
                    </a:lnTo>
                    <a:lnTo>
                      <a:pt x="621" y="290"/>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50" name="Freeform 31">
                <a:extLst>
                  <a:ext uri="{FF2B5EF4-FFF2-40B4-BE49-F238E27FC236}">
                    <a16:creationId xmlns:a16="http://schemas.microsoft.com/office/drawing/2014/main" id="{7E12CB1B-38D6-94E7-B9DC-E850DA80B581}"/>
                  </a:ext>
                </a:extLst>
              </p:cNvPr>
              <p:cNvSpPr>
                <a:spLocks/>
              </p:cNvSpPr>
              <p:nvPr/>
            </p:nvSpPr>
            <p:spPr bwMode="auto">
              <a:xfrm>
                <a:off x="4306" y="1271"/>
                <a:ext cx="248" cy="593"/>
              </a:xfrm>
              <a:custGeom>
                <a:avLst/>
                <a:gdLst>
                  <a:gd name="T0" fmla="*/ 248 w 248"/>
                  <a:gd name="T1" fmla="*/ 580 h 593"/>
                  <a:gd name="T2" fmla="*/ 220 w 248"/>
                  <a:gd name="T3" fmla="*/ 593 h 593"/>
                  <a:gd name="T4" fmla="*/ 0 w 248"/>
                  <a:gd name="T5" fmla="*/ 14 h 593"/>
                  <a:gd name="T6" fmla="*/ 27 w 248"/>
                  <a:gd name="T7" fmla="*/ 0 h 593"/>
                  <a:gd name="T8" fmla="*/ 248 w 248"/>
                  <a:gd name="T9" fmla="*/ 580 h 593"/>
                  <a:gd name="T10" fmla="*/ 0 60000 65536"/>
                  <a:gd name="T11" fmla="*/ 0 60000 65536"/>
                  <a:gd name="T12" fmla="*/ 0 60000 65536"/>
                  <a:gd name="T13" fmla="*/ 0 60000 65536"/>
                  <a:gd name="T14" fmla="*/ 0 60000 65536"/>
                  <a:gd name="T15" fmla="*/ 0 w 248"/>
                  <a:gd name="T16" fmla="*/ 0 h 593"/>
                  <a:gd name="T17" fmla="*/ 248 w 248"/>
                  <a:gd name="T18" fmla="*/ 593 h 593"/>
                </a:gdLst>
                <a:ahLst/>
                <a:cxnLst>
                  <a:cxn ang="T10">
                    <a:pos x="T0" y="T1"/>
                  </a:cxn>
                  <a:cxn ang="T11">
                    <a:pos x="T2" y="T3"/>
                  </a:cxn>
                  <a:cxn ang="T12">
                    <a:pos x="T4" y="T5"/>
                  </a:cxn>
                  <a:cxn ang="T13">
                    <a:pos x="T6" y="T7"/>
                  </a:cxn>
                  <a:cxn ang="T14">
                    <a:pos x="T8" y="T9"/>
                  </a:cxn>
                </a:cxnLst>
                <a:rect l="T15" t="T16" r="T17" b="T18"/>
                <a:pathLst>
                  <a:path w="248" h="593">
                    <a:moveTo>
                      <a:pt x="248" y="580"/>
                    </a:moveTo>
                    <a:lnTo>
                      <a:pt x="220" y="593"/>
                    </a:lnTo>
                    <a:lnTo>
                      <a:pt x="0" y="14"/>
                    </a:lnTo>
                    <a:lnTo>
                      <a:pt x="27" y="0"/>
                    </a:lnTo>
                    <a:lnTo>
                      <a:pt x="248" y="580"/>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51" name="Rectangle 32">
                <a:extLst>
                  <a:ext uri="{FF2B5EF4-FFF2-40B4-BE49-F238E27FC236}">
                    <a16:creationId xmlns:a16="http://schemas.microsoft.com/office/drawing/2014/main" id="{B9E5B4BB-6C64-0DD3-9BB8-E188C7E5DE1B}"/>
                  </a:ext>
                </a:extLst>
              </p:cNvPr>
              <p:cNvSpPr>
                <a:spLocks noChangeArrowheads="1"/>
              </p:cNvSpPr>
              <p:nvPr/>
            </p:nvSpPr>
            <p:spPr bwMode="auto">
              <a:xfrm>
                <a:off x="1122" y="3071"/>
                <a:ext cx="93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Arial" panose="020B0604020202020204" pitchFamily="34" charset="0"/>
                  </a:rPr>
                  <a:t>desktop computer:</a:t>
                </a:r>
                <a:endParaRPr lang="en-GB" altLang="en-US" sz="1800">
                  <a:latin typeface="Times" panose="02020603050405020304" pitchFamily="18" charset="0"/>
                </a:endParaRPr>
              </a:p>
            </p:txBody>
          </p:sp>
          <p:sp>
            <p:nvSpPr>
              <p:cNvPr id="35152" name="Freeform 33">
                <a:extLst>
                  <a:ext uri="{FF2B5EF4-FFF2-40B4-BE49-F238E27FC236}">
                    <a16:creationId xmlns:a16="http://schemas.microsoft.com/office/drawing/2014/main" id="{F8B247F3-9723-3CFB-0C37-59F9636E10D2}"/>
                  </a:ext>
                </a:extLst>
              </p:cNvPr>
              <p:cNvSpPr>
                <a:spLocks/>
              </p:cNvSpPr>
              <p:nvPr/>
            </p:nvSpPr>
            <p:spPr bwMode="auto">
              <a:xfrm>
                <a:off x="553" y="1782"/>
                <a:ext cx="41" cy="69"/>
              </a:xfrm>
              <a:custGeom>
                <a:avLst/>
                <a:gdLst>
                  <a:gd name="T0" fmla="*/ 0 w 41"/>
                  <a:gd name="T1" fmla="*/ 0 h 69"/>
                  <a:gd name="T2" fmla="*/ 41 w 41"/>
                  <a:gd name="T3" fmla="*/ 13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3"/>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53" name="AutoShape 34">
                <a:extLst>
                  <a:ext uri="{FF2B5EF4-FFF2-40B4-BE49-F238E27FC236}">
                    <a16:creationId xmlns:a16="http://schemas.microsoft.com/office/drawing/2014/main" id="{7695E844-DFC4-34E7-7560-12D5FBC4B74A}"/>
                  </a:ext>
                </a:extLst>
              </p:cNvPr>
              <p:cNvSpPr>
                <a:spLocks noChangeArrowheads="1"/>
              </p:cNvSpPr>
              <p:nvPr/>
            </p:nvSpPr>
            <p:spPr bwMode="auto">
              <a:xfrm>
                <a:off x="456" y="1685"/>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54" name="AutoShape 35">
                <a:extLst>
                  <a:ext uri="{FF2B5EF4-FFF2-40B4-BE49-F238E27FC236}">
                    <a16:creationId xmlns:a16="http://schemas.microsoft.com/office/drawing/2014/main" id="{03DBA123-4C29-575E-26BC-7DAAA296CF66}"/>
                  </a:ext>
                </a:extLst>
              </p:cNvPr>
              <p:cNvSpPr>
                <a:spLocks noChangeArrowheads="1"/>
              </p:cNvSpPr>
              <p:nvPr/>
            </p:nvSpPr>
            <p:spPr bwMode="auto">
              <a:xfrm>
                <a:off x="442" y="1671"/>
                <a:ext cx="138" cy="111"/>
              </a:xfrm>
              <a:prstGeom prst="roundRect">
                <a:avLst>
                  <a:gd name="adj" fmla="val 40088"/>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55" name="Rectangle 36">
                <a:extLst>
                  <a:ext uri="{FF2B5EF4-FFF2-40B4-BE49-F238E27FC236}">
                    <a16:creationId xmlns:a16="http://schemas.microsoft.com/office/drawing/2014/main" id="{DE9B47DA-F077-8158-89FB-410403609CED}"/>
                  </a:ext>
                </a:extLst>
              </p:cNvPr>
              <p:cNvSpPr>
                <a:spLocks noChangeArrowheads="1"/>
              </p:cNvSpPr>
              <p:nvPr/>
            </p:nvSpPr>
            <p:spPr bwMode="auto">
              <a:xfrm>
                <a:off x="470" y="1713"/>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56" name="Rectangle 37">
                <a:extLst>
                  <a:ext uri="{FF2B5EF4-FFF2-40B4-BE49-F238E27FC236}">
                    <a16:creationId xmlns:a16="http://schemas.microsoft.com/office/drawing/2014/main" id="{AF191081-F00F-A077-4EC2-EC6A5C044852}"/>
                  </a:ext>
                </a:extLst>
              </p:cNvPr>
              <p:cNvSpPr>
                <a:spLocks noChangeArrowheads="1"/>
              </p:cNvSpPr>
              <p:nvPr/>
            </p:nvSpPr>
            <p:spPr bwMode="auto">
              <a:xfrm>
                <a:off x="470" y="1713"/>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57" name="Freeform 38">
                <a:extLst>
                  <a:ext uri="{FF2B5EF4-FFF2-40B4-BE49-F238E27FC236}">
                    <a16:creationId xmlns:a16="http://schemas.microsoft.com/office/drawing/2014/main" id="{49D69C55-1659-7AC8-A8B1-43122866B73C}"/>
                  </a:ext>
                </a:extLst>
              </p:cNvPr>
              <p:cNvSpPr>
                <a:spLocks/>
              </p:cNvSpPr>
              <p:nvPr/>
            </p:nvSpPr>
            <p:spPr bwMode="auto">
              <a:xfrm>
                <a:off x="580" y="1837"/>
                <a:ext cx="28" cy="27"/>
              </a:xfrm>
              <a:custGeom>
                <a:avLst/>
                <a:gdLst>
                  <a:gd name="T0" fmla="*/ 14 w 28"/>
                  <a:gd name="T1" fmla="*/ 0 h 27"/>
                  <a:gd name="T2" fmla="*/ 14 w 28"/>
                  <a:gd name="T3" fmla="*/ 0 h 27"/>
                  <a:gd name="T4" fmla="*/ 28 w 28"/>
                  <a:gd name="T5" fmla="*/ 14 h 27"/>
                  <a:gd name="T6" fmla="*/ 28 w 28"/>
                  <a:gd name="T7" fmla="*/ 27 h 27"/>
                  <a:gd name="T8" fmla="*/ 14 w 28"/>
                  <a:gd name="T9" fmla="*/ 27 h 27"/>
                  <a:gd name="T10" fmla="*/ 14 w 28"/>
                  <a:gd name="T11" fmla="*/ 27 h 27"/>
                  <a:gd name="T12" fmla="*/ 0 w 28"/>
                  <a:gd name="T13" fmla="*/ 27 h 27"/>
                  <a:gd name="T14" fmla="*/ 0 w 28"/>
                  <a:gd name="T15" fmla="*/ 14 h 27"/>
                  <a:gd name="T16" fmla="*/ 0 w 28"/>
                  <a:gd name="T17" fmla="*/ 0 h 27"/>
                  <a:gd name="T18" fmla="*/ 14 w 28"/>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7"/>
                  <a:gd name="T32" fmla="*/ 28 w 28"/>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7">
                    <a:moveTo>
                      <a:pt x="14" y="0"/>
                    </a:moveTo>
                    <a:lnTo>
                      <a:pt x="14" y="0"/>
                    </a:lnTo>
                    <a:lnTo>
                      <a:pt x="28" y="14"/>
                    </a:lnTo>
                    <a:lnTo>
                      <a:pt x="28" y="27"/>
                    </a:lnTo>
                    <a:lnTo>
                      <a:pt x="14" y="27"/>
                    </a:lnTo>
                    <a:lnTo>
                      <a:pt x="0" y="27"/>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1350"/>
              </a:p>
            </p:txBody>
          </p:sp>
          <p:pic>
            <p:nvPicPr>
              <p:cNvPr id="35158" name="Picture 39">
                <a:extLst>
                  <a:ext uri="{FF2B5EF4-FFF2-40B4-BE49-F238E27FC236}">
                    <a16:creationId xmlns:a16="http://schemas.microsoft.com/office/drawing/2014/main" id="{2458657A-1A34-F2B1-F69A-FB51D19915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0" y="1713"/>
                <a:ext cx="83"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59" name="Freeform 40">
                <a:extLst>
                  <a:ext uri="{FF2B5EF4-FFF2-40B4-BE49-F238E27FC236}">
                    <a16:creationId xmlns:a16="http://schemas.microsoft.com/office/drawing/2014/main" id="{A1785C22-A68D-B8BB-A734-073BD464795C}"/>
                  </a:ext>
                </a:extLst>
              </p:cNvPr>
              <p:cNvSpPr>
                <a:spLocks/>
              </p:cNvSpPr>
              <p:nvPr/>
            </p:nvSpPr>
            <p:spPr bwMode="auto">
              <a:xfrm>
                <a:off x="594" y="1851"/>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60" name="Line 41">
                <a:extLst>
                  <a:ext uri="{FF2B5EF4-FFF2-40B4-BE49-F238E27FC236}">
                    <a16:creationId xmlns:a16="http://schemas.microsoft.com/office/drawing/2014/main" id="{6D132BAA-FB1B-270E-17CA-AACB8B547EAE}"/>
                  </a:ext>
                </a:extLst>
              </p:cNvPr>
              <p:cNvSpPr>
                <a:spLocks noChangeShapeType="1"/>
              </p:cNvSpPr>
              <p:nvPr/>
            </p:nvSpPr>
            <p:spPr bwMode="auto">
              <a:xfrm>
                <a:off x="608" y="1851"/>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61" name="Rectangle 42">
                <a:extLst>
                  <a:ext uri="{FF2B5EF4-FFF2-40B4-BE49-F238E27FC236}">
                    <a16:creationId xmlns:a16="http://schemas.microsoft.com/office/drawing/2014/main" id="{141D34F3-881A-59D5-DC4D-A6C8F31250EB}"/>
                  </a:ext>
                </a:extLst>
              </p:cNvPr>
              <p:cNvSpPr>
                <a:spLocks noChangeArrowheads="1"/>
              </p:cNvSpPr>
              <p:nvPr/>
            </p:nvSpPr>
            <p:spPr bwMode="auto">
              <a:xfrm>
                <a:off x="456" y="1768"/>
                <a:ext cx="97" cy="27"/>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62" name="Freeform 43">
                <a:extLst>
                  <a:ext uri="{FF2B5EF4-FFF2-40B4-BE49-F238E27FC236}">
                    <a16:creationId xmlns:a16="http://schemas.microsoft.com/office/drawing/2014/main" id="{DF18B914-64F2-E44F-1FB3-E1CAA9B80171}"/>
                  </a:ext>
                </a:extLst>
              </p:cNvPr>
              <p:cNvSpPr>
                <a:spLocks/>
              </p:cNvSpPr>
              <p:nvPr/>
            </p:nvSpPr>
            <p:spPr bwMode="auto">
              <a:xfrm>
                <a:off x="442" y="1795"/>
                <a:ext cx="138" cy="14"/>
              </a:xfrm>
              <a:custGeom>
                <a:avLst/>
                <a:gdLst>
                  <a:gd name="T0" fmla="*/ 14 w 138"/>
                  <a:gd name="T1" fmla="*/ 0 h 14"/>
                  <a:gd name="T2" fmla="*/ 0 w 138"/>
                  <a:gd name="T3" fmla="*/ 14 h 14"/>
                  <a:gd name="T4" fmla="*/ 138 w 138"/>
                  <a:gd name="T5" fmla="*/ 14 h 14"/>
                  <a:gd name="T6" fmla="*/ 124 w 138"/>
                  <a:gd name="T7" fmla="*/ 0 h 14"/>
                  <a:gd name="T8" fmla="*/ 14 w 138"/>
                  <a:gd name="T9" fmla="*/ 0 h 14"/>
                  <a:gd name="T10" fmla="*/ 0 60000 65536"/>
                  <a:gd name="T11" fmla="*/ 0 60000 65536"/>
                  <a:gd name="T12" fmla="*/ 0 60000 65536"/>
                  <a:gd name="T13" fmla="*/ 0 60000 65536"/>
                  <a:gd name="T14" fmla="*/ 0 60000 65536"/>
                  <a:gd name="T15" fmla="*/ 0 w 138"/>
                  <a:gd name="T16" fmla="*/ 0 h 14"/>
                  <a:gd name="T17" fmla="*/ 138 w 138"/>
                  <a:gd name="T18" fmla="*/ 14 h 14"/>
                </a:gdLst>
                <a:ahLst/>
                <a:cxnLst>
                  <a:cxn ang="T10">
                    <a:pos x="T0" y="T1"/>
                  </a:cxn>
                  <a:cxn ang="T11">
                    <a:pos x="T2" y="T3"/>
                  </a:cxn>
                  <a:cxn ang="T12">
                    <a:pos x="T4" y="T5"/>
                  </a:cxn>
                  <a:cxn ang="T13">
                    <a:pos x="T6" y="T7"/>
                  </a:cxn>
                  <a:cxn ang="T14">
                    <a:pos x="T8" y="T9"/>
                  </a:cxn>
                </a:cxnLst>
                <a:rect l="T15" t="T16" r="T17" b="T18"/>
                <a:pathLst>
                  <a:path w="138" h="14">
                    <a:moveTo>
                      <a:pt x="14" y="0"/>
                    </a:moveTo>
                    <a:lnTo>
                      <a:pt x="0" y="14"/>
                    </a:lnTo>
                    <a:lnTo>
                      <a:pt x="138" y="14"/>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63" name="Line 44">
                <a:extLst>
                  <a:ext uri="{FF2B5EF4-FFF2-40B4-BE49-F238E27FC236}">
                    <a16:creationId xmlns:a16="http://schemas.microsoft.com/office/drawing/2014/main" id="{363871BC-7FEE-4875-6E37-A013EE335E64}"/>
                  </a:ext>
                </a:extLst>
              </p:cNvPr>
              <p:cNvSpPr>
                <a:spLocks noChangeShapeType="1"/>
              </p:cNvSpPr>
              <p:nvPr/>
            </p:nvSpPr>
            <p:spPr bwMode="auto">
              <a:xfrm>
                <a:off x="456" y="1809"/>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64" name="Line 45">
                <a:extLst>
                  <a:ext uri="{FF2B5EF4-FFF2-40B4-BE49-F238E27FC236}">
                    <a16:creationId xmlns:a16="http://schemas.microsoft.com/office/drawing/2014/main" id="{822AA6AE-C6E6-D7B0-06F2-6D5C19E72994}"/>
                  </a:ext>
                </a:extLst>
              </p:cNvPr>
              <p:cNvSpPr>
                <a:spLocks noChangeShapeType="1"/>
              </p:cNvSpPr>
              <p:nvPr/>
            </p:nvSpPr>
            <p:spPr bwMode="auto">
              <a:xfrm>
                <a:off x="470" y="1795"/>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65" name="Line 46">
                <a:extLst>
                  <a:ext uri="{FF2B5EF4-FFF2-40B4-BE49-F238E27FC236}">
                    <a16:creationId xmlns:a16="http://schemas.microsoft.com/office/drawing/2014/main" id="{2E6E7ABB-6890-F3C5-4549-2FB00876FD28}"/>
                  </a:ext>
                </a:extLst>
              </p:cNvPr>
              <p:cNvSpPr>
                <a:spLocks noChangeShapeType="1"/>
              </p:cNvSpPr>
              <p:nvPr/>
            </p:nvSpPr>
            <p:spPr bwMode="auto">
              <a:xfrm>
                <a:off x="456" y="1795"/>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66" name="Line 47">
                <a:extLst>
                  <a:ext uri="{FF2B5EF4-FFF2-40B4-BE49-F238E27FC236}">
                    <a16:creationId xmlns:a16="http://schemas.microsoft.com/office/drawing/2014/main" id="{B3BCF932-C554-D76A-D9F8-499E7676388A}"/>
                  </a:ext>
                </a:extLst>
              </p:cNvPr>
              <p:cNvSpPr>
                <a:spLocks noChangeShapeType="1"/>
              </p:cNvSpPr>
              <p:nvPr/>
            </p:nvSpPr>
            <p:spPr bwMode="auto">
              <a:xfrm>
                <a:off x="484" y="1809"/>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67" name="Line 48">
                <a:extLst>
                  <a:ext uri="{FF2B5EF4-FFF2-40B4-BE49-F238E27FC236}">
                    <a16:creationId xmlns:a16="http://schemas.microsoft.com/office/drawing/2014/main" id="{5D717710-8819-911D-D77E-FA40351127F5}"/>
                  </a:ext>
                </a:extLst>
              </p:cNvPr>
              <p:cNvSpPr>
                <a:spLocks noChangeShapeType="1"/>
              </p:cNvSpPr>
              <p:nvPr/>
            </p:nvSpPr>
            <p:spPr bwMode="auto">
              <a:xfrm>
                <a:off x="539" y="1795"/>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68" name="Line 49">
                <a:extLst>
                  <a:ext uri="{FF2B5EF4-FFF2-40B4-BE49-F238E27FC236}">
                    <a16:creationId xmlns:a16="http://schemas.microsoft.com/office/drawing/2014/main" id="{CD1C0806-7276-4363-DE68-6344EBD24BD6}"/>
                  </a:ext>
                </a:extLst>
              </p:cNvPr>
              <p:cNvSpPr>
                <a:spLocks noChangeShapeType="1"/>
              </p:cNvSpPr>
              <p:nvPr/>
            </p:nvSpPr>
            <p:spPr bwMode="auto">
              <a:xfrm>
                <a:off x="553" y="1809"/>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69" name="Rectangle 50">
                <a:extLst>
                  <a:ext uri="{FF2B5EF4-FFF2-40B4-BE49-F238E27FC236}">
                    <a16:creationId xmlns:a16="http://schemas.microsoft.com/office/drawing/2014/main" id="{A140EA6C-BAEC-E730-4D07-0183E5DC41ED}"/>
                  </a:ext>
                </a:extLst>
              </p:cNvPr>
              <p:cNvSpPr>
                <a:spLocks noChangeArrowheads="1"/>
              </p:cNvSpPr>
              <p:nvPr/>
            </p:nvSpPr>
            <p:spPr bwMode="auto">
              <a:xfrm>
                <a:off x="497" y="1699"/>
                <a:ext cx="4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70" name="Rectangle 51">
                <a:extLst>
                  <a:ext uri="{FF2B5EF4-FFF2-40B4-BE49-F238E27FC236}">
                    <a16:creationId xmlns:a16="http://schemas.microsoft.com/office/drawing/2014/main" id="{D48672D7-B50B-CB55-8E54-048FC3AA92F5}"/>
                  </a:ext>
                </a:extLst>
              </p:cNvPr>
              <p:cNvSpPr>
                <a:spLocks noChangeArrowheads="1"/>
              </p:cNvSpPr>
              <p:nvPr/>
            </p:nvSpPr>
            <p:spPr bwMode="auto">
              <a:xfrm>
                <a:off x="497" y="1699"/>
                <a:ext cx="5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71" name="Freeform 52">
                <a:extLst>
                  <a:ext uri="{FF2B5EF4-FFF2-40B4-BE49-F238E27FC236}">
                    <a16:creationId xmlns:a16="http://schemas.microsoft.com/office/drawing/2014/main" id="{5978B035-39A8-4A4D-3802-41035CAF1097}"/>
                  </a:ext>
                </a:extLst>
              </p:cNvPr>
              <p:cNvSpPr>
                <a:spLocks/>
              </p:cNvSpPr>
              <p:nvPr/>
            </p:nvSpPr>
            <p:spPr bwMode="auto">
              <a:xfrm>
                <a:off x="2043" y="1299"/>
                <a:ext cx="1738" cy="1476"/>
              </a:xfrm>
              <a:custGeom>
                <a:avLst/>
                <a:gdLst>
                  <a:gd name="T0" fmla="*/ 1683 w 1738"/>
                  <a:gd name="T1" fmla="*/ 0 h 1476"/>
                  <a:gd name="T2" fmla="*/ 1738 w 1738"/>
                  <a:gd name="T3" fmla="*/ 55 h 1476"/>
                  <a:gd name="T4" fmla="*/ 41 w 1738"/>
                  <a:gd name="T5" fmla="*/ 1476 h 1476"/>
                  <a:gd name="T6" fmla="*/ 0 w 1738"/>
                  <a:gd name="T7" fmla="*/ 1421 h 1476"/>
                  <a:gd name="T8" fmla="*/ 1683 w 1738"/>
                  <a:gd name="T9" fmla="*/ 0 h 1476"/>
                  <a:gd name="T10" fmla="*/ 0 60000 65536"/>
                  <a:gd name="T11" fmla="*/ 0 60000 65536"/>
                  <a:gd name="T12" fmla="*/ 0 60000 65536"/>
                  <a:gd name="T13" fmla="*/ 0 60000 65536"/>
                  <a:gd name="T14" fmla="*/ 0 60000 65536"/>
                  <a:gd name="T15" fmla="*/ 0 w 1738"/>
                  <a:gd name="T16" fmla="*/ 0 h 1476"/>
                  <a:gd name="T17" fmla="*/ 1738 w 1738"/>
                  <a:gd name="T18" fmla="*/ 1476 h 1476"/>
                </a:gdLst>
                <a:ahLst/>
                <a:cxnLst>
                  <a:cxn ang="T10">
                    <a:pos x="T0" y="T1"/>
                  </a:cxn>
                  <a:cxn ang="T11">
                    <a:pos x="T2" y="T3"/>
                  </a:cxn>
                  <a:cxn ang="T12">
                    <a:pos x="T4" y="T5"/>
                  </a:cxn>
                  <a:cxn ang="T13">
                    <a:pos x="T6" y="T7"/>
                  </a:cxn>
                  <a:cxn ang="T14">
                    <a:pos x="T8" y="T9"/>
                  </a:cxn>
                </a:cxnLst>
                <a:rect l="T15" t="T16" r="T17" b="T18"/>
                <a:pathLst>
                  <a:path w="1738" h="1476">
                    <a:moveTo>
                      <a:pt x="1683" y="0"/>
                    </a:moveTo>
                    <a:lnTo>
                      <a:pt x="1738" y="55"/>
                    </a:lnTo>
                    <a:lnTo>
                      <a:pt x="41" y="1476"/>
                    </a:lnTo>
                    <a:lnTo>
                      <a:pt x="0" y="1421"/>
                    </a:lnTo>
                    <a:lnTo>
                      <a:pt x="1683" y="0"/>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72" name="Freeform 53">
                <a:extLst>
                  <a:ext uri="{FF2B5EF4-FFF2-40B4-BE49-F238E27FC236}">
                    <a16:creationId xmlns:a16="http://schemas.microsoft.com/office/drawing/2014/main" id="{9AC439C4-DC0F-3818-83DD-2E5747B3FC1A}"/>
                  </a:ext>
                </a:extLst>
              </p:cNvPr>
              <p:cNvSpPr>
                <a:spLocks/>
              </p:cNvSpPr>
              <p:nvPr/>
            </p:nvSpPr>
            <p:spPr bwMode="auto">
              <a:xfrm>
                <a:off x="2608" y="2237"/>
                <a:ext cx="649" cy="759"/>
              </a:xfrm>
              <a:custGeom>
                <a:avLst/>
                <a:gdLst>
                  <a:gd name="T0" fmla="*/ 649 w 649"/>
                  <a:gd name="T1" fmla="*/ 717 h 759"/>
                  <a:gd name="T2" fmla="*/ 594 w 649"/>
                  <a:gd name="T3" fmla="*/ 759 h 759"/>
                  <a:gd name="T4" fmla="*/ 0 w 649"/>
                  <a:gd name="T5" fmla="*/ 41 h 759"/>
                  <a:gd name="T6" fmla="*/ 42 w 649"/>
                  <a:gd name="T7" fmla="*/ 0 h 759"/>
                  <a:gd name="T8" fmla="*/ 649 w 649"/>
                  <a:gd name="T9" fmla="*/ 717 h 759"/>
                  <a:gd name="T10" fmla="*/ 0 60000 65536"/>
                  <a:gd name="T11" fmla="*/ 0 60000 65536"/>
                  <a:gd name="T12" fmla="*/ 0 60000 65536"/>
                  <a:gd name="T13" fmla="*/ 0 60000 65536"/>
                  <a:gd name="T14" fmla="*/ 0 60000 65536"/>
                  <a:gd name="T15" fmla="*/ 0 w 649"/>
                  <a:gd name="T16" fmla="*/ 0 h 759"/>
                  <a:gd name="T17" fmla="*/ 649 w 649"/>
                  <a:gd name="T18" fmla="*/ 759 h 759"/>
                </a:gdLst>
                <a:ahLst/>
                <a:cxnLst>
                  <a:cxn ang="T10">
                    <a:pos x="T0" y="T1"/>
                  </a:cxn>
                  <a:cxn ang="T11">
                    <a:pos x="T2" y="T3"/>
                  </a:cxn>
                  <a:cxn ang="T12">
                    <a:pos x="T4" y="T5"/>
                  </a:cxn>
                  <a:cxn ang="T13">
                    <a:pos x="T6" y="T7"/>
                  </a:cxn>
                  <a:cxn ang="T14">
                    <a:pos x="T8" y="T9"/>
                  </a:cxn>
                </a:cxnLst>
                <a:rect l="T15" t="T16" r="T17" b="T18"/>
                <a:pathLst>
                  <a:path w="649" h="759">
                    <a:moveTo>
                      <a:pt x="649" y="717"/>
                    </a:moveTo>
                    <a:lnTo>
                      <a:pt x="594" y="759"/>
                    </a:lnTo>
                    <a:lnTo>
                      <a:pt x="0" y="41"/>
                    </a:lnTo>
                    <a:lnTo>
                      <a:pt x="42" y="0"/>
                    </a:lnTo>
                    <a:lnTo>
                      <a:pt x="649" y="717"/>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73" name="Freeform 54">
                <a:extLst>
                  <a:ext uri="{FF2B5EF4-FFF2-40B4-BE49-F238E27FC236}">
                    <a16:creationId xmlns:a16="http://schemas.microsoft.com/office/drawing/2014/main" id="{79FFC6DB-A19E-1A79-32AE-3ACE42CDADC9}"/>
                  </a:ext>
                </a:extLst>
              </p:cNvPr>
              <p:cNvSpPr>
                <a:spLocks/>
              </p:cNvSpPr>
              <p:nvPr/>
            </p:nvSpPr>
            <p:spPr bwMode="auto">
              <a:xfrm>
                <a:off x="3091" y="3051"/>
                <a:ext cx="704" cy="359"/>
              </a:xfrm>
              <a:custGeom>
                <a:avLst/>
                <a:gdLst>
                  <a:gd name="T0" fmla="*/ 704 w 704"/>
                  <a:gd name="T1" fmla="*/ 317 h 359"/>
                  <a:gd name="T2" fmla="*/ 690 w 704"/>
                  <a:gd name="T3" fmla="*/ 359 h 359"/>
                  <a:gd name="T4" fmla="*/ 0 w 704"/>
                  <a:gd name="T5" fmla="*/ 28 h 359"/>
                  <a:gd name="T6" fmla="*/ 14 w 704"/>
                  <a:gd name="T7" fmla="*/ 0 h 359"/>
                  <a:gd name="T8" fmla="*/ 704 w 704"/>
                  <a:gd name="T9" fmla="*/ 317 h 359"/>
                  <a:gd name="T10" fmla="*/ 0 60000 65536"/>
                  <a:gd name="T11" fmla="*/ 0 60000 65536"/>
                  <a:gd name="T12" fmla="*/ 0 60000 65536"/>
                  <a:gd name="T13" fmla="*/ 0 60000 65536"/>
                  <a:gd name="T14" fmla="*/ 0 60000 65536"/>
                  <a:gd name="T15" fmla="*/ 0 w 704"/>
                  <a:gd name="T16" fmla="*/ 0 h 359"/>
                  <a:gd name="T17" fmla="*/ 704 w 704"/>
                  <a:gd name="T18" fmla="*/ 359 h 359"/>
                </a:gdLst>
                <a:ahLst/>
                <a:cxnLst>
                  <a:cxn ang="T10">
                    <a:pos x="T0" y="T1"/>
                  </a:cxn>
                  <a:cxn ang="T11">
                    <a:pos x="T2" y="T3"/>
                  </a:cxn>
                  <a:cxn ang="T12">
                    <a:pos x="T4" y="T5"/>
                  </a:cxn>
                  <a:cxn ang="T13">
                    <a:pos x="T6" y="T7"/>
                  </a:cxn>
                  <a:cxn ang="T14">
                    <a:pos x="T8" y="T9"/>
                  </a:cxn>
                </a:cxnLst>
                <a:rect l="T15" t="T16" r="T17" b="T18"/>
                <a:pathLst>
                  <a:path w="704" h="359">
                    <a:moveTo>
                      <a:pt x="704" y="317"/>
                    </a:moveTo>
                    <a:lnTo>
                      <a:pt x="690" y="359"/>
                    </a:lnTo>
                    <a:lnTo>
                      <a:pt x="0" y="28"/>
                    </a:lnTo>
                    <a:lnTo>
                      <a:pt x="14" y="0"/>
                    </a:lnTo>
                    <a:lnTo>
                      <a:pt x="704" y="317"/>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74" name="Freeform 55">
                <a:extLst>
                  <a:ext uri="{FF2B5EF4-FFF2-40B4-BE49-F238E27FC236}">
                    <a16:creationId xmlns:a16="http://schemas.microsoft.com/office/drawing/2014/main" id="{434EC976-E59E-4C1A-FC6C-8FEC75F473BF}"/>
                  </a:ext>
                </a:extLst>
              </p:cNvPr>
              <p:cNvSpPr>
                <a:spLocks/>
              </p:cNvSpPr>
              <p:nvPr/>
            </p:nvSpPr>
            <p:spPr bwMode="auto">
              <a:xfrm>
                <a:off x="2553" y="1699"/>
                <a:ext cx="359" cy="359"/>
              </a:xfrm>
              <a:custGeom>
                <a:avLst/>
                <a:gdLst>
                  <a:gd name="T0" fmla="*/ 359 w 359"/>
                  <a:gd name="T1" fmla="*/ 331 h 359"/>
                  <a:gd name="T2" fmla="*/ 331 w 359"/>
                  <a:gd name="T3" fmla="*/ 359 h 359"/>
                  <a:gd name="T4" fmla="*/ 0 w 359"/>
                  <a:gd name="T5" fmla="*/ 14 h 359"/>
                  <a:gd name="T6" fmla="*/ 14 w 359"/>
                  <a:gd name="T7" fmla="*/ 0 h 359"/>
                  <a:gd name="T8" fmla="*/ 359 w 359"/>
                  <a:gd name="T9" fmla="*/ 331 h 359"/>
                  <a:gd name="T10" fmla="*/ 0 60000 65536"/>
                  <a:gd name="T11" fmla="*/ 0 60000 65536"/>
                  <a:gd name="T12" fmla="*/ 0 60000 65536"/>
                  <a:gd name="T13" fmla="*/ 0 60000 65536"/>
                  <a:gd name="T14" fmla="*/ 0 60000 65536"/>
                  <a:gd name="T15" fmla="*/ 0 w 359"/>
                  <a:gd name="T16" fmla="*/ 0 h 359"/>
                  <a:gd name="T17" fmla="*/ 359 w 359"/>
                  <a:gd name="T18" fmla="*/ 359 h 359"/>
                </a:gdLst>
                <a:ahLst/>
                <a:cxnLst>
                  <a:cxn ang="T10">
                    <a:pos x="T0" y="T1"/>
                  </a:cxn>
                  <a:cxn ang="T11">
                    <a:pos x="T2" y="T3"/>
                  </a:cxn>
                  <a:cxn ang="T12">
                    <a:pos x="T4" y="T5"/>
                  </a:cxn>
                  <a:cxn ang="T13">
                    <a:pos x="T6" y="T7"/>
                  </a:cxn>
                  <a:cxn ang="T14">
                    <a:pos x="T8" y="T9"/>
                  </a:cxn>
                </a:cxnLst>
                <a:rect l="T15" t="T16" r="T17" b="T18"/>
                <a:pathLst>
                  <a:path w="359" h="359">
                    <a:moveTo>
                      <a:pt x="359" y="331"/>
                    </a:moveTo>
                    <a:lnTo>
                      <a:pt x="331" y="359"/>
                    </a:lnTo>
                    <a:lnTo>
                      <a:pt x="0" y="14"/>
                    </a:lnTo>
                    <a:lnTo>
                      <a:pt x="14" y="0"/>
                    </a:lnTo>
                    <a:lnTo>
                      <a:pt x="359" y="331"/>
                    </a:lnTo>
                    <a:close/>
                  </a:path>
                </a:pathLst>
              </a:custGeom>
              <a:solidFill>
                <a:srgbClr val="FFDC99"/>
              </a:solidFill>
              <a:ln w="31750">
                <a:solidFill>
                  <a:srgbClr val="FFDC99"/>
                </a:solidFill>
                <a:prstDash val="solid"/>
                <a:round/>
                <a:headEnd/>
                <a:tailEnd/>
              </a:ln>
            </p:spPr>
            <p:txBody>
              <a:bodyPr/>
              <a:lstStyle/>
              <a:p>
                <a:endParaRPr lang="en-US" sz="1350"/>
              </a:p>
            </p:txBody>
          </p:sp>
          <p:sp>
            <p:nvSpPr>
              <p:cNvPr id="35175" name="Freeform 56">
                <a:extLst>
                  <a:ext uri="{FF2B5EF4-FFF2-40B4-BE49-F238E27FC236}">
                    <a16:creationId xmlns:a16="http://schemas.microsoft.com/office/drawing/2014/main" id="{87953688-CEC0-D5A0-13C3-718FACC5EF84}"/>
                  </a:ext>
                </a:extLst>
              </p:cNvPr>
              <p:cNvSpPr>
                <a:spLocks/>
              </p:cNvSpPr>
              <p:nvPr/>
            </p:nvSpPr>
            <p:spPr bwMode="auto">
              <a:xfrm>
                <a:off x="704" y="2016"/>
                <a:ext cx="42" cy="69"/>
              </a:xfrm>
              <a:custGeom>
                <a:avLst/>
                <a:gdLst>
                  <a:gd name="T0" fmla="*/ 0 w 42"/>
                  <a:gd name="T1" fmla="*/ 0 h 69"/>
                  <a:gd name="T2" fmla="*/ 42 w 42"/>
                  <a:gd name="T3" fmla="*/ 14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4"/>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76" name="AutoShape 57">
                <a:extLst>
                  <a:ext uri="{FF2B5EF4-FFF2-40B4-BE49-F238E27FC236}">
                    <a16:creationId xmlns:a16="http://schemas.microsoft.com/office/drawing/2014/main" id="{E322612A-31EE-AD7A-C226-7479E63B220F}"/>
                  </a:ext>
                </a:extLst>
              </p:cNvPr>
              <p:cNvSpPr>
                <a:spLocks noChangeArrowheads="1"/>
              </p:cNvSpPr>
              <p:nvPr/>
            </p:nvSpPr>
            <p:spPr bwMode="auto">
              <a:xfrm>
                <a:off x="594" y="1933"/>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77" name="AutoShape 58">
                <a:extLst>
                  <a:ext uri="{FF2B5EF4-FFF2-40B4-BE49-F238E27FC236}">
                    <a16:creationId xmlns:a16="http://schemas.microsoft.com/office/drawing/2014/main" id="{BE454C40-E4E7-8999-216D-F110A7F5D654}"/>
                  </a:ext>
                </a:extLst>
              </p:cNvPr>
              <p:cNvSpPr>
                <a:spLocks noChangeArrowheads="1"/>
              </p:cNvSpPr>
              <p:nvPr/>
            </p:nvSpPr>
            <p:spPr bwMode="auto">
              <a:xfrm>
                <a:off x="580" y="1920"/>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78" name="Rectangle 59">
                <a:extLst>
                  <a:ext uri="{FF2B5EF4-FFF2-40B4-BE49-F238E27FC236}">
                    <a16:creationId xmlns:a16="http://schemas.microsoft.com/office/drawing/2014/main" id="{9D958602-E1D7-9A9F-679A-294180431191}"/>
                  </a:ext>
                </a:extLst>
              </p:cNvPr>
              <p:cNvSpPr>
                <a:spLocks noChangeArrowheads="1"/>
              </p:cNvSpPr>
              <p:nvPr/>
            </p:nvSpPr>
            <p:spPr bwMode="auto">
              <a:xfrm>
                <a:off x="608" y="1947"/>
                <a:ext cx="8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79" name="Rectangle 60">
                <a:extLst>
                  <a:ext uri="{FF2B5EF4-FFF2-40B4-BE49-F238E27FC236}">
                    <a16:creationId xmlns:a16="http://schemas.microsoft.com/office/drawing/2014/main" id="{B1258694-1251-4DD6-F354-7BD5F76575DB}"/>
                  </a:ext>
                </a:extLst>
              </p:cNvPr>
              <p:cNvSpPr>
                <a:spLocks noChangeArrowheads="1"/>
              </p:cNvSpPr>
              <p:nvPr/>
            </p:nvSpPr>
            <p:spPr bwMode="auto">
              <a:xfrm>
                <a:off x="608" y="1947"/>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80" name="Freeform 61">
                <a:extLst>
                  <a:ext uri="{FF2B5EF4-FFF2-40B4-BE49-F238E27FC236}">
                    <a16:creationId xmlns:a16="http://schemas.microsoft.com/office/drawing/2014/main" id="{634795D0-E6EF-6178-B684-19F93660DB17}"/>
                  </a:ext>
                </a:extLst>
              </p:cNvPr>
              <p:cNvSpPr>
                <a:spLocks/>
              </p:cNvSpPr>
              <p:nvPr/>
            </p:nvSpPr>
            <p:spPr bwMode="auto">
              <a:xfrm>
                <a:off x="732" y="2071"/>
                <a:ext cx="28" cy="42"/>
              </a:xfrm>
              <a:custGeom>
                <a:avLst/>
                <a:gdLst>
                  <a:gd name="T0" fmla="*/ 14 w 28"/>
                  <a:gd name="T1" fmla="*/ 0 h 42"/>
                  <a:gd name="T2" fmla="*/ 14 w 28"/>
                  <a:gd name="T3" fmla="*/ 0 h 42"/>
                  <a:gd name="T4" fmla="*/ 28 w 28"/>
                  <a:gd name="T5" fmla="*/ 14 h 42"/>
                  <a:gd name="T6" fmla="*/ 28 w 28"/>
                  <a:gd name="T7" fmla="*/ 28 h 42"/>
                  <a:gd name="T8" fmla="*/ 14 w 28"/>
                  <a:gd name="T9" fmla="*/ 42 h 42"/>
                  <a:gd name="T10" fmla="*/ 14 w 28"/>
                  <a:gd name="T11" fmla="*/ 42 h 42"/>
                  <a:gd name="T12" fmla="*/ 0 w 28"/>
                  <a:gd name="T13" fmla="*/ 28 h 42"/>
                  <a:gd name="T14" fmla="*/ 0 w 28"/>
                  <a:gd name="T15" fmla="*/ 14 h 42"/>
                  <a:gd name="T16" fmla="*/ 0 w 28"/>
                  <a:gd name="T17" fmla="*/ 0 h 42"/>
                  <a:gd name="T18" fmla="*/ 14 w 28"/>
                  <a:gd name="T19" fmla="*/ 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2"/>
                  <a:gd name="T32" fmla="*/ 28 w 28"/>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2">
                    <a:moveTo>
                      <a:pt x="14" y="0"/>
                    </a:moveTo>
                    <a:lnTo>
                      <a:pt x="14" y="0"/>
                    </a:lnTo>
                    <a:lnTo>
                      <a:pt x="28" y="14"/>
                    </a:lnTo>
                    <a:lnTo>
                      <a:pt x="28" y="28"/>
                    </a:lnTo>
                    <a:lnTo>
                      <a:pt x="14" y="42"/>
                    </a:lnTo>
                    <a:lnTo>
                      <a:pt x="0" y="28"/>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1350"/>
              </a:p>
            </p:txBody>
          </p:sp>
          <p:pic>
            <p:nvPicPr>
              <p:cNvPr id="35181" name="Picture 62">
                <a:extLst>
                  <a:ext uri="{FF2B5EF4-FFF2-40B4-BE49-F238E27FC236}">
                    <a16:creationId xmlns:a16="http://schemas.microsoft.com/office/drawing/2014/main" id="{C098A493-F501-BD03-5363-5ACFB76BBF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 y="1961"/>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82" name="Line 63">
                <a:extLst>
                  <a:ext uri="{FF2B5EF4-FFF2-40B4-BE49-F238E27FC236}">
                    <a16:creationId xmlns:a16="http://schemas.microsoft.com/office/drawing/2014/main" id="{1C375A74-A42C-91C6-C01E-DFDAD6F87B96}"/>
                  </a:ext>
                </a:extLst>
              </p:cNvPr>
              <p:cNvSpPr>
                <a:spLocks noChangeShapeType="1"/>
              </p:cNvSpPr>
              <p:nvPr/>
            </p:nvSpPr>
            <p:spPr bwMode="auto">
              <a:xfrm>
                <a:off x="732" y="2085"/>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83" name="Line 64">
                <a:extLst>
                  <a:ext uri="{FF2B5EF4-FFF2-40B4-BE49-F238E27FC236}">
                    <a16:creationId xmlns:a16="http://schemas.microsoft.com/office/drawing/2014/main" id="{FED149D4-E11F-4039-374B-C7707C702F5A}"/>
                  </a:ext>
                </a:extLst>
              </p:cNvPr>
              <p:cNvSpPr>
                <a:spLocks noChangeShapeType="1"/>
              </p:cNvSpPr>
              <p:nvPr/>
            </p:nvSpPr>
            <p:spPr bwMode="auto">
              <a:xfrm>
                <a:off x="746" y="2085"/>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84" name="Line 65">
                <a:extLst>
                  <a:ext uri="{FF2B5EF4-FFF2-40B4-BE49-F238E27FC236}">
                    <a16:creationId xmlns:a16="http://schemas.microsoft.com/office/drawing/2014/main" id="{17EE2BF1-2D1A-4E93-6498-9C4E15752A96}"/>
                  </a:ext>
                </a:extLst>
              </p:cNvPr>
              <p:cNvSpPr>
                <a:spLocks noChangeShapeType="1"/>
              </p:cNvSpPr>
              <p:nvPr/>
            </p:nvSpPr>
            <p:spPr bwMode="auto">
              <a:xfrm>
                <a:off x="746" y="2085"/>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85" name="Rectangle 66">
                <a:extLst>
                  <a:ext uri="{FF2B5EF4-FFF2-40B4-BE49-F238E27FC236}">
                    <a16:creationId xmlns:a16="http://schemas.microsoft.com/office/drawing/2014/main" id="{AB6B34D4-D2FB-BD5F-A87E-40A5DA64BCF9}"/>
                  </a:ext>
                </a:extLst>
              </p:cNvPr>
              <p:cNvSpPr>
                <a:spLocks noChangeArrowheads="1"/>
              </p:cNvSpPr>
              <p:nvPr/>
            </p:nvSpPr>
            <p:spPr bwMode="auto">
              <a:xfrm>
                <a:off x="608" y="2016"/>
                <a:ext cx="96"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86" name="Freeform 67">
                <a:extLst>
                  <a:ext uri="{FF2B5EF4-FFF2-40B4-BE49-F238E27FC236}">
                    <a16:creationId xmlns:a16="http://schemas.microsoft.com/office/drawing/2014/main" id="{2E09337E-052E-7673-85C6-9F1A91B3A932}"/>
                  </a:ext>
                </a:extLst>
              </p:cNvPr>
              <p:cNvSpPr>
                <a:spLocks/>
              </p:cNvSpPr>
              <p:nvPr/>
            </p:nvSpPr>
            <p:spPr bwMode="auto">
              <a:xfrm>
                <a:off x="594" y="2030"/>
                <a:ext cx="124" cy="28"/>
              </a:xfrm>
              <a:custGeom>
                <a:avLst/>
                <a:gdLst>
                  <a:gd name="T0" fmla="*/ 14 w 124"/>
                  <a:gd name="T1" fmla="*/ 0 h 28"/>
                  <a:gd name="T2" fmla="*/ 0 w 124"/>
                  <a:gd name="T3" fmla="*/ 28 h 28"/>
                  <a:gd name="T4" fmla="*/ 124 w 124"/>
                  <a:gd name="T5" fmla="*/ 28 h 28"/>
                  <a:gd name="T6" fmla="*/ 110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10"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87" name="Line 68">
                <a:extLst>
                  <a:ext uri="{FF2B5EF4-FFF2-40B4-BE49-F238E27FC236}">
                    <a16:creationId xmlns:a16="http://schemas.microsoft.com/office/drawing/2014/main" id="{672B9BA3-B8A0-9292-D05D-6481E6CDD13D}"/>
                  </a:ext>
                </a:extLst>
              </p:cNvPr>
              <p:cNvSpPr>
                <a:spLocks noChangeShapeType="1"/>
              </p:cNvSpPr>
              <p:nvPr/>
            </p:nvSpPr>
            <p:spPr bwMode="auto">
              <a:xfrm>
                <a:off x="608" y="2044"/>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88" name="Line 69">
                <a:extLst>
                  <a:ext uri="{FF2B5EF4-FFF2-40B4-BE49-F238E27FC236}">
                    <a16:creationId xmlns:a16="http://schemas.microsoft.com/office/drawing/2014/main" id="{4AEC9D1B-9B49-54AB-EC1C-B7BE9DDD6822}"/>
                  </a:ext>
                </a:extLst>
              </p:cNvPr>
              <p:cNvSpPr>
                <a:spLocks noChangeShapeType="1"/>
              </p:cNvSpPr>
              <p:nvPr/>
            </p:nvSpPr>
            <p:spPr bwMode="auto">
              <a:xfrm>
                <a:off x="608" y="2030"/>
                <a:ext cx="9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89" name="Line 70">
                <a:extLst>
                  <a:ext uri="{FF2B5EF4-FFF2-40B4-BE49-F238E27FC236}">
                    <a16:creationId xmlns:a16="http://schemas.microsoft.com/office/drawing/2014/main" id="{5BD06423-FDF1-0B55-45A3-8252F408DF38}"/>
                  </a:ext>
                </a:extLst>
              </p:cNvPr>
              <p:cNvSpPr>
                <a:spLocks noChangeShapeType="1"/>
              </p:cNvSpPr>
              <p:nvPr/>
            </p:nvSpPr>
            <p:spPr bwMode="auto">
              <a:xfrm>
                <a:off x="608" y="2044"/>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90" name="Line 71">
                <a:extLst>
                  <a:ext uri="{FF2B5EF4-FFF2-40B4-BE49-F238E27FC236}">
                    <a16:creationId xmlns:a16="http://schemas.microsoft.com/office/drawing/2014/main" id="{7B836835-5ED0-E53F-DF5D-ED0665D1919A}"/>
                  </a:ext>
                </a:extLst>
              </p:cNvPr>
              <p:cNvSpPr>
                <a:spLocks noChangeShapeType="1"/>
              </p:cNvSpPr>
              <p:nvPr/>
            </p:nvSpPr>
            <p:spPr bwMode="auto">
              <a:xfrm>
                <a:off x="635" y="2044"/>
                <a:ext cx="5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91" name="Line 72">
                <a:extLst>
                  <a:ext uri="{FF2B5EF4-FFF2-40B4-BE49-F238E27FC236}">
                    <a16:creationId xmlns:a16="http://schemas.microsoft.com/office/drawing/2014/main" id="{0744ED40-04B2-2D95-C084-0D1FFEB52D54}"/>
                  </a:ext>
                </a:extLst>
              </p:cNvPr>
              <p:cNvSpPr>
                <a:spLocks noChangeShapeType="1"/>
              </p:cNvSpPr>
              <p:nvPr/>
            </p:nvSpPr>
            <p:spPr bwMode="auto">
              <a:xfrm>
                <a:off x="677" y="2044"/>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92" name="Line 73">
                <a:extLst>
                  <a:ext uri="{FF2B5EF4-FFF2-40B4-BE49-F238E27FC236}">
                    <a16:creationId xmlns:a16="http://schemas.microsoft.com/office/drawing/2014/main" id="{0D5D3DAC-5E4E-4F10-438E-B6EC797B1F2A}"/>
                  </a:ext>
                </a:extLst>
              </p:cNvPr>
              <p:cNvSpPr>
                <a:spLocks noChangeShapeType="1"/>
              </p:cNvSpPr>
              <p:nvPr/>
            </p:nvSpPr>
            <p:spPr bwMode="auto">
              <a:xfrm>
                <a:off x="691" y="2044"/>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93" name="Rectangle 74">
                <a:extLst>
                  <a:ext uri="{FF2B5EF4-FFF2-40B4-BE49-F238E27FC236}">
                    <a16:creationId xmlns:a16="http://schemas.microsoft.com/office/drawing/2014/main" id="{995A9710-6665-5AE8-15F6-0FF73100F4EE}"/>
                  </a:ext>
                </a:extLst>
              </p:cNvPr>
              <p:cNvSpPr>
                <a:spLocks noChangeArrowheads="1"/>
              </p:cNvSpPr>
              <p:nvPr/>
            </p:nvSpPr>
            <p:spPr bwMode="auto">
              <a:xfrm>
                <a:off x="649" y="1933"/>
                <a:ext cx="28"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94" name="Rectangle 75">
                <a:extLst>
                  <a:ext uri="{FF2B5EF4-FFF2-40B4-BE49-F238E27FC236}">
                    <a16:creationId xmlns:a16="http://schemas.microsoft.com/office/drawing/2014/main" id="{7CAE28C8-47CB-3B52-5D26-A6ACCEB0E41F}"/>
                  </a:ext>
                </a:extLst>
              </p:cNvPr>
              <p:cNvSpPr>
                <a:spLocks noChangeArrowheads="1"/>
              </p:cNvSpPr>
              <p:nvPr/>
            </p:nvSpPr>
            <p:spPr bwMode="auto">
              <a:xfrm>
                <a:off x="649" y="1933"/>
                <a:ext cx="42" cy="56"/>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95" name="Freeform 76">
                <a:extLst>
                  <a:ext uri="{FF2B5EF4-FFF2-40B4-BE49-F238E27FC236}">
                    <a16:creationId xmlns:a16="http://schemas.microsoft.com/office/drawing/2014/main" id="{1513778D-FD17-E6BF-5E28-F482E8A229BF}"/>
                  </a:ext>
                </a:extLst>
              </p:cNvPr>
              <p:cNvSpPr>
                <a:spLocks/>
              </p:cNvSpPr>
              <p:nvPr/>
            </p:nvSpPr>
            <p:spPr bwMode="auto">
              <a:xfrm>
                <a:off x="1256" y="1989"/>
                <a:ext cx="42" cy="69"/>
              </a:xfrm>
              <a:custGeom>
                <a:avLst/>
                <a:gdLst>
                  <a:gd name="T0" fmla="*/ 0 w 42"/>
                  <a:gd name="T1" fmla="*/ 0 h 69"/>
                  <a:gd name="T2" fmla="*/ 42 w 42"/>
                  <a:gd name="T3" fmla="*/ 13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3"/>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96" name="AutoShape 77">
                <a:extLst>
                  <a:ext uri="{FF2B5EF4-FFF2-40B4-BE49-F238E27FC236}">
                    <a16:creationId xmlns:a16="http://schemas.microsoft.com/office/drawing/2014/main" id="{A443AE31-4095-9561-EE70-BF1377237C14}"/>
                  </a:ext>
                </a:extLst>
              </p:cNvPr>
              <p:cNvSpPr>
                <a:spLocks noChangeArrowheads="1"/>
              </p:cNvSpPr>
              <p:nvPr/>
            </p:nvSpPr>
            <p:spPr bwMode="auto">
              <a:xfrm>
                <a:off x="1146" y="1906"/>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97" name="AutoShape 78">
                <a:extLst>
                  <a:ext uri="{FF2B5EF4-FFF2-40B4-BE49-F238E27FC236}">
                    <a16:creationId xmlns:a16="http://schemas.microsoft.com/office/drawing/2014/main" id="{F47EFF84-AF47-25F2-29C8-E2C72A8DAC21}"/>
                  </a:ext>
                </a:extLst>
              </p:cNvPr>
              <p:cNvSpPr>
                <a:spLocks noChangeArrowheads="1"/>
              </p:cNvSpPr>
              <p:nvPr/>
            </p:nvSpPr>
            <p:spPr bwMode="auto">
              <a:xfrm>
                <a:off x="1132" y="1892"/>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98" name="Rectangle 79">
                <a:extLst>
                  <a:ext uri="{FF2B5EF4-FFF2-40B4-BE49-F238E27FC236}">
                    <a16:creationId xmlns:a16="http://schemas.microsoft.com/office/drawing/2014/main" id="{561BEC76-08CB-B927-ADE5-6E809B1882B7}"/>
                  </a:ext>
                </a:extLst>
              </p:cNvPr>
              <p:cNvSpPr>
                <a:spLocks noChangeArrowheads="1"/>
              </p:cNvSpPr>
              <p:nvPr/>
            </p:nvSpPr>
            <p:spPr bwMode="auto">
              <a:xfrm>
                <a:off x="1160" y="1920"/>
                <a:ext cx="8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99" name="Rectangle 80">
                <a:extLst>
                  <a:ext uri="{FF2B5EF4-FFF2-40B4-BE49-F238E27FC236}">
                    <a16:creationId xmlns:a16="http://schemas.microsoft.com/office/drawing/2014/main" id="{A5BAD54B-BED2-0D69-0A85-D2C9DB330EB1}"/>
                  </a:ext>
                </a:extLst>
              </p:cNvPr>
              <p:cNvSpPr>
                <a:spLocks noChangeArrowheads="1"/>
              </p:cNvSpPr>
              <p:nvPr/>
            </p:nvSpPr>
            <p:spPr bwMode="auto">
              <a:xfrm>
                <a:off x="1160" y="1920"/>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00" name="Freeform 81">
                <a:extLst>
                  <a:ext uri="{FF2B5EF4-FFF2-40B4-BE49-F238E27FC236}">
                    <a16:creationId xmlns:a16="http://schemas.microsoft.com/office/drawing/2014/main" id="{90372747-4F83-A75C-C5C1-CA7299FCBED1}"/>
                  </a:ext>
                </a:extLst>
              </p:cNvPr>
              <p:cNvSpPr>
                <a:spLocks/>
              </p:cNvSpPr>
              <p:nvPr/>
            </p:nvSpPr>
            <p:spPr bwMode="auto">
              <a:xfrm>
                <a:off x="1284" y="2044"/>
                <a:ext cx="27" cy="41"/>
              </a:xfrm>
              <a:custGeom>
                <a:avLst/>
                <a:gdLst>
                  <a:gd name="T0" fmla="*/ 14 w 27"/>
                  <a:gd name="T1" fmla="*/ 0 h 41"/>
                  <a:gd name="T2" fmla="*/ 14 w 27"/>
                  <a:gd name="T3" fmla="*/ 0 h 41"/>
                  <a:gd name="T4" fmla="*/ 27 w 27"/>
                  <a:gd name="T5" fmla="*/ 14 h 41"/>
                  <a:gd name="T6" fmla="*/ 27 w 27"/>
                  <a:gd name="T7" fmla="*/ 27 h 41"/>
                  <a:gd name="T8" fmla="*/ 14 w 27"/>
                  <a:gd name="T9" fmla="*/ 41 h 41"/>
                  <a:gd name="T10" fmla="*/ 14 w 27"/>
                  <a:gd name="T11" fmla="*/ 41 h 41"/>
                  <a:gd name="T12" fmla="*/ 0 w 27"/>
                  <a:gd name="T13" fmla="*/ 27 h 41"/>
                  <a:gd name="T14" fmla="*/ 0 w 27"/>
                  <a:gd name="T15" fmla="*/ 14 h 41"/>
                  <a:gd name="T16" fmla="*/ 0 w 27"/>
                  <a:gd name="T17" fmla="*/ 0 h 41"/>
                  <a:gd name="T18" fmla="*/ 14 w 27"/>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41"/>
                  <a:gd name="T32" fmla="*/ 27 w 27"/>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41">
                    <a:moveTo>
                      <a:pt x="14" y="0"/>
                    </a:moveTo>
                    <a:lnTo>
                      <a:pt x="14" y="0"/>
                    </a:lnTo>
                    <a:lnTo>
                      <a:pt x="27" y="14"/>
                    </a:lnTo>
                    <a:lnTo>
                      <a:pt x="27" y="27"/>
                    </a:lnTo>
                    <a:lnTo>
                      <a:pt x="14" y="41"/>
                    </a:lnTo>
                    <a:lnTo>
                      <a:pt x="0" y="27"/>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1350"/>
              </a:p>
            </p:txBody>
          </p:sp>
          <p:pic>
            <p:nvPicPr>
              <p:cNvPr id="35201" name="Picture 82">
                <a:extLst>
                  <a:ext uri="{FF2B5EF4-FFF2-40B4-BE49-F238E27FC236}">
                    <a16:creationId xmlns:a16="http://schemas.microsoft.com/office/drawing/2014/main" id="{58C263BB-763B-DF9D-B155-2271ACA4E1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3" y="1933"/>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202" name="Line 83">
                <a:extLst>
                  <a:ext uri="{FF2B5EF4-FFF2-40B4-BE49-F238E27FC236}">
                    <a16:creationId xmlns:a16="http://schemas.microsoft.com/office/drawing/2014/main" id="{46E2627F-CA89-D78E-0FC3-2D8C65A95EC4}"/>
                  </a:ext>
                </a:extLst>
              </p:cNvPr>
              <p:cNvSpPr>
                <a:spLocks noChangeShapeType="1"/>
              </p:cNvSpPr>
              <p:nvPr/>
            </p:nvSpPr>
            <p:spPr bwMode="auto">
              <a:xfrm>
                <a:off x="1284" y="2058"/>
                <a:ext cx="1" cy="13"/>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03" name="Line 84">
                <a:extLst>
                  <a:ext uri="{FF2B5EF4-FFF2-40B4-BE49-F238E27FC236}">
                    <a16:creationId xmlns:a16="http://schemas.microsoft.com/office/drawing/2014/main" id="{B4264A37-691A-6C48-D6B5-E6FF4E79C422}"/>
                  </a:ext>
                </a:extLst>
              </p:cNvPr>
              <p:cNvSpPr>
                <a:spLocks noChangeShapeType="1"/>
              </p:cNvSpPr>
              <p:nvPr/>
            </p:nvSpPr>
            <p:spPr bwMode="auto">
              <a:xfrm>
                <a:off x="1298" y="2058"/>
                <a:ext cx="1" cy="13"/>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04" name="Line 85">
                <a:extLst>
                  <a:ext uri="{FF2B5EF4-FFF2-40B4-BE49-F238E27FC236}">
                    <a16:creationId xmlns:a16="http://schemas.microsoft.com/office/drawing/2014/main" id="{BD3BE721-E553-39E0-11A2-B6DE894A1038}"/>
                  </a:ext>
                </a:extLst>
              </p:cNvPr>
              <p:cNvSpPr>
                <a:spLocks noChangeShapeType="1"/>
              </p:cNvSpPr>
              <p:nvPr/>
            </p:nvSpPr>
            <p:spPr bwMode="auto">
              <a:xfrm>
                <a:off x="1298" y="2058"/>
                <a:ext cx="1" cy="13"/>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05" name="Rectangle 86">
                <a:extLst>
                  <a:ext uri="{FF2B5EF4-FFF2-40B4-BE49-F238E27FC236}">
                    <a16:creationId xmlns:a16="http://schemas.microsoft.com/office/drawing/2014/main" id="{46D3E58A-5E37-0E8D-F977-8E7D69A31CDD}"/>
                  </a:ext>
                </a:extLst>
              </p:cNvPr>
              <p:cNvSpPr>
                <a:spLocks noChangeArrowheads="1"/>
              </p:cNvSpPr>
              <p:nvPr/>
            </p:nvSpPr>
            <p:spPr bwMode="auto">
              <a:xfrm>
                <a:off x="1160" y="1989"/>
                <a:ext cx="96" cy="13"/>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06" name="Freeform 87">
                <a:extLst>
                  <a:ext uri="{FF2B5EF4-FFF2-40B4-BE49-F238E27FC236}">
                    <a16:creationId xmlns:a16="http://schemas.microsoft.com/office/drawing/2014/main" id="{81EFD93A-D270-40D8-714F-BE9605D4F215}"/>
                  </a:ext>
                </a:extLst>
              </p:cNvPr>
              <p:cNvSpPr>
                <a:spLocks/>
              </p:cNvSpPr>
              <p:nvPr/>
            </p:nvSpPr>
            <p:spPr bwMode="auto">
              <a:xfrm>
                <a:off x="1146" y="2002"/>
                <a:ext cx="124" cy="28"/>
              </a:xfrm>
              <a:custGeom>
                <a:avLst/>
                <a:gdLst>
                  <a:gd name="T0" fmla="*/ 14 w 124"/>
                  <a:gd name="T1" fmla="*/ 0 h 28"/>
                  <a:gd name="T2" fmla="*/ 0 w 124"/>
                  <a:gd name="T3" fmla="*/ 28 h 28"/>
                  <a:gd name="T4" fmla="*/ 124 w 124"/>
                  <a:gd name="T5" fmla="*/ 28 h 28"/>
                  <a:gd name="T6" fmla="*/ 110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10"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07" name="Line 88">
                <a:extLst>
                  <a:ext uri="{FF2B5EF4-FFF2-40B4-BE49-F238E27FC236}">
                    <a16:creationId xmlns:a16="http://schemas.microsoft.com/office/drawing/2014/main" id="{90FACF55-041E-4A95-9985-DEBB5885F3DF}"/>
                  </a:ext>
                </a:extLst>
              </p:cNvPr>
              <p:cNvSpPr>
                <a:spLocks noChangeShapeType="1"/>
              </p:cNvSpPr>
              <p:nvPr/>
            </p:nvSpPr>
            <p:spPr bwMode="auto">
              <a:xfrm>
                <a:off x="1160" y="2016"/>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08" name="Line 89">
                <a:extLst>
                  <a:ext uri="{FF2B5EF4-FFF2-40B4-BE49-F238E27FC236}">
                    <a16:creationId xmlns:a16="http://schemas.microsoft.com/office/drawing/2014/main" id="{E8C956F7-4083-6642-4479-0EEFDEC187F1}"/>
                  </a:ext>
                </a:extLst>
              </p:cNvPr>
              <p:cNvSpPr>
                <a:spLocks noChangeShapeType="1"/>
              </p:cNvSpPr>
              <p:nvPr/>
            </p:nvSpPr>
            <p:spPr bwMode="auto">
              <a:xfrm>
                <a:off x="1160" y="2002"/>
                <a:ext cx="9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09" name="Line 90">
                <a:extLst>
                  <a:ext uri="{FF2B5EF4-FFF2-40B4-BE49-F238E27FC236}">
                    <a16:creationId xmlns:a16="http://schemas.microsoft.com/office/drawing/2014/main" id="{68F404E8-BCCC-EB26-BE31-3C06BC899585}"/>
                  </a:ext>
                </a:extLst>
              </p:cNvPr>
              <p:cNvSpPr>
                <a:spLocks noChangeShapeType="1"/>
              </p:cNvSpPr>
              <p:nvPr/>
            </p:nvSpPr>
            <p:spPr bwMode="auto">
              <a:xfrm>
                <a:off x="1160" y="201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10" name="Line 91">
                <a:extLst>
                  <a:ext uri="{FF2B5EF4-FFF2-40B4-BE49-F238E27FC236}">
                    <a16:creationId xmlns:a16="http://schemas.microsoft.com/office/drawing/2014/main" id="{A2D27848-A944-6027-30F0-253CFA3B2FA2}"/>
                  </a:ext>
                </a:extLst>
              </p:cNvPr>
              <p:cNvSpPr>
                <a:spLocks noChangeShapeType="1"/>
              </p:cNvSpPr>
              <p:nvPr/>
            </p:nvSpPr>
            <p:spPr bwMode="auto">
              <a:xfrm>
                <a:off x="1187" y="201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11" name="Line 92">
                <a:extLst>
                  <a:ext uri="{FF2B5EF4-FFF2-40B4-BE49-F238E27FC236}">
                    <a16:creationId xmlns:a16="http://schemas.microsoft.com/office/drawing/2014/main" id="{94D7C2AB-9035-6BBF-C147-C6EBB4DB209F}"/>
                  </a:ext>
                </a:extLst>
              </p:cNvPr>
              <p:cNvSpPr>
                <a:spLocks noChangeShapeType="1"/>
              </p:cNvSpPr>
              <p:nvPr/>
            </p:nvSpPr>
            <p:spPr bwMode="auto">
              <a:xfrm>
                <a:off x="1229" y="2016"/>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12" name="Line 93">
                <a:extLst>
                  <a:ext uri="{FF2B5EF4-FFF2-40B4-BE49-F238E27FC236}">
                    <a16:creationId xmlns:a16="http://schemas.microsoft.com/office/drawing/2014/main" id="{2319150F-0F91-E8ED-4A55-D7EF9DDC51F0}"/>
                  </a:ext>
                </a:extLst>
              </p:cNvPr>
              <p:cNvSpPr>
                <a:spLocks noChangeShapeType="1"/>
              </p:cNvSpPr>
              <p:nvPr/>
            </p:nvSpPr>
            <p:spPr bwMode="auto">
              <a:xfrm>
                <a:off x="1242" y="2016"/>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13" name="Rectangle 94">
                <a:extLst>
                  <a:ext uri="{FF2B5EF4-FFF2-40B4-BE49-F238E27FC236}">
                    <a16:creationId xmlns:a16="http://schemas.microsoft.com/office/drawing/2014/main" id="{9703F97E-79AE-81E7-EA5B-14486573D535}"/>
                  </a:ext>
                </a:extLst>
              </p:cNvPr>
              <p:cNvSpPr>
                <a:spLocks noChangeArrowheads="1"/>
              </p:cNvSpPr>
              <p:nvPr/>
            </p:nvSpPr>
            <p:spPr bwMode="auto">
              <a:xfrm>
                <a:off x="1201" y="1906"/>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14" name="Rectangle 95">
                <a:extLst>
                  <a:ext uri="{FF2B5EF4-FFF2-40B4-BE49-F238E27FC236}">
                    <a16:creationId xmlns:a16="http://schemas.microsoft.com/office/drawing/2014/main" id="{DBFB8658-22C9-7FFA-3AB1-3F4514E237E2}"/>
                  </a:ext>
                </a:extLst>
              </p:cNvPr>
              <p:cNvSpPr>
                <a:spLocks noChangeArrowheads="1"/>
              </p:cNvSpPr>
              <p:nvPr/>
            </p:nvSpPr>
            <p:spPr bwMode="auto">
              <a:xfrm>
                <a:off x="1201" y="1906"/>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15" name="Freeform 96">
                <a:extLst>
                  <a:ext uri="{FF2B5EF4-FFF2-40B4-BE49-F238E27FC236}">
                    <a16:creationId xmlns:a16="http://schemas.microsoft.com/office/drawing/2014/main" id="{0C8F2CC0-DF65-D9C9-C0ED-56BB8947FB88}"/>
                  </a:ext>
                </a:extLst>
              </p:cNvPr>
              <p:cNvSpPr>
                <a:spLocks/>
              </p:cNvSpPr>
              <p:nvPr/>
            </p:nvSpPr>
            <p:spPr bwMode="auto">
              <a:xfrm>
                <a:off x="980" y="2071"/>
                <a:ext cx="56" cy="69"/>
              </a:xfrm>
              <a:custGeom>
                <a:avLst/>
                <a:gdLst>
                  <a:gd name="T0" fmla="*/ 0 w 56"/>
                  <a:gd name="T1" fmla="*/ 0 h 69"/>
                  <a:gd name="T2" fmla="*/ 42 w 56"/>
                  <a:gd name="T3" fmla="*/ 14 h 69"/>
                  <a:gd name="T4" fmla="*/ 56 w 56"/>
                  <a:gd name="T5" fmla="*/ 69 h 69"/>
                  <a:gd name="T6" fmla="*/ 0 60000 65536"/>
                  <a:gd name="T7" fmla="*/ 0 60000 65536"/>
                  <a:gd name="T8" fmla="*/ 0 60000 65536"/>
                  <a:gd name="T9" fmla="*/ 0 w 56"/>
                  <a:gd name="T10" fmla="*/ 0 h 69"/>
                  <a:gd name="T11" fmla="*/ 56 w 56"/>
                  <a:gd name="T12" fmla="*/ 69 h 69"/>
                </a:gdLst>
                <a:ahLst/>
                <a:cxnLst>
                  <a:cxn ang="T6">
                    <a:pos x="T0" y="T1"/>
                  </a:cxn>
                  <a:cxn ang="T7">
                    <a:pos x="T2" y="T3"/>
                  </a:cxn>
                  <a:cxn ang="T8">
                    <a:pos x="T4" y="T5"/>
                  </a:cxn>
                </a:cxnLst>
                <a:rect l="T9" t="T10" r="T11" b="T12"/>
                <a:pathLst>
                  <a:path w="56" h="69">
                    <a:moveTo>
                      <a:pt x="0" y="0"/>
                    </a:moveTo>
                    <a:lnTo>
                      <a:pt x="42" y="14"/>
                    </a:lnTo>
                    <a:lnTo>
                      <a:pt x="56"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16" name="AutoShape 97">
                <a:extLst>
                  <a:ext uri="{FF2B5EF4-FFF2-40B4-BE49-F238E27FC236}">
                    <a16:creationId xmlns:a16="http://schemas.microsoft.com/office/drawing/2014/main" id="{B4960D67-E70F-0917-2276-F9B879378A2A}"/>
                  </a:ext>
                </a:extLst>
              </p:cNvPr>
              <p:cNvSpPr>
                <a:spLocks noChangeArrowheads="1"/>
              </p:cNvSpPr>
              <p:nvPr/>
            </p:nvSpPr>
            <p:spPr bwMode="auto">
              <a:xfrm>
                <a:off x="884" y="1989"/>
                <a:ext cx="110" cy="82"/>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17" name="AutoShape 98">
                <a:extLst>
                  <a:ext uri="{FF2B5EF4-FFF2-40B4-BE49-F238E27FC236}">
                    <a16:creationId xmlns:a16="http://schemas.microsoft.com/office/drawing/2014/main" id="{F6AA883E-7B29-4CBD-DAA0-128BE6C94F7D}"/>
                  </a:ext>
                </a:extLst>
              </p:cNvPr>
              <p:cNvSpPr>
                <a:spLocks noChangeArrowheads="1"/>
              </p:cNvSpPr>
              <p:nvPr/>
            </p:nvSpPr>
            <p:spPr bwMode="auto">
              <a:xfrm>
                <a:off x="870" y="1975"/>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18" name="Rectangle 99">
                <a:extLst>
                  <a:ext uri="{FF2B5EF4-FFF2-40B4-BE49-F238E27FC236}">
                    <a16:creationId xmlns:a16="http://schemas.microsoft.com/office/drawing/2014/main" id="{4B775F3A-0FCB-D3EE-9C62-8760D7BD4953}"/>
                  </a:ext>
                </a:extLst>
              </p:cNvPr>
              <p:cNvSpPr>
                <a:spLocks noChangeArrowheads="1"/>
              </p:cNvSpPr>
              <p:nvPr/>
            </p:nvSpPr>
            <p:spPr bwMode="auto">
              <a:xfrm>
                <a:off x="898" y="2002"/>
                <a:ext cx="82"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19" name="Rectangle 100">
                <a:extLst>
                  <a:ext uri="{FF2B5EF4-FFF2-40B4-BE49-F238E27FC236}">
                    <a16:creationId xmlns:a16="http://schemas.microsoft.com/office/drawing/2014/main" id="{312E6875-978D-58BC-8EEE-A6CF0AA24DAB}"/>
                  </a:ext>
                </a:extLst>
              </p:cNvPr>
              <p:cNvSpPr>
                <a:spLocks noChangeArrowheads="1"/>
              </p:cNvSpPr>
              <p:nvPr/>
            </p:nvSpPr>
            <p:spPr bwMode="auto">
              <a:xfrm>
                <a:off x="898" y="2002"/>
                <a:ext cx="96" cy="56"/>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20" name="Freeform 101">
                <a:extLst>
                  <a:ext uri="{FF2B5EF4-FFF2-40B4-BE49-F238E27FC236}">
                    <a16:creationId xmlns:a16="http://schemas.microsoft.com/office/drawing/2014/main" id="{27782037-D65A-3682-192A-6D1101EE335B}"/>
                  </a:ext>
                </a:extLst>
              </p:cNvPr>
              <p:cNvSpPr>
                <a:spLocks/>
              </p:cNvSpPr>
              <p:nvPr/>
            </p:nvSpPr>
            <p:spPr bwMode="auto">
              <a:xfrm>
                <a:off x="1022" y="2127"/>
                <a:ext cx="14" cy="41"/>
              </a:xfrm>
              <a:custGeom>
                <a:avLst/>
                <a:gdLst>
                  <a:gd name="T0" fmla="*/ 0 w 14"/>
                  <a:gd name="T1" fmla="*/ 0 h 41"/>
                  <a:gd name="T2" fmla="*/ 14 w 14"/>
                  <a:gd name="T3" fmla="*/ 0 h 41"/>
                  <a:gd name="T4" fmla="*/ 14 w 14"/>
                  <a:gd name="T5" fmla="*/ 13 h 41"/>
                  <a:gd name="T6" fmla="*/ 14 w 14"/>
                  <a:gd name="T7" fmla="*/ 27 h 41"/>
                  <a:gd name="T8" fmla="*/ 14 w 14"/>
                  <a:gd name="T9" fmla="*/ 41 h 41"/>
                  <a:gd name="T10" fmla="*/ 0 w 14"/>
                  <a:gd name="T11" fmla="*/ 41 h 41"/>
                  <a:gd name="T12" fmla="*/ 0 w 14"/>
                  <a:gd name="T13" fmla="*/ 27 h 41"/>
                  <a:gd name="T14" fmla="*/ 0 w 14"/>
                  <a:gd name="T15" fmla="*/ 13 h 41"/>
                  <a:gd name="T16" fmla="*/ 0 w 14"/>
                  <a:gd name="T17" fmla="*/ 0 h 41"/>
                  <a:gd name="T18" fmla="*/ 0 w 14"/>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41"/>
                  <a:gd name="T32" fmla="*/ 14 w 14"/>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41">
                    <a:moveTo>
                      <a:pt x="0" y="0"/>
                    </a:moveTo>
                    <a:lnTo>
                      <a:pt x="14" y="0"/>
                    </a:lnTo>
                    <a:lnTo>
                      <a:pt x="14" y="13"/>
                    </a:lnTo>
                    <a:lnTo>
                      <a:pt x="14" y="27"/>
                    </a:lnTo>
                    <a:lnTo>
                      <a:pt x="14" y="41"/>
                    </a:lnTo>
                    <a:lnTo>
                      <a:pt x="0" y="41"/>
                    </a:lnTo>
                    <a:lnTo>
                      <a:pt x="0" y="27"/>
                    </a:lnTo>
                    <a:lnTo>
                      <a:pt x="0" y="13"/>
                    </a:lnTo>
                    <a:lnTo>
                      <a:pt x="0" y="0"/>
                    </a:lnTo>
                    <a:close/>
                  </a:path>
                </a:pathLst>
              </a:custGeom>
              <a:solidFill>
                <a:srgbClr val="999999"/>
              </a:solidFill>
              <a:ln w="31750">
                <a:solidFill>
                  <a:srgbClr val="999999"/>
                </a:solidFill>
                <a:prstDash val="solid"/>
                <a:round/>
                <a:headEnd/>
                <a:tailEnd/>
              </a:ln>
            </p:spPr>
            <p:txBody>
              <a:bodyPr/>
              <a:lstStyle/>
              <a:p>
                <a:endParaRPr lang="en-US" sz="1350"/>
              </a:p>
            </p:txBody>
          </p:sp>
          <p:pic>
            <p:nvPicPr>
              <p:cNvPr id="35221" name="Picture 102">
                <a:extLst>
                  <a:ext uri="{FF2B5EF4-FFF2-40B4-BE49-F238E27FC236}">
                    <a16:creationId xmlns:a16="http://schemas.microsoft.com/office/drawing/2014/main" id="{9CE9FDCE-2E21-5076-0AD4-24F7031634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1" y="2016"/>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222" name="Line 103">
                <a:extLst>
                  <a:ext uri="{FF2B5EF4-FFF2-40B4-BE49-F238E27FC236}">
                    <a16:creationId xmlns:a16="http://schemas.microsoft.com/office/drawing/2014/main" id="{B8C3486E-B353-D22E-7008-E6B663B564EF}"/>
                  </a:ext>
                </a:extLst>
              </p:cNvPr>
              <p:cNvSpPr>
                <a:spLocks noChangeShapeType="1"/>
              </p:cNvSpPr>
              <p:nvPr/>
            </p:nvSpPr>
            <p:spPr bwMode="auto">
              <a:xfrm>
                <a:off x="1022" y="2140"/>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23" name="Line 104">
                <a:extLst>
                  <a:ext uri="{FF2B5EF4-FFF2-40B4-BE49-F238E27FC236}">
                    <a16:creationId xmlns:a16="http://schemas.microsoft.com/office/drawing/2014/main" id="{2A2F87F2-E329-B6CD-80B6-1C8A6CBCF1D0}"/>
                  </a:ext>
                </a:extLst>
              </p:cNvPr>
              <p:cNvSpPr>
                <a:spLocks noChangeShapeType="1"/>
              </p:cNvSpPr>
              <p:nvPr/>
            </p:nvSpPr>
            <p:spPr bwMode="auto">
              <a:xfrm>
                <a:off x="1022" y="2140"/>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24" name="Line 105">
                <a:extLst>
                  <a:ext uri="{FF2B5EF4-FFF2-40B4-BE49-F238E27FC236}">
                    <a16:creationId xmlns:a16="http://schemas.microsoft.com/office/drawing/2014/main" id="{3D771B8F-D1B6-F033-BDFF-157E0CC78EA2}"/>
                  </a:ext>
                </a:extLst>
              </p:cNvPr>
              <p:cNvSpPr>
                <a:spLocks noChangeShapeType="1"/>
              </p:cNvSpPr>
              <p:nvPr/>
            </p:nvSpPr>
            <p:spPr bwMode="auto">
              <a:xfrm>
                <a:off x="1036" y="2140"/>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25" name="Rectangle 106">
                <a:extLst>
                  <a:ext uri="{FF2B5EF4-FFF2-40B4-BE49-F238E27FC236}">
                    <a16:creationId xmlns:a16="http://schemas.microsoft.com/office/drawing/2014/main" id="{C5608C9A-C6CC-621B-4D9A-1C3E9E211492}"/>
                  </a:ext>
                </a:extLst>
              </p:cNvPr>
              <p:cNvSpPr>
                <a:spLocks noChangeArrowheads="1"/>
              </p:cNvSpPr>
              <p:nvPr/>
            </p:nvSpPr>
            <p:spPr bwMode="auto">
              <a:xfrm>
                <a:off x="884" y="2071"/>
                <a:ext cx="110"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26" name="Freeform 107">
                <a:extLst>
                  <a:ext uri="{FF2B5EF4-FFF2-40B4-BE49-F238E27FC236}">
                    <a16:creationId xmlns:a16="http://schemas.microsoft.com/office/drawing/2014/main" id="{A4525A35-11AC-41B1-F98D-E50E77E91042}"/>
                  </a:ext>
                </a:extLst>
              </p:cNvPr>
              <p:cNvSpPr>
                <a:spLocks/>
              </p:cNvSpPr>
              <p:nvPr/>
            </p:nvSpPr>
            <p:spPr bwMode="auto">
              <a:xfrm>
                <a:off x="870" y="2085"/>
                <a:ext cx="138" cy="28"/>
              </a:xfrm>
              <a:custGeom>
                <a:avLst/>
                <a:gdLst>
                  <a:gd name="T0" fmla="*/ 14 w 138"/>
                  <a:gd name="T1" fmla="*/ 0 h 28"/>
                  <a:gd name="T2" fmla="*/ 0 w 138"/>
                  <a:gd name="T3" fmla="*/ 28 h 28"/>
                  <a:gd name="T4" fmla="*/ 138 w 138"/>
                  <a:gd name="T5" fmla="*/ 28 h 28"/>
                  <a:gd name="T6" fmla="*/ 124 w 138"/>
                  <a:gd name="T7" fmla="*/ 0 h 28"/>
                  <a:gd name="T8" fmla="*/ 14 w 138"/>
                  <a:gd name="T9" fmla="*/ 0 h 28"/>
                  <a:gd name="T10" fmla="*/ 0 60000 65536"/>
                  <a:gd name="T11" fmla="*/ 0 60000 65536"/>
                  <a:gd name="T12" fmla="*/ 0 60000 65536"/>
                  <a:gd name="T13" fmla="*/ 0 60000 65536"/>
                  <a:gd name="T14" fmla="*/ 0 60000 65536"/>
                  <a:gd name="T15" fmla="*/ 0 w 138"/>
                  <a:gd name="T16" fmla="*/ 0 h 28"/>
                  <a:gd name="T17" fmla="*/ 138 w 138"/>
                  <a:gd name="T18" fmla="*/ 28 h 28"/>
                </a:gdLst>
                <a:ahLst/>
                <a:cxnLst>
                  <a:cxn ang="T10">
                    <a:pos x="T0" y="T1"/>
                  </a:cxn>
                  <a:cxn ang="T11">
                    <a:pos x="T2" y="T3"/>
                  </a:cxn>
                  <a:cxn ang="T12">
                    <a:pos x="T4" y="T5"/>
                  </a:cxn>
                  <a:cxn ang="T13">
                    <a:pos x="T6" y="T7"/>
                  </a:cxn>
                  <a:cxn ang="T14">
                    <a:pos x="T8" y="T9"/>
                  </a:cxn>
                </a:cxnLst>
                <a:rect l="T15" t="T16" r="T17" b="T18"/>
                <a:pathLst>
                  <a:path w="138" h="28">
                    <a:moveTo>
                      <a:pt x="14" y="0"/>
                    </a:moveTo>
                    <a:lnTo>
                      <a:pt x="0" y="28"/>
                    </a:lnTo>
                    <a:lnTo>
                      <a:pt x="138"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27" name="Line 108">
                <a:extLst>
                  <a:ext uri="{FF2B5EF4-FFF2-40B4-BE49-F238E27FC236}">
                    <a16:creationId xmlns:a16="http://schemas.microsoft.com/office/drawing/2014/main" id="{C9503DF1-DCE1-5386-2EF0-189B2C3621A6}"/>
                  </a:ext>
                </a:extLst>
              </p:cNvPr>
              <p:cNvSpPr>
                <a:spLocks noChangeShapeType="1"/>
              </p:cNvSpPr>
              <p:nvPr/>
            </p:nvSpPr>
            <p:spPr bwMode="auto">
              <a:xfrm>
                <a:off x="884" y="2099"/>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28" name="Line 109">
                <a:extLst>
                  <a:ext uri="{FF2B5EF4-FFF2-40B4-BE49-F238E27FC236}">
                    <a16:creationId xmlns:a16="http://schemas.microsoft.com/office/drawing/2014/main" id="{BE2B8FF2-892B-EBF3-2CDE-013D1D090CFF}"/>
                  </a:ext>
                </a:extLst>
              </p:cNvPr>
              <p:cNvSpPr>
                <a:spLocks noChangeShapeType="1"/>
              </p:cNvSpPr>
              <p:nvPr/>
            </p:nvSpPr>
            <p:spPr bwMode="auto">
              <a:xfrm>
                <a:off x="898" y="2085"/>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29" name="Line 110">
                <a:extLst>
                  <a:ext uri="{FF2B5EF4-FFF2-40B4-BE49-F238E27FC236}">
                    <a16:creationId xmlns:a16="http://schemas.microsoft.com/office/drawing/2014/main" id="{D2EF165D-EEB3-E8C7-95C4-84C32E4DACCF}"/>
                  </a:ext>
                </a:extLst>
              </p:cNvPr>
              <p:cNvSpPr>
                <a:spLocks noChangeShapeType="1"/>
              </p:cNvSpPr>
              <p:nvPr/>
            </p:nvSpPr>
            <p:spPr bwMode="auto">
              <a:xfrm>
                <a:off x="884" y="2099"/>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30" name="Freeform 111">
                <a:extLst>
                  <a:ext uri="{FF2B5EF4-FFF2-40B4-BE49-F238E27FC236}">
                    <a16:creationId xmlns:a16="http://schemas.microsoft.com/office/drawing/2014/main" id="{0D763C14-6C3C-763E-9E6D-91C64F5DB43E}"/>
                  </a:ext>
                </a:extLst>
              </p:cNvPr>
              <p:cNvSpPr>
                <a:spLocks/>
              </p:cNvSpPr>
              <p:nvPr/>
            </p:nvSpPr>
            <p:spPr bwMode="auto">
              <a:xfrm>
                <a:off x="925" y="2099"/>
                <a:ext cx="69" cy="1"/>
              </a:xfrm>
              <a:custGeom>
                <a:avLst/>
                <a:gdLst>
                  <a:gd name="T0" fmla="*/ 0 w 69"/>
                  <a:gd name="T1" fmla="*/ 0 h 1"/>
                  <a:gd name="T2" fmla="*/ 42 w 69"/>
                  <a:gd name="T3" fmla="*/ 0 h 1"/>
                  <a:gd name="T4" fmla="*/ 69 w 69"/>
                  <a:gd name="T5" fmla="*/ 0 h 1"/>
                  <a:gd name="T6" fmla="*/ 0 60000 65536"/>
                  <a:gd name="T7" fmla="*/ 0 60000 65536"/>
                  <a:gd name="T8" fmla="*/ 0 60000 65536"/>
                  <a:gd name="T9" fmla="*/ 0 w 69"/>
                  <a:gd name="T10" fmla="*/ 0 h 1"/>
                  <a:gd name="T11" fmla="*/ 69 w 69"/>
                  <a:gd name="T12" fmla="*/ 1 h 1"/>
                </a:gdLst>
                <a:ahLst/>
                <a:cxnLst>
                  <a:cxn ang="T6">
                    <a:pos x="T0" y="T1"/>
                  </a:cxn>
                  <a:cxn ang="T7">
                    <a:pos x="T2" y="T3"/>
                  </a:cxn>
                  <a:cxn ang="T8">
                    <a:pos x="T4" y="T5"/>
                  </a:cxn>
                </a:cxnLst>
                <a:rect l="T9" t="T10" r="T11" b="T12"/>
                <a:pathLst>
                  <a:path w="69" h="1">
                    <a:moveTo>
                      <a:pt x="0" y="0"/>
                    </a:moveTo>
                    <a:lnTo>
                      <a:pt x="42" y="0"/>
                    </a:lnTo>
                    <a:lnTo>
                      <a:pt x="69"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31" name="Line 112">
                <a:extLst>
                  <a:ext uri="{FF2B5EF4-FFF2-40B4-BE49-F238E27FC236}">
                    <a16:creationId xmlns:a16="http://schemas.microsoft.com/office/drawing/2014/main" id="{C0512908-9EDB-C674-B943-20E906A956C7}"/>
                  </a:ext>
                </a:extLst>
              </p:cNvPr>
              <p:cNvSpPr>
                <a:spLocks noChangeShapeType="1"/>
              </p:cNvSpPr>
              <p:nvPr/>
            </p:nvSpPr>
            <p:spPr bwMode="auto">
              <a:xfrm>
                <a:off x="980" y="2099"/>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32" name="Rectangle 113">
                <a:extLst>
                  <a:ext uri="{FF2B5EF4-FFF2-40B4-BE49-F238E27FC236}">
                    <a16:creationId xmlns:a16="http://schemas.microsoft.com/office/drawing/2014/main" id="{B21FD4AA-F67C-9C5C-930F-1B3E98000CD4}"/>
                  </a:ext>
                </a:extLst>
              </p:cNvPr>
              <p:cNvSpPr>
                <a:spLocks noChangeArrowheads="1"/>
              </p:cNvSpPr>
              <p:nvPr/>
            </p:nvSpPr>
            <p:spPr bwMode="auto">
              <a:xfrm>
                <a:off x="939" y="1989"/>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33" name="Rectangle 114">
                <a:extLst>
                  <a:ext uri="{FF2B5EF4-FFF2-40B4-BE49-F238E27FC236}">
                    <a16:creationId xmlns:a16="http://schemas.microsoft.com/office/drawing/2014/main" id="{090686E4-C235-9824-E7D6-29B5C959F1B3}"/>
                  </a:ext>
                </a:extLst>
              </p:cNvPr>
              <p:cNvSpPr>
                <a:spLocks noChangeArrowheads="1"/>
              </p:cNvSpPr>
              <p:nvPr/>
            </p:nvSpPr>
            <p:spPr bwMode="auto">
              <a:xfrm>
                <a:off x="939" y="1989"/>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34" name="Freeform 115">
                <a:extLst>
                  <a:ext uri="{FF2B5EF4-FFF2-40B4-BE49-F238E27FC236}">
                    <a16:creationId xmlns:a16="http://schemas.microsoft.com/office/drawing/2014/main" id="{BE43BEAC-BF15-E9AB-3AF1-D72AC6BDE332}"/>
                  </a:ext>
                </a:extLst>
              </p:cNvPr>
              <p:cNvSpPr>
                <a:spLocks/>
              </p:cNvSpPr>
              <p:nvPr/>
            </p:nvSpPr>
            <p:spPr bwMode="auto">
              <a:xfrm>
                <a:off x="2484" y="1244"/>
                <a:ext cx="42" cy="55"/>
              </a:xfrm>
              <a:custGeom>
                <a:avLst/>
                <a:gdLst>
                  <a:gd name="T0" fmla="*/ 0 w 42"/>
                  <a:gd name="T1" fmla="*/ 0 h 55"/>
                  <a:gd name="T2" fmla="*/ 42 w 42"/>
                  <a:gd name="T3" fmla="*/ 0 h 55"/>
                  <a:gd name="T4" fmla="*/ 42 w 42"/>
                  <a:gd name="T5" fmla="*/ 55 h 55"/>
                  <a:gd name="T6" fmla="*/ 0 60000 65536"/>
                  <a:gd name="T7" fmla="*/ 0 60000 65536"/>
                  <a:gd name="T8" fmla="*/ 0 60000 65536"/>
                  <a:gd name="T9" fmla="*/ 0 w 42"/>
                  <a:gd name="T10" fmla="*/ 0 h 55"/>
                  <a:gd name="T11" fmla="*/ 42 w 42"/>
                  <a:gd name="T12" fmla="*/ 55 h 55"/>
                </a:gdLst>
                <a:ahLst/>
                <a:cxnLst>
                  <a:cxn ang="T6">
                    <a:pos x="T0" y="T1"/>
                  </a:cxn>
                  <a:cxn ang="T7">
                    <a:pos x="T2" y="T3"/>
                  </a:cxn>
                  <a:cxn ang="T8">
                    <a:pos x="T4" y="T5"/>
                  </a:cxn>
                </a:cxnLst>
                <a:rect l="T9" t="T10" r="T11" b="T12"/>
                <a:pathLst>
                  <a:path w="42" h="55">
                    <a:moveTo>
                      <a:pt x="0" y="0"/>
                    </a:moveTo>
                    <a:lnTo>
                      <a:pt x="42" y="0"/>
                    </a:lnTo>
                    <a:lnTo>
                      <a:pt x="42"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35" name="AutoShape 116">
                <a:extLst>
                  <a:ext uri="{FF2B5EF4-FFF2-40B4-BE49-F238E27FC236}">
                    <a16:creationId xmlns:a16="http://schemas.microsoft.com/office/drawing/2014/main" id="{D1936823-7D6B-93CF-F5E4-D4E309954817}"/>
                  </a:ext>
                </a:extLst>
              </p:cNvPr>
              <p:cNvSpPr>
                <a:spLocks noChangeArrowheads="1"/>
              </p:cNvSpPr>
              <p:nvPr/>
            </p:nvSpPr>
            <p:spPr bwMode="auto">
              <a:xfrm>
                <a:off x="2388" y="1147"/>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36" name="AutoShape 117">
                <a:extLst>
                  <a:ext uri="{FF2B5EF4-FFF2-40B4-BE49-F238E27FC236}">
                    <a16:creationId xmlns:a16="http://schemas.microsoft.com/office/drawing/2014/main" id="{2ED4AB1D-E533-8CB7-6054-F2F5154D837B}"/>
                  </a:ext>
                </a:extLst>
              </p:cNvPr>
              <p:cNvSpPr>
                <a:spLocks noChangeArrowheads="1"/>
              </p:cNvSpPr>
              <p:nvPr/>
            </p:nvSpPr>
            <p:spPr bwMode="auto">
              <a:xfrm>
                <a:off x="2374" y="1133"/>
                <a:ext cx="138" cy="111"/>
              </a:xfrm>
              <a:prstGeom prst="roundRect">
                <a:avLst>
                  <a:gd name="adj" fmla="val 40088"/>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37" name="Rectangle 118">
                <a:extLst>
                  <a:ext uri="{FF2B5EF4-FFF2-40B4-BE49-F238E27FC236}">
                    <a16:creationId xmlns:a16="http://schemas.microsoft.com/office/drawing/2014/main" id="{1E918A1B-138C-EDED-00D3-73FB83BEF942}"/>
                  </a:ext>
                </a:extLst>
              </p:cNvPr>
              <p:cNvSpPr>
                <a:spLocks noChangeArrowheads="1"/>
              </p:cNvSpPr>
              <p:nvPr/>
            </p:nvSpPr>
            <p:spPr bwMode="auto">
              <a:xfrm>
                <a:off x="2401" y="1175"/>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38" name="Rectangle 119">
                <a:extLst>
                  <a:ext uri="{FF2B5EF4-FFF2-40B4-BE49-F238E27FC236}">
                    <a16:creationId xmlns:a16="http://schemas.microsoft.com/office/drawing/2014/main" id="{12E7FDD8-EA75-13A2-25F5-3CB56212C0F3}"/>
                  </a:ext>
                </a:extLst>
              </p:cNvPr>
              <p:cNvSpPr>
                <a:spLocks noChangeArrowheads="1"/>
              </p:cNvSpPr>
              <p:nvPr/>
            </p:nvSpPr>
            <p:spPr bwMode="auto">
              <a:xfrm>
                <a:off x="2401" y="1175"/>
                <a:ext cx="97"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39" name="Freeform 120">
                <a:extLst>
                  <a:ext uri="{FF2B5EF4-FFF2-40B4-BE49-F238E27FC236}">
                    <a16:creationId xmlns:a16="http://schemas.microsoft.com/office/drawing/2014/main" id="{97799C31-3492-8DDE-EDCD-299AA9F57390}"/>
                  </a:ext>
                </a:extLst>
              </p:cNvPr>
              <p:cNvSpPr>
                <a:spLocks/>
              </p:cNvSpPr>
              <p:nvPr/>
            </p:nvSpPr>
            <p:spPr bwMode="auto">
              <a:xfrm>
                <a:off x="2512" y="1299"/>
                <a:ext cx="27" cy="27"/>
              </a:xfrm>
              <a:custGeom>
                <a:avLst/>
                <a:gdLst>
                  <a:gd name="T0" fmla="*/ 14 w 27"/>
                  <a:gd name="T1" fmla="*/ 0 h 27"/>
                  <a:gd name="T2" fmla="*/ 14 w 27"/>
                  <a:gd name="T3" fmla="*/ 0 h 27"/>
                  <a:gd name="T4" fmla="*/ 27 w 27"/>
                  <a:gd name="T5" fmla="*/ 0 h 27"/>
                  <a:gd name="T6" fmla="*/ 27 w 27"/>
                  <a:gd name="T7" fmla="*/ 14 h 27"/>
                  <a:gd name="T8" fmla="*/ 14 w 27"/>
                  <a:gd name="T9" fmla="*/ 27 h 27"/>
                  <a:gd name="T10" fmla="*/ 14 w 27"/>
                  <a:gd name="T11" fmla="*/ 27 h 27"/>
                  <a:gd name="T12" fmla="*/ 0 w 27"/>
                  <a:gd name="T13" fmla="*/ 14 h 27"/>
                  <a:gd name="T14" fmla="*/ 0 w 27"/>
                  <a:gd name="T15" fmla="*/ 0 h 27"/>
                  <a:gd name="T16" fmla="*/ 0 w 27"/>
                  <a:gd name="T17" fmla="*/ 0 h 27"/>
                  <a:gd name="T18" fmla="*/ 14 w 27"/>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7"/>
                  <a:gd name="T32" fmla="*/ 27 w 27"/>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7">
                    <a:moveTo>
                      <a:pt x="14" y="0"/>
                    </a:moveTo>
                    <a:lnTo>
                      <a:pt x="14" y="0"/>
                    </a:lnTo>
                    <a:lnTo>
                      <a:pt x="27" y="0"/>
                    </a:lnTo>
                    <a:lnTo>
                      <a:pt x="27" y="14"/>
                    </a:lnTo>
                    <a:lnTo>
                      <a:pt x="14" y="27"/>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1350"/>
              </a:p>
            </p:txBody>
          </p:sp>
          <p:pic>
            <p:nvPicPr>
              <p:cNvPr id="35240" name="Picture 121">
                <a:extLst>
                  <a:ext uri="{FF2B5EF4-FFF2-40B4-BE49-F238E27FC236}">
                    <a16:creationId xmlns:a16="http://schemas.microsoft.com/office/drawing/2014/main" id="{7D9C251F-9440-D7DB-4AC9-938760F653F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1" y="1175"/>
                <a:ext cx="83"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241" name="Line 122">
                <a:extLst>
                  <a:ext uri="{FF2B5EF4-FFF2-40B4-BE49-F238E27FC236}">
                    <a16:creationId xmlns:a16="http://schemas.microsoft.com/office/drawing/2014/main" id="{C5AA6BE1-DC8E-C56E-B697-9CF26A6B340E}"/>
                  </a:ext>
                </a:extLst>
              </p:cNvPr>
              <p:cNvSpPr>
                <a:spLocks noChangeShapeType="1"/>
              </p:cNvSpPr>
              <p:nvPr/>
            </p:nvSpPr>
            <p:spPr bwMode="auto">
              <a:xfrm>
                <a:off x="2526" y="129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42" name="Line 123">
                <a:extLst>
                  <a:ext uri="{FF2B5EF4-FFF2-40B4-BE49-F238E27FC236}">
                    <a16:creationId xmlns:a16="http://schemas.microsoft.com/office/drawing/2014/main" id="{E674A77A-10A0-B5C5-CAA2-4126842CFDBD}"/>
                  </a:ext>
                </a:extLst>
              </p:cNvPr>
              <p:cNvSpPr>
                <a:spLocks noChangeShapeType="1"/>
              </p:cNvSpPr>
              <p:nvPr/>
            </p:nvSpPr>
            <p:spPr bwMode="auto">
              <a:xfrm>
                <a:off x="2526" y="129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43" name="Line 124">
                <a:extLst>
                  <a:ext uri="{FF2B5EF4-FFF2-40B4-BE49-F238E27FC236}">
                    <a16:creationId xmlns:a16="http://schemas.microsoft.com/office/drawing/2014/main" id="{E2E246D8-A7BA-01D4-3B19-8F1B86DA321C}"/>
                  </a:ext>
                </a:extLst>
              </p:cNvPr>
              <p:cNvSpPr>
                <a:spLocks noChangeShapeType="1"/>
              </p:cNvSpPr>
              <p:nvPr/>
            </p:nvSpPr>
            <p:spPr bwMode="auto">
              <a:xfrm>
                <a:off x="2539" y="129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44" name="Rectangle 125">
                <a:extLst>
                  <a:ext uri="{FF2B5EF4-FFF2-40B4-BE49-F238E27FC236}">
                    <a16:creationId xmlns:a16="http://schemas.microsoft.com/office/drawing/2014/main" id="{E29C0DAF-B0A8-6D37-60AC-03EE164C8B04}"/>
                  </a:ext>
                </a:extLst>
              </p:cNvPr>
              <p:cNvSpPr>
                <a:spLocks noChangeArrowheads="1"/>
              </p:cNvSpPr>
              <p:nvPr/>
            </p:nvSpPr>
            <p:spPr bwMode="auto">
              <a:xfrm>
                <a:off x="2388" y="1230"/>
                <a:ext cx="96"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45" name="Freeform 126">
                <a:extLst>
                  <a:ext uri="{FF2B5EF4-FFF2-40B4-BE49-F238E27FC236}">
                    <a16:creationId xmlns:a16="http://schemas.microsoft.com/office/drawing/2014/main" id="{ADE54170-D246-9353-7835-F4C49DEBEFCA}"/>
                  </a:ext>
                </a:extLst>
              </p:cNvPr>
              <p:cNvSpPr>
                <a:spLocks/>
              </p:cNvSpPr>
              <p:nvPr/>
            </p:nvSpPr>
            <p:spPr bwMode="auto">
              <a:xfrm>
                <a:off x="2374" y="1244"/>
                <a:ext cx="138" cy="27"/>
              </a:xfrm>
              <a:custGeom>
                <a:avLst/>
                <a:gdLst>
                  <a:gd name="T0" fmla="*/ 14 w 138"/>
                  <a:gd name="T1" fmla="*/ 0 h 27"/>
                  <a:gd name="T2" fmla="*/ 0 w 138"/>
                  <a:gd name="T3" fmla="*/ 27 h 27"/>
                  <a:gd name="T4" fmla="*/ 138 w 138"/>
                  <a:gd name="T5" fmla="*/ 27 h 27"/>
                  <a:gd name="T6" fmla="*/ 124 w 138"/>
                  <a:gd name="T7" fmla="*/ 0 h 27"/>
                  <a:gd name="T8" fmla="*/ 14 w 138"/>
                  <a:gd name="T9" fmla="*/ 0 h 27"/>
                  <a:gd name="T10" fmla="*/ 0 60000 65536"/>
                  <a:gd name="T11" fmla="*/ 0 60000 65536"/>
                  <a:gd name="T12" fmla="*/ 0 60000 65536"/>
                  <a:gd name="T13" fmla="*/ 0 60000 65536"/>
                  <a:gd name="T14" fmla="*/ 0 60000 65536"/>
                  <a:gd name="T15" fmla="*/ 0 w 138"/>
                  <a:gd name="T16" fmla="*/ 0 h 27"/>
                  <a:gd name="T17" fmla="*/ 138 w 138"/>
                  <a:gd name="T18" fmla="*/ 27 h 27"/>
                </a:gdLst>
                <a:ahLst/>
                <a:cxnLst>
                  <a:cxn ang="T10">
                    <a:pos x="T0" y="T1"/>
                  </a:cxn>
                  <a:cxn ang="T11">
                    <a:pos x="T2" y="T3"/>
                  </a:cxn>
                  <a:cxn ang="T12">
                    <a:pos x="T4" y="T5"/>
                  </a:cxn>
                  <a:cxn ang="T13">
                    <a:pos x="T6" y="T7"/>
                  </a:cxn>
                  <a:cxn ang="T14">
                    <a:pos x="T8" y="T9"/>
                  </a:cxn>
                </a:cxnLst>
                <a:rect l="T15" t="T16" r="T17" b="T18"/>
                <a:pathLst>
                  <a:path w="138" h="27">
                    <a:moveTo>
                      <a:pt x="14" y="0"/>
                    </a:moveTo>
                    <a:lnTo>
                      <a:pt x="0" y="27"/>
                    </a:lnTo>
                    <a:lnTo>
                      <a:pt x="138" y="27"/>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46" name="Line 127">
                <a:extLst>
                  <a:ext uri="{FF2B5EF4-FFF2-40B4-BE49-F238E27FC236}">
                    <a16:creationId xmlns:a16="http://schemas.microsoft.com/office/drawing/2014/main" id="{5E7816F7-146A-3A09-DE49-A8B6E3E8DA0D}"/>
                  </a:ext>
                </a:extLst>
              </p:cNvPr>
              <p:cNvSpPr>
                <a:spLocks noChangeShapeType="1"/>
              </p:cNvSpPr>
              <p:nvPr/>
            </p:nvSpPr>
            <p:spPr bwMode="auto">
              <a:xfrm>
                <a:off x="2388" y="1271"/>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47" name="Line 128">
                <a:extLst>
                  <a:ext uri="{FF2B5EF4-FFF2-40B4-BE49-F238E27FC236}">
                    <a16:creationId xmlns:a16="http://schemas.microsoft.com/office/drawing/2014/main" id="{DC9D4CA6-ADDA-33FC-F5FF-4E9245B0374A}"/>
                  </a:ext>
                </a:extLst>
              </p:cNvPr>
              <p:cNvSpPr>
                <a:spLocks noChangeShapeType="1"/>
              </p:cNvSpPr>
              <p:nvPr/>
            </p:nvSpPr>
            <p:spPr bwMode="auto">
              <a:xfrm>
                <a:off x="2401" y="1257"/>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48" name="Line 129">
                <a:extLst>
                  <a:ext uri="{FF2B5EF4-FFF2-40B4-BE49-F238E27FC236}">
                    <a16:creationId xmlns:a16="http://schemas.microsoft.com/office/drawing/2014/main" id="{683604C2-45F1-38D1-2FA2-46B0BEF8BC8C}"/>
                  </a:ext>
                </a:extLst>
              </p:cNvPr>
              <p:cNvSpPr>
                <a:spLocks noChangeShapeType="1"/>
              </p:cNvSpPr>
              <p:nvPr/>
            </p:nvSpPr>
            <p:spPr bwMode="auto">
              <a:xfrm>
                <a:off x="2388" y="1257"/>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49" name="Freeform 130">
                <a:extLst>
                  <a:ext uri="{FF2B5EF4-FFF2-40B4-BE49-F238E27FC236}">
                    <a16:creationId xmlns:a16="http://schemas.microsoft.com/office/drawing/2014/main" id="{98D98810-0446-078D-48B6-BCD98799C5EA}"/>
                  </a:ext>
                </a:extLst>
              </p:cNvPr>
              <p:cNvSpPr>
                <a:spLocks/>
              </p:cNvSpPr>
              <p:nvPr/>
            </p:nvSpPr>
            <p:spPr bwMode="auto">
              <a:xfrm>
                <a:off x="2415" y="1257"/>
                <a:ext cx="83" cy="1"/>
              </a:xfrm>
              <a:custGeom>
                <a:avLst/>
                <a:gdLst>
                  <a:gd name="T0" fmla="*/ 0 w 83"/>
                  <a:gd name="T1" fmla="*/ 0 h 1"/>
                  <a:gd name="T2" fmla="*/ 55 w 83"/>
                  <a:gd name="T3" fmla="*/ 0 h 1"/>
                  <a:gd name="T4" fmla="*/ 83 w 83"/>
                  <a:gd name="T5" fmla="*/ 0 h 1"/>
                  <a:gd name="T6" fmla="*/ 0 60000 65536"/>
                  <a:gd name="T7" fmla="*/ 0 60000 65536"/>
                  <a:gd name="T8" fmla="*/ 0 60000 65536"/>
                  <a:gd name="T9" fmla="*/ 0 w 83"/>
                  <a:gd name="T10" fmla="*/ 0 h 1"/>
                  <a:gd name="T11" fmla="*/ 83 w 83"/>
                  <a:gd name="T12" fmla="*/ 1 h 1"/>
                </a:gdLst>
                <a:ahLst/>
                <a:cxnLst>
                  <a:cxn ang="T6">
                    <a:pos x="T0" y="T1"/>
                  </a:cxn>
                  <a:cxn ang="T7">
                    <a:pos x="T2" y="T3"/>
                  </a:cxn>
                  <a:cxn ang="T8">
                    <a:pos x="T4" y="T5"/>
                  </a:cxn>
                </a:cxnLst>
                <a:rect l="T9" t="T10" r="T11" b="T12"/>
                <a:pathLst>
                  <a:path w="83" h="1">
                    <a:moveTo>
                      <a:pt x="0" y="0"/>
                    </a:moveTo>
                    <a:lnTo>
                      <a:pt x="55" y="0"/>
                    </a:lnTo>
                    <a:lnTo>
                      <a:pt x="83"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50" name="Line 131">
                <a:extLst>
                  <a:ext uri="{FF2B5EF4-FFF2-40B4-BE49-F238E27FC236}">
                    <a16:creationId xmlns:a16="http://schemas.microsoft.com/office/drawing/2014/main" id="{61C3AA7B-EEBA-1FB0-EC17-AC1907F21925}"/>
                  </a:ext>
                </a:extLst>
              </p:cNvPr>
              <p:cNvSpPr>
                <a:spLocks noChangeShapeType="1"/>
              </p:cNvSpPr>
              <p:nvPr/>
            </p:nvSpPr>
            <p:spPr bwMode="auto">
              <a:xfrm>
                <a:off x="2484" y="1257"/>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51" name="Rectangle 132">
                <a:extLst>
                  <a:ext uri="{FF2B5EF4-FFF2-40B4-BE49-F238E27FC236}">
                    <a16:creationId xmlns:a16="http://schemas.microsoft.com/office/drawing/2014/main" id="{7234D3FC-FE2F-86AC-6169-CEFEFF4F7C9B}"/>
                  </a:ext>
                </a:extLst>
              </p:cNvPr>
              <p:cNvSpPr>
                <a:spLocks noChangeArrowheads="1"/>
              </p:cNvSpPr>
              <p:nvPr/>
            </p:nvSpPr>
            <p:spPr bwMode="auto">
              <a:xfrm>
                <a:off x="2429" y="1161"/>
                <a:ext cx="41" cy="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52" name="Rectangle 133">
                <a:extLst>
                  <a:ext uri="{FF2B5EF4-FFF2-40B4-BE49-F238E27FC236}">
                    <a16:creationId xmlns:a16="http://schemas.microsoft.com/office/drawing/2014/main" id="{8B5173CB-43A6-E08D-941A-56DB5E54DDA2}"/>
                  </a:ext>
                </a:extLst>
              </p:cNvPr>
              <p:cNvSpPr>
                <a:spLocks noChangeArrowheads="1"/>
              </p:cNvSpPr>
              <p:nvPr/>
            </p:nvSpPr>
            <p:spPr bwMode="auto">
              <a:xfrm>
                <a:off x="2429" y="1161"/>
                <a:ext cx="55" cy="41"/>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53" name="Freeform 134">
                <a:extLst>
                  <a:ext uri="{FF2B5EF4-FFF2-40B4-BE49-F238E27FC236}">
                    <a16:creationId xmlns:a16="http://schemas.microsoft.com/office/drawing/2014/main" id="{66929993-F4B8-EB9A-69D5-18CE2211274A}"/>
                  </a:ext>
                </a:extLst>
              </p:cNvPr>
              <p:cNvSpPr>
                <a:spLocks/>
              </p:cNvSpPr>
              <p:nvPr/>
            </p:nvSpPr>
            <p:spPr bwMode="auto">
              <a:xfrm>
                <a:off x="2815" y="1313"/>
                <a:ext cx="42" cy="69"/>
              </a:xfrm>
              <a:custGeom>
                <a:avLst/>
                <a:gdLst>
                  <a:gd name="T0" fmla="*/ 0 w 42"/>
                  <a:gd name="T1" fmla="*/ 0 h 69"/>
                  <a:gd name="T2" fmla="*/ 42 w 42"/>
                  <a:gd name="T3" fmla="*/ 13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3"/>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54" name="AutoShape 135">
                <a:extLst>
                  <a:ext uri="{FF2B5EF4-FFF2-40B4-BE49-F238E27FC236}">
                    <a16:creationId xmlns:a16="http://schemas.microsoft.com/office/drawing/2014/main" id="{2BA9D571-06D2-4874-0D4B-44248072862B}"/>
                  </a:ext>
                </a:extLst>
              </p:cNvPr>
              <p:cNvSpPr>
                <a:spLocks noChangeArrowheads="1"/>
              </p:cNvSpPr>
              <p:nvPr/>
            </p:nvSpPr>
            <p:spPr bwMode="auto">
              <a:xfrm>
                <a:off x="2719" y="1216"/>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55" name="AutoShape 136">
                <a:extLst>
                  <a:ext uri="{FF2B5EF4-FFF2-40B4-BE49-F238E27FC236}">
                    <a16:creationId xmlns:a16="http://schemas.microsoft.com/office/drawing/2014/main" id="{1D040EAB-1D6F-1C83-992A-68D38BC8C0CB}"/>
                  </a:ext>
                </a:extLst>
              </p:cNvPr>
              <p:cNvSpPr>
                <a:spLocks noChangeArrowheads="1"/>
              </p:cNvSpPr>
              <p:nvPr/>
            </p:nvSpPr>
            <p:spPr bwMode="auto">
              <a:xfrm>
                <a:off x="2705" y="1202"/>
                <a:ext cx="138" cy="111"/>
              </a:xfrm>
              <a:prstGeom prst="roundRect">
                <a:avLst>
                  <a:gd name="adj" fmla="val 40088"/>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56" name="Rectangle 137">
                <a:extLst>
                  <a:ext uri="{FF2B5EF4-FFF2-40B4-BE49-F238E27FC236}">
                    <a16:creationId xmlns:a16="http://schemas.microsoft.com/office/drawing/2014/main" id="{80C43630-A7CA-CECC-3DFB-D664991DC7D5}"/>
                  </a:ext>
                </a:extLst>
              </p:cNvPr>
              <p:cNvSpPr>
                <a:spLocks noChangeArrowheads="1"/>
              </p:cNvSpPr>
              <p:nvPr/>
            </p:nvSpPr>
            <p:spPr bwMode="auto">
              <a:xfrm>
                <a:off x="2733" y="1244"/>
                <a:ext cx="8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57" name="Rectangle 138">
                <a:extLst>
                  <a:ext uri="{FF2B5EF4-FFF2-40B4-BE49-F238E27FC236}">
                    <a16:creationId xmlns:a16="http://schemas.microsoft.com/office/drawing/2014/main" id="{99EE9791-8778-5E13-0EF0-76B5BF8B145D}"/>
                  </a:ext>
                </a:extLst>
              </p:cNvPr>
              <p:cNvSpPr>
                <a:spLocks noChangeArrowheads="1"/>
              </p:cNvSpPr>
              <p:nvPr/>
            </p:nvSpPr>
            <p:spPr bwMode="auto">
              <a:xfrm>
                <a:off x="2733" y="1244"/>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58" name="Freeform 139">
                <a:extLst>
                  <a:ext uri="{FF2B5EF4-FFF2-40B4-BE49-F238E27FC236}">
                    <a16:creationId xmlns:a16="http://schemas.microsoft.com/office/drawing/2014/main" id="{FD6256AF-BA10-F8C6-FD0A-598EA8CFCEDB}"/>
                  </a:ext>
                </a:extLst>
              </p:cNvPr>
              <p:cNvSpPr>
                <a:spLocks/>
              </p:cNvSpPr>
              <p:nvPr/>
            </p:nvSpPr>
            <p:spPr bwMode="auto">
              <a:xfrm>
                <a:off x="2843" y="1368"/>
                <a:ext cx="28" cy="27"/>
              </a:xfrm>
              <a:custGeom>
                <a:avLst/>
                <a:gdLst>
                  <a:gd name="T0" fmla="*/ 14 w 28"/>
                  <a:gd name="T1" fmla="*/ 0 h 27"/>
                  <a:gd name="T2" fmla="*/ 14 w 28"/>
                  <a:gd name="T3" fmla="*/ 0 h 27"/>
                  <a:gd name="T4" fmla="*/ 28 w 28"/>
                  <a:gd name="T5" fmla="*/ 14 h 27"/>
                  <a:gd name="T6" fmla="*/ 28 w 28"/>
                  <a:gd name="T7" fmla="*/ 27 h 27"/>
                  <a:gd name="T8" fmla="*/ 14 w 28"/>
                  <a:gd name="T9" fmla="*/ 27 h 27"/>
                  <a:gd name="T10" fmla="*/ 14 w 28"/>
                  <a:gd name="T11" fmla="*/ 27 h 27"/>
                  <a:gd name="T12" fmla="*/ 0 w 28"/>
                  <a:gd name="T13" fmla="*/ 27 h 27"/>
                  <a:gd name="T14" fmla="*/ 0 w 28"/>
                  <a:gd name="T15" fmla="*/ 14 h 27"/>
                  <a:gd name="T16" fmla="*/ 0 w 28"/>
                  <a:gd name="T17" fmla="*/ 0 h 27"/>
                  <a:gd name="T18" fmla="*/ 14 w 28"/>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7"/>
                  <a:gd name="T32" fmla="*/ 28 w 28"/>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7">
                    <a:moveTo>
                      <a:pt x="14" y="0"/>
                    </a:moveTo>
                    <a:lnTo>
                      <a:pt x="14" y="0"/>
                    </a:lnTo>
                    <a:lnTo>
                      <a:pt x="28" y="14"/>
                    </a:lnTo>
                    <a:lnTo>
                      <a:pt x="28" y="27"/>
                    </a:lnTo>
                    <a:lnTo>
                      <a:pt x="14" y="27"/>
                    </a:lnTo>
                    <a:lnTo>
                      <a:pt x="0" y="27"/>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1350"/>
              </a:p>
            </p:txBody>
          </p:sp>
          <p:pic>
            <p:nvPicPr>
              <p:cNvPr id="35259" name="Picture 140">
                <a:extLst>
                  <a:ext uri="{FF2B5EF4-FFF2-40B4-BE49-F238E27FC236}">
                    <a16:creationId xmlns:a16="http://schemas.microsoft.com/office/drawing/2014/main" id="{19575CD0-FAB8-CB7F-268E-6AB87833D4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3" y="1244"/>
                <a:ext cx="82"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260" name="Freeform 141">
                <a:extLst>
                  <a:ext uri="{FF2B5EF4-FFF2-40B4-BE49-F238E27FC236}">
                    <a16:creationId xmlns:a16="http://schemas.microsoft.com/office/drawing/2014/main" id="{A4D98A7A-AE36-6128-9769-837FACE00978}"/>
                  </a:ext>
                </a:extLst>
              </p:cNvPr>
              <p:cNvSpPr>
                <a:spLocks/>
              </p:cNvSpPr>
              <p:nvPr/>
            </p:nvSpPr>
            <p:spPr bwMode="auto">
              <a:xfrm>
                <a:off x="2857" y="1382"/>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61" name="Line 142">
                <a:extLst>
                  <a:ext uri="{FF2B5EF4-FFF2-40B4-BE49-F238E27FC236}">
                    <a16:creationId xmlns:a16="http://schemas.microsoft.com/office/drawing/2014/main" id="{47F5907E-FFF9-0FE8-4FE5-47C9A9EB8E9D}"/>
                  </a:ext>
                </a:extLst>
              </p:cNvPr>
              <p:cNvSpPr>
                <a:spLocks noChangeShapeType="1"/>
              </p:cNvSpPr>
              <p:nvPr/>
            </p:nvSpPr>
            <p:spPr bwMode="auto">
              <a:xfrm>
                <a:off x="2871" y="1382"/>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62" name="Rectangle 143">
                <a:extLst>
                  <a:ext uri="{FF2B5EF4-FFF2-40B4-BE49-F238E27FC236}">
                    <a16:creationId xmlns:a16="http://schemas.microsoft.com/office/drawing/2014/main" id="{4C3C634E-83C2-F29A-8C67-D73DF152D2EC}"/>
                  </a:ext>
                </a:extLst>
              </p:cNvPr>
              <p:cNvSpPr>
                <a:spLocks noChangeArrowheads="1"/>
              </p:cNvSpPr>
              <p:nvPr/>
            </p:nvSpPr>
            <p:spPr bwMode="auto">
              <a:xfrm>
                <a:off x="2719" y="1299"/>
                <a:ext cx="96" cy="27"/>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63" name="Freeform 144">
                <a:extLst>
                  <a:ext uri="{FF2B5EF4-FFF2-40B4-BE49-F238E27FC236}">
                    <a16:creationId xmlns:a16="http://schemas.microsoft.com/office/drawing/2014/main" id="{7B45CCD1-3CB1-D98D-164B-787AD03068A8}"/>
                  </a:ext>
                </a:extLst>
              </p:cNvPr>
              <p:cNvSpPr>
                <a:spLocks/>
              </p:cNvSpPr>
              <p:nvPr/>
            </p:nvSpPr>
            <p:spPr bwMode="auto">
              <a:xfrm>
                <a:off x="2705" y="1326"/>
                <a:ext cx="138" cy="14"/>
              </a:xfrm>
              <a:custGeom>
                <a:avLst/>
                <a:gdLst>
                  <a:gd name="T0" fmla="*/ 14 w 138"/>
                  <a:gd name="T1" fmla="*/ 0 h 14"/>
                  <a:gd name="T2" fmla="*/ 0 w 138"/>
                  <a:gd name="T3" fmla="*/ 14 h 14"/>
                  <a:gd name="T4" fmla="*/ 138 w 138"/>
                  <a:gd name="T5" fmla="*/ 14 h 14"/>
                  <a:gd name="T6" fmla="*/ 124 w 138"/>
                  <a:gd name="T7" fmla="*/ 0 h 14"/>
                  <a:gd name="T8" fmla="*/ 14 w 138"/>
                  <a:gd name="T9" fmla="*/ 0 h 14"/>
                  <a:gd name="T10" fmla="*/ 0 60000 65536"/>
                  <a:gd name="T11" fmla="*/ 0 60000 65536"/>
                  <a:gd name="T12" fmla="*/ 0 60000 65536"/>
                  <a:gd name="T13" fmla="*/ 0 60000 65536"/>
                  <a:gd name="T14" fmla="*/ 0 60000 65536"/>
                  <a:gd name="T15" fmla="*/ 0 w 138"/>
                  <a:gd name="T16" fmla="*/ 0 h 14"/>
                  <a:gd name="T17" fmla="*/ 138 w 138"/>
                  <a:gd name="T18" fmla="*/ 14 h 14"/>
                </a:gdLst>
                <a:ahLst/>
                <a:cxnLst>
                  <a:cxn ang="T10">
                    <a:pos x="T0" y="T1"/>
                  </a:cxn>
                  <a:cxn ang="T11">
                    <a:pos x="T2" y="T3"/>
                  </a:cxn>
                  <a:cxn ang="T12">
                    <a:pos x="T4" y="T5"/>
                  </a:cxn>
                  <a:cxn ang="T13">
                    <a:pos x="T6" y="T7"/>
                  </a:cxn>
                  <a:cxn ang="T14">
                    <a:pos x="T8" y="T9"/>
                  </a:cxn>
                </a:cxnLst>
                <a:rect l="T15" t="T16" r="T17" b="T18"/>
                <a:pathLst>
                  <a:path w="138" h="14">
                    <a:moveTo>
                      <a:pt x="14" y="0"/>
                    </a:moveTo>
                    <a:lnTo>
                      <a:pt x="0" y="14"/>
                    </a:lnTo>
                    <a:lnTo>
                      <a:pt x="138" y="14"/>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64" name="Line 145">
                <a:extLst>
                  <a:ext uri="{FF2B5EF4-FFF2-40B4-BE49-F238E27FC236}">
                    <a16:creationId xmlns:a16="http://schemas.microsoft.com/office/drawing/2014/main" id="{DB8A59E4-464F-0BA6-2542-81BEE0198D6C}"/>
                  </a:ext>
                </a:extLst>
              </p:cNvPr>
              <p:cNvSpPr>
                <a:spLocks noChangeShapeType="1"/>
              </p:cNvSpPr>
              <p:nvPr/>
            </p:nvSpPr>
            <p:spPr bwMode="auto">
              <a:xfrm>
                <a:off x="2719" y="1340"/>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65" name="Line 146">
                <a:extLst>
                  <a:ext uri="{FF2B5EF4-FFF2-40B4-BE49-F238E27FC236}">
                    <a16:creationId xmlns:a16="http://schemas.microsoft.com/office/drawing/2014/main" id="{033FC57F-D89E-BD84-D27F-7AC802FB943E}"/>
                  </a:ext>
                </a:extLst>
              </p:cNvPr>
              <p:cNvSpPr>
                <a:spLocks noChangeShapeType="1"/>
              </p:cNvSpPr>
              <p:nvPr/>
            </p:nvSpPr>
            <p:spPr bwMode="auto">
              <a:xfrm>
                <a:off x="2733" y="1326"/>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66" name="Line 147">
                <a:extLst>
                  <a:ext uri="{FF2B5EF4-FFF2-40B4-BE49-F238E27FC236}">
                    <a16:creationId xmlns:a16="http://schemas.microsoft.com/office/drawing/2014/main" id="{1A23C290-CA5A-90DD-DF82-663E6EF7AE0F}"/>
                  </a:ext>
                </a:extLst>
              </p:cNvPr>
              <p:cNvSpPr>
                <a:spLocks noChangeShapeType="1"/>
              </p:cNvSpPr>
              <p:nvPr/>
            </p:nvSpPr>
            <p:spPr bwMode="auto">
              <a:xfrm>
                <a:off x="2719" y="1326"/>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67" name="Line 148">
                <a:extLst>
                  <a:ext uri="{FF2B5EF4-FFF2-40B4-BE49-F238E27FC236}">
                    <a16:creationId xmlns:a16="http://schemas.microsoft.com/office/drawing/2014/main" id="{B3DBD875-FE88-6FF0-1CEC-98307A4EE257}"/>
                  </a:ext>
                </a:extLst>
              </p:cNvPr>
              <p:cNvSpPr>
                <a:spLocks noChangeShapeType="1"/>
              </p:cNvSpPr>
              <p:nvPr/>
            </p:nvSpPr>
            <p:spPr bwMode="auto">
              <a:xfrm>
                <a:off x="2746" y="1340"/>
                <a:ext cx="5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68" name="Line 149">
                <a:extLst>
                  <a:ext uri="{FF2B5EF4-FFF2-40B4-BE49-F238E27FC236}">
                    <a16:creationId xmlns:a16="http://schemas.microsoft.com/office/drawing/2014/main" id="{79008E15-5C3D-C699-BEC9-8E152BADAF37}"/>
                  </a:ext>
                </a:extLst>
              </p:cNvPr>
              <p:cNvSpPr>
                <a:spLocks noChangeShapeType="1"/>
              </p:cNvSpPr>
              <p:nvPr/>
            </p:nvSpPr>
            <p:spPr bwMode="auto">
              <a:xfrm>
                <a:off x="2802" y="1326"/>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69" name="Line 150">
                <a:extLst>
                  <a:ext uri="{FF2B5EF4-FFF2-40B4-BE49-F238E27FC236}">
                    <a16:creationId xmlns:a16="http://schemas.microsoft.com/office/drawing/2014/main" id="{CB7E03C1-CA97-8BBE-B28B-349F805456F8}"/>
                  </a:ext>
                </a:extLst>
              </p:cNvPr>
              <p:cNvSpPr>
                <a:spLocks noChangeShapeType="1"/>
              </p:cNvSpPr>
              <p:nvPr/>
            </p:nvSpPr>
            <p:spPr bwMode="auto">
              <a:xfrm>
                <a:off x="2815" y="1340"/>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70" name="Rectangle 151">
                <a:extLst>
                  <a:ext uri="{FF2B5EF4-FFF2-40B4-BE49-F238E27FC236}">
                    <a16:creationId xmlns:a16="http://schemas.microsoft.com/office/drawing/2014/main" id="{F4165171-119A-6F8A-64E8-E3BFF164FC44}"/>
                  </a:ext>
                </a:extLst>
              </p:cNvPr>
              <p:cNvSpPr>
                <a:spLocks noChangeArrowheads="1"/>
              </p:cNvSpPr>
              <p:nvPr/>
            </p:nvSpPr>
            <p:spPr bwMode="auto">
              <a:xfrm>
                <a:off x="2760" y="1230"/>
                <a:ext cx="4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71" name="Rectangle 152">
                <a:extLst>
                  <a:ext uri="{FF2B5EF4-FFF2-40B4-BE49-F238E27FC236}">
                    <a16:creationId xmlns:a16="http://schemas.microsoft.com/office/drawing/2014/main" id="{B95A5120-21CC-7673-5C5A-D477A3590E06}"/>
                  </a:ext>
                </a:extLst>
              </p:cNvPr>
              <p:cNvSpPr>
                <a:spLocks noChangeArrowheads="1"/>
              </p:cNvSpPr>
              <p:nvPr/>
            </p:nvSpPr>
            <p:spPr bwMode="auto">
              <a:xfrm>
                <a:off x="2760" y="1230"/>
                <a:ext cx="55"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72" name="Rectangle 153">
                <a:extLst>
                  <a:ext uri="{FF2B5EF4-FFF2-40B4-BE49-F238E27FC236}">
                    <a16:creationId xmlns:a16="http://schemas.microsoft.com/office/drawing/2014/main" id="{19E46225-A4FD-D088-061E-840E1A1A8F4E}"/>
                  </a:ext>
                </a:extLst>
              </p:cNvPr>
              <p:cNvSpPr>
                <a:spLocks noChangeArrowheads="1"/>
              </p:cNvSpPr>
              <p:nvPr/>
            </p:nvSpPr>
            <p:spPr bwMode="auto">
              <a:xfrm>
                <a:off x="3153" y="2229"/>
                <a:ext cx="49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Arial" panose="020B0604020202020204" pitchFamily="34" charset="0"/>
                  </a:rPr>
                  <a:t>backbone</a:t>
                </a:r>
                <a:endParaRPr lang="en-GB" altLang="en-US" sz="1800">
                  <a:latin typeface="Times" panose="02020603050405020304" pitchFamily="18" charset="0"/>
                </a:endParaRPr>
              </a:p>
            </p:txBody>
          </p:sp>
          <p:sp>
            <p:nvSpPr>
              <p:cNvPr id="35273" name="Rectangle 154">
                <a:extLst>
                  <a:ext uri="{FF2B5EF4-FFF2-40B4-BE49-F238E27FC236}">
                    <a16:creationId xmlns:a16="http://schemas.microsoft.com/office/drawing/2014/main" id="{F015C225-1405-4F2E-4CB3-AB4EEFFEE7E2}"/>
                  </a:ext>
                </a:extLst>
              </p:cNvPr>
              <p:cNvSpPr>
                <a:spLocks noChangeArrowheads="1"/>
              </p:cNvSpPr>
              <p:nvPr/>
            </p:nvSpPr>
            <p:spPr bwMode="auto">
              <a:xfrm>
                <a:off x="2363" y="2809"/>
                <a:ext cx="58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Arial" panose="020B0604020202020204" pitchFamily="34" charset="0"/>
                  </a:rPr>
                  <a:t>satellite link</a:t>
                </a:r>
                <a:endParaRPr lang="en-GB" altLang="en-US" sz="1800">
                  <a:latin typeface="Times" panose="02020603050405020304" pitchFamily="18" charset="0"/>
                </a:endParaRPr>
              </a:p>
            </p:txBody>
          </p:sp>
          <p:sp>
            <p:nvSpPr>
              <p:cNvPr id="35274" name="Rectangle 155">
                <a:extLst>
                  <a:ext uri="{FF2B5EF4-FFF2-40B4-BE49-F238E27FC236}">
                    <a16:creationId xmlns:a16="http://schemas.microsoft.com/office/drawing/2014/main" id="{4E985377-70F5-A275-2BCF-208151990BBC}"/>
                  </a:ext>
                </a:extLst>
              </p:cNvPr>
              <p:cNvSpPr>
                <a:spLocks noChangeArrowheads="1"/>
              </p:cNvSpPr>
              <p:nvPr/>
            </p:nvSpPr>
            <p:spPr bwMode="auto">
              <a:xfrm>
                <a:off x="2264" y="1671"/>
                <a:ext cx="82"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75" name="Rectangle 156">
                <a:extLst>
                  <a:ext uri="{FF2B5EF4-FFF2-40B4-BE49-F238E27FC236}">
                    <a16:creationId xmlns:a16="http://schemas.microsoft.com/office/drawing/2014/main" id="{4CF0F19D-59B8-96EF-F5CC-C3DC56DE01B8}"/>
                  </a:ext>
                </a:extLst>
              </p:cNvPr>
              <p:cNvSpPr>
                <a:spLocks noChangeArrowheads="1"/>
              </p:cNvSpPr>
              <p:nvPr/>
            </p:nvSpPr>
            <p:spPr bwMode="auto">
              <a:xfrm>
                <a:off x="2264" y="1671"/>
                <a:ext cx="96"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76" name="Rectangle 157">
                <a:extLst>
                  <a:ext uri="{FF2B5EF4-FFF2-40B4-BE49-F238E27FC236}">
                    <a16:creationId xmlns:a16="http://schemas.microsoft.com/office/drawing/2014/main" id="{127E87E3-E86A-E231-DABD-E17B5DA7D99A}"/>
                  </a:ext>
                </a:extLst>
              </p:cNvPr>
              <p:cNvSpPr>
                <a:spLocks noChangeArrowheads="1"/>
              </p:cNvSpPr>
              <p:nvPr/>
            </p:nvSpPr>
            <p:spPr bwMode="auto">
              <a:xfrm>
                <a:off x="2567" y="1795"/>
                <a:ext cx="83"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77" name="Rectangle 158">
                <a:extLst>
                  <a:ext uri="{FF2B5EF4-FFF2-40B4-BE49-F238E27FC236}">
                    <a16:creationId xmlns:a16="http://schemas.microsoft.com/office/drawing/2014/main" id="{0C30296C-D2BD-081B-42E1-E99255377E1D}"/>
                  </a:ext>
                </a:extLst>
              </p:cNvPr>
              <p:cNvSpPr>
                <a:spLocks noChangeArrowheads="1"/>
              </p:cNvSpPr>
              <p:nvPr/>
            </p:nvSpPr>
            <p:spPr bwMode="auto">
              <a:xfrm>
                <a:off x="2567" y="1795"/>
                <a:ext cx="97"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78" name="Rectangle 159">
                <a:extLst>
                  <a:ext uri="{FF2B5EF4-FFF2-40B4-BE49-F238E27FC236}">
                    <a16:creationId xmlns:a16="http://schemas.microsoft.com/office/drawing/2014/main" id="{1D38EEFE-5177-D87B-DED5-23CC4BB1C2F8}"/>
                  </a:ext>
                </a:extLst>
              </p:cNvPr>
              <p:cNvSpPr>
                <a:spLocks noChangeArrowheads="1"/>
              </p:cNvSpPr>
              <p:nvPr/>
            </p:nvSpPr>
            <p:spPr bwMode="auto">
              <a:xfrm>
                <a:off x="2319" y="1795"/>
                <a:ext cx="82"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79" name="Rectangle 160">
                <a:extLst>
                  <a:ext uri="{FF2B5EF4-FFF2-40B4-BE49-F238E27FC236}">
                    <a16:creationId xmlns:a16="http://schemas.microsoft.com/office/drawing/2014/main" id="{793755F8-B831-2954-84DC-02902EC6E204}"/>
                  </a:ext>
                </a:extLst>
              </p:cNvPr>
              <p:cNvSpPr>
                <a:spLocks noChangeArrowheads="1"/>
              </p:cNvSpPr>
              <p:nvPr/>
            </p:nvSpPr>
            <p:spPr bwMode="auto">
              <a:xfrm>
                <a:off x="2319" y="1795"/>
                <a:ext cx="96"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80" name="Rectangle 161">
                <a:extLst>
                  <a:ext uri="{FF2B5EF4-FFF2-40B4-BE49-F238E27FC236}">
                    <a16:creationId xmlns:a16="http://schemas.microsoft.com/office/drawing/2014/main" id="{F6384049-1183-6910-A6F5-12ADBCA9834A}"/>
                  </a:ext>
                </a:extLst>
              </p:cNvPr>
              <p:cNvSpPr>
                <a:spLocks noChangeArrowheads="1"/>
              </p:cNvSpPr>
              <p:nvPr/>
            </p:nvSpPr>
            <p:spPr bwMode="auto">
              <a:xfrm>
                <a:off x="1587" y="1409"/>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81" name="Rectangle 162">
                <a:extLst>
                  <a:ext uri="{FF2B5EF4-FFF2-40B4-BE49-F238E27FC236}">
                    <a16:creationId xmlns:a16="http://schemas.microsoft.com/office/drawing/2014/main" id="{B434D10F-7CC9-5677-3242-42725F972352}"/>
                  </a:ext>
                </a:extLst>
              </p:cNvPr>
              <p:cNvSpPr>
                <a:spLocks noChangeArrowheads="1"/>
              </p:cNvSpPr>
              <p:nvPr/>
            </p:nvSpPr>
            <p:spPr bwMode="auto">
              <a:xfrm>
                <a:off x="1587" y="1409"/>
                <a:ext cx="97"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82" name="Rectangle 163">
                <a:extLst>
                  <a:ext uri="{FF2B5EF4-FFF2-40B4-BE49-F238E27FC236}">
                    <a16:creationId xmlns:a16="http://schemas.microsoft.com/office/drawing/2014/main" id="{2226F580-D3D7-28FC-CE8A-8AF6147C2DA9}"/>
                  </a:ext>
                </a:extLst>
              </p:cNvPr>
              <p:cNvSpPr>
                <a:spLocks noChangeArrowheads="1"/>
              </p:cNvSpPr>
              <p:nvPr/>
            </p:nvSpPr>
            <p:spPr bwMode="auto">
              <a:xfrm>
                <a:off x="1905" y="1409"/>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83" name="Rectangle 164">
                <a:extLst>
                  <a:ext uri="{FF2B5EF4-FFF2-40B4-BE49-F238E27FC236}">
                    <a16:creationId xmlns:a16="http://schemas.microsoft.com/office/drawing/2014/main" id="{8708C8C4-64F4-A781-6867-81659843B810}"/>
                  </a:ext>
                </a:extLst>
              </p:cNvPr>
              <p:cNvSpPr>
                <a:spLocks noChangeArrowheads="1"/>
              </p:cNvSpPr>
              <p:nvPr/>
            </p:nvSpPr>
            <p:spPr bwMode="auto">
              <a:xfrm>
                <a:off x="1905" y="1409"/>
                <a:ext cx="96"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84" name="Freeform 165">
                <a:extLst>
                  <a:ext uri="{FF2B5EF4-FFF2-40B4-BE49-F238E27FC236}">
                    <a16:creationId xmlns:a16="http://schemas.microsoft.com/office/drawing/2014/main" id="{77B29997-44A7-2B9E-F9CD-704FE2D8910E}"/>
                  </a:ext>
                </a:extLst>
              </p:cNvPr>
              <p:cNvSpPr>
                <a:spLocks/>
              </p:cNvSpPr>
              <p:nvPr/>
            </p:nvSpPr>
            <p:spPr bwMode="auto">
              <a:xfrm>
                <a:off x="5202" y="1754"/>
                <a:ext cx="56" cy="69"/>
              </a:xfrm>
              <a:custGeom>
                <a:avLst/>
                <a:gdLst>
                  <a:gd name="T0" fmla="*/ 0 w 56"/>
                  <a:gd name="T1" fmla="*/ 0 h 69"/>
                  <a:gd name="T2" fmla="*/ 42 w 56"/>
                  <a:gd name="T3" fmla="*/ 14 h 69"/>
                  <a:gd name="T4" fmla="*/ 56 w 56"/>
                  <a:gd name="T5" fmla="*/ 69 h 69"/>
                  <a:gd name="T6" fmla="*/ 0 60000 65536"/>
                  <a:gd name="T7" fmla="*/ 0 60000 65536"/>
                  <a:gd name="T8" fmla="*/ 0 60000 65536"/>
                  <a:gd name="T9" fmla="*/ 0 w 56"/>
                  <a:gd name="T10" fmla="*/ 0 h 69"/>
                  <a:gd name="T11" fmla="*/ 56 w 56"/>
                  <a:gd name="T12" fmla="*/ 69 h 69"/>
                </a:gdLst>
                <a:ahLst/>
                <a:cxnLst>
                  <a:cxn ang="T6">
                    <a:pos x="T0" y="T1"/>
                  </a:cxn>
                  <a:cxn ang="T7">
                    <a:pos x="T2" y="T3"/>
                  </a:cxn>
                  <a:cxn ang="T8">
                    <a:pos x="T4" y="T5"/>
                  </a:cxn>
                </a:cxnLst>
                <a:rect l="T9" t="T10" r="T11" b="T12"/>
                <a:pathLst>
                  <a:path w="56" h="69">
                    <a:moveTo>
                      <a:pt x="0" y="0"/>
                    </a:moveTo>
                    <a:lnTo>
                      <a:pt x="42" y="14"/>
                    </a:lnTo>
                    <a:lnTo>
                      <a:pt x="56"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85" name="AutoShape 166">
                <a:extLst>
                  <a:ext uri="{FF2B5EF4-FFF2-40B4-BE49-F238E27FC236}">
                    <a16:creationId xmlns:a16="http://schemas.microsoft.com/office/drawing/2014/main" id="{7A75B2DD-2903-FBB1-565E-07AE7A4CC523}"/>
                  </a:ext>
                </a:extLst>
              </p:cNvPr>
              <p:cNvSpPr>
                <a:spLocks noChangeArrowheads="1"/>
              </p:cNvSpPr>
              <p:nvPr/>
            </p:nvSpPr>
            <p:spPr bwMode="auto">
              <a:xfrm>
                <a:off x="5106" y="1657"/>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86" name="AutoShape 167">
                <a:extLst>
                  <a:ext uri="{FF2B5EF4-FFF2-40B4-BE49-F238E27FC236}">
                    <a16:creationId xmlns:a16="http://schemas.microsoft.com/office/drawing/2014/main" id="{23848CC2-02A0-000F-BA85-7CB3807F76CC}"/>
                  </a:ext>
                </a:extLst>
              </p:cNvPr>
              <p:cNvSpPr>
                <a:spLocks noChangeArrowheads="1"/>
              </p:cNvSpPr>
              <p:nvPr/>
            </p:nvSpPr>
            <p:spPr bwMode="auto">
              <a:xfrm>
                <a:off x="5092" y="1644"/>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87" name="Rectangle 168">
                <a:extLst>
                  <a:ext uri="{FF2B5EF4-FFF2-40B4-BE49-F238E27FC236}">
                    <a16:creationId xmlns:a16="http://schemas.microsoft.com/office/drawing/2014/main" id="{979AB9CF-FBAF-F1B1-AB5C-C1C16A4D2AA6}"/>
                  </a:ext>
                </a:extLst>
              </p:cNvPr>
              <p:cNvSpPr>
                <a:spLocks noChangeArrowheads="1"/>
              </p:cNvSpPr>
              <p:nvPr/>
            </p:nvSpPr>
            <p:spPr bwMode="auto">
              <a:xfrm>
                <a:off x="5120" y="1685"/>
                <a:ext cx="8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88" name="Rectangle 169">
                <a:extLst>
                  <a:ext uri="{FF2B5EF4-FFF2-40B4-BE49-F238E27FC236}">
                    <a16:creationId xmlns:a16="http://schemas.microsoft.com/office/drawing/2014/main" id="{DC3B2D24-4863-C2FF-2A51-CF7D6D439C31}"/>
                  </a:ext>
                </a:extLst>
              </p:cNvPr>
              <p:cNvSpPr>
                <a:spLocks noChangeArrowheads="1"/>
              </p:cNvSpPr>
              <p:nvPr/>
            </p:nvSpPr>
            <p:spPr bwMode="auto">
              <a:xfrm>
                <a:off x="5120" y="1685"/>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89" name="Freeform 170">
                <a:extLst>
                  <a:ext uri="{FF2B5EF4-FFF2-40B4-BE49-F238E27FC236}">
                    <a16:creationId xmlns:a16="http://schemas.microsoft.com/office/drawing/2014/main" id="{06782921-4876-0C90-5BD2-73791F8F3F95}"/>
                  </a:ext>
                </a:extLst>
              </p:cNvPr>
              <p:cNvSpPr>
                <a:spLocks/>
              </p:cNvSpPr>
              <p:nvPr/>
            </p:nvSpPr>
            <p:spPr bwMode="auto">
              <a:xfrm>
                <a:off x="5244" y="1809"/>
                <a:ext cx="14" cy="28"/>
              </a:xfrm>
              <a:custGeom>
                <a:avLst/>
                <a:gdLst>
                  <a:gd name="T0" fmla="*/ 0 w 14"/>
                  <a:gd name="T1" fmla="*/ 0 h 28"/>
                  <a:gd name="T2" fmla="*/ 14 w 14"/>
                  <a:gd name="T3" fmla="*/ 0 h 28"/>
                  <a:gd name="T4" fmla="*/ 14 w 14"/>
                  <a:gd name="T5" fmla="*/ 14 h 28"/>
                  <a:gd name="T6" fmla="*/ 14 w 14"/>
                  <a:gd name="T7" fmla="*/ 28 h 28"/>
                  <a:gd name="T8" fmla="*/ 14 w 14"/>
                  <a:gd name="T9" fmla="*/ 28 h 28"/>
                  <a:gd name="T10" fmla="*/ 0 w 14"/>
                  <a:gd name="T11" fmla="*/ 28 h 28"/>
                  <a:gd name="T12" fmla="*/ 0 w 14"/>
                  <a:gd name="T13" fmla="*/ 28 h 28"/>
                  <a:gd name="T14" fmla="*/ 0 w 14"/>
                  <a:gd name="T15" fmla="*/ 14 h 28"/>
                  <a:gd name="T16" fmla="*/ 0 w 14"/>
                  <a:gd name="T17" fmla="*/ 0 h 28"/>
                  <a:gd name="T18" fmla="*/ 0 w 14"/>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28"/>
                  <a:gd name="T32" fmla="*/ 14 w 14"/>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28">
                    <a:moveTo>
                      <a:pt x="0" y="0"/>
                    </a:moveTo>
                    <a:lnTo>
                      <a:pt x="14" y="0"/>
                    </a:lnTo>
                    <a:lnTo>
                      <a:pt x="14" y="14"/>
                    </a:lnTo>
                    <a:lnTo>
                      <a:pt x="14" y="28"/>
                    </a:lnTo>
                    <a:lnTo>
                      <a:pt x="0" y="28"/>
                    </a:lnTo>
                    <a:lnTo>
                      <a:pt x="0" y="14"/>
                    </a:lnTo>
                    <a:lnTo>
                      <a:pt x="0" y="0"/>
                    </a:lnTo>
                    <a:close/>
                  </a:path>
                </a:pathLst>
              </a:custGeom>
              <a:solidFill>
                <a:srgbClr val="999999"/>
              </a:solidFill>
              <a:ln w="31750">
                <a:solidFill>
                  <a:srgbClr val="999999"/>
                </a:solidFill>
                <a:prstDash val="solid"/>
                <a:round/>
                <a:headEnd/>
                <a:tailEnd/>
              </a:ln>
            </p:spPr>
            <p:txBody>
              <a:bodyPr/>
              <a:lstStyle/>
              <a:p>
                <a:endParaRPr lang="en-US" sz="1350"/>
              </a:p>
            </p:txBody>
          </p:sp>
          <p:pic>
            <p:nvPicPr>
              <p:cNvPr id="35290" name="Picture 171">
                <a:extLst>
                  <a:ext uri="{FF2B5EF4-FFF2-40B4-BE49-F238E27FC236}">
                    <a16:creationId xmlns:a16="http://schemas.microsoft.com/office/drawing/2014/main" id="{929695D2-9103-1108-1850-00FD1AD1E7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33" y="1685"/>
                <a:ext cx="69"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291" name="Freeform 172">
                <a:extLst>
                  <a:ext uri="{FF2B5EF4-FFF2-40B4-BE49-F238E27FC236}">
                    <a16:creationId xmlns:a16="http://schemas.microsoft.com/office/drawing/2014/main" id="{A7C1AE84-523F-2FD6-E3BC-E5EC5DEF9005}"/>
                  </a:ext>
                </a:extLst>
              </p:cNvPr>
              <p:cNvSpPr>
                <a:spLocks/>
              </p:cNvSpPr>
              <p:nvPr/>
            </p:nvSpPr>
            <p:spPr bwMode="auto">
              <a:xfrm>
                <a:off x="5244" y="182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92" name="Line 173">
                <a:extLst>
                  <a:ext uri="{FF2B5EF4-FFF2-40B4-BE49-F238E27FC236}">
                    <a16:creationId xmlns:a16="http://schemas.microsoft.com/office/drawing/2014/main" id="{47A5E52D-F425-52F1-2285-47B6879B825C}"/>
                  </a:ext>
                </a:extLst>
              </p:cNvPr>
              <p:cNvSpPr>
                <a:spLocks noChangeShapeType="1"/>
              </p:cNvSpPr>
              <p:nvPr/>
            </p:nvSpPr>
            <p:spPr bwMode="auto">
              <a:xfrm>
                <a:off x="5258" y="1823"/>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93" name="Rectangle 174">
                <a:extLst>
                  <a:ext uri="{FF2B5EF4-FFF2-40B4-BE49-F238E27FC236}">
                    <a16:creationId xmlns:a16="http://schemas.microsoft.com/office/drawing/2014/main" id="{7A68CB93-84CF-18DD-07E5-95444FCA2810}"/>
                  </a:ext>
                </a:extLst>
              </p:cNvPr>
              <p:cNvSpPr>
                <a:spLocks noChangeArrowheads="1"/>
              </p:cNvSpPr>
              <p:nvPr/>
            </p:nvSpPr>
            <p:spPr bwMode="auto">
              <a:xfrm>
                <a:off x="5106" y="1740"/>
                <a:ext cx="110" cy="28"/>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294" name="Freeform 175">
                <a:extLst>
                  <a:ext uri="{FF2B5EF4-FFF2-40B4-BE49-F238E27FC236}">
                    <a16:creationId xmlns:a16="http://schemas.microsoft.com/office/drawing/2014/main" id="{F17AF280-9286-6C55-6DE6-3D912C627E92}"/>
                  </a:ext>
                </a:extLst>
              </p:cNvPr>
              <p:cNvSpPr>
                <a:spLocks/>
              </p:cNvSpPr>
              <p:nvPr/>
            </p:nvSpPr>
            <p:spPr bwMode="auto">
              <a:xfrm>
                <a:off x="5092" y="1768"/>
                <a:ext cx="138" cy="14"/>
              </a:xfrm>
              <a:custGeom>
                <a:avLst/>
                <a:gdLst>
                  <a:gd name="T0" fmla="*/ 14 w 138"/>
                  <a:gd name="T1" fmla="*/ 0 h 14"/>
                  <a:gd name="T2" fmla="*/ 0 w 138"/>
                  <a:gd name="T3" fmla="*/ 14 h 14"/>
                  <a:gd name="T4" fmla="*/ 138 w 138"/>
                  <a:gd name="T5" fmla="*/ 14 h 14"/>
                  <a:gd name="T6" fmla="*/ 124 w 138"/>
                  <a:gd name="T7" fmla="*/ 0 h 14"/>
                  <a:gd name="T8" fmla="*/ 14 w 138"/>
                  <a:gd name="T9" fmla="*/ 0 h 14"/>
                  <a:gd name="T10" fmla="*/ 0 60000 65536"/>
                  <a:gd name="T11" fmla="*/ 0 60000 65536"/>
                  <a:gd name="T12" fmla="*/ 0 60000 65536"/>
                  <a:gd name="T13" fmla="*/ 0 60000 65536"/>
                  <a:gd name="T14" fmla="*/ 0 60000 65536"/>
                  <a:gd name="T15" fmla="*/ 0 w 138"/>
                  <a:gd name="T16" fmla="*/ 0 h 14"/>
                  <a:gd name="T17" fmla="*/ 138 w 138"/>
                  <a:gd name="T18" fmla="*/ 14 h 14"/>
                </a:gdLst>
                <a:ahLst/>
                <a:cxnLst>
                  <a:cxn ang="T10">
                    <a:pos x="T0" y="T1"/>
                  </a:cxn>
                  <a:cxn ang="T11">
                    <a:pos x="T2" y="T3"/>
                  </a:cxn>
                  <a:cxn ang="T12">
                    <a:pos x="T4" y="T5"/>
                  </a:cxn>
                  <a:cxn ang="T13">
                    <a:pos x="T6" y="T7"/>
                  </a:cxn>
                  <a:cxn ang="T14">
                    <a:pos x="T8" y="T9"/>
                  </a:cxn>
                </a:cxnLst>
                <a:rect l="T15" t="T16" r="T17" b="T18"/>
                <a:pathLst>
                  <a:path w="138" h="14">
                    <a:moveTo>
                      <a:pt x="14" y="0"/>
                    </a:moveTo>
                    <a:lnTo>
                      <a:pt x="0" y="14"/>
                    </a:lnTo>
                    <a:lnTo>
                      <a:pt x="138" y="14"/>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295" name="Line 176">
                <a:extLst>
                  <a:ext uri="{FF2B5EF4-FFF2-40B4-BE49-F238E27FC236}">
                    <a16:creationId xmlns:a16="http://schemas.microsoft.com/office/drawing/2014/main" id="{2A1675B3-C1D6-AD52-BA32-A757793861BB}"/>
                  </a:ext>
                </a:extLst>
              </p:cNvPr>
              <p:cNvSpPr>
                <a:spLocks noChangeShapeType="1"/>
              </p:cNvSpPr>
              <p:nvPr/>
            </p:nvSpPr>
            <p:spPr bwMode="auto">
              <a:xfrm>
                <a:off x="5106" y="1782"/>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96" name="Line 177">
                <a:extLst>
                  <a:ext uri="{FF2B5EF4-FFF2-40B4-BE49-F238E27FC236}">
                    <a16:creationId xmlns:a16="http://schemas.microsoft.com/office/drawing/2014/main" id="{1643BC2B-2309-A92D-1858-CE117F0498F7}"/>
                  </a:ext>
                </a:extLst>
              </p:cNvPr>
              <p:cNvSpPr>
                <a:spLocks noChangeShapeType="1"/>
              </p:cNvSpPr>
              <p:nvPr/>
            </p:nvSpPr>
            <p:spPr bwMode="auto">
              <a:xfrm>
                <a:off x="5120" y="1768"/>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97" name="Line 178">
                <a:extLst>
                  <a:ext uri="{FF2B5EF4-FFF2-40B4-BE49-F238E27FC236}">
                    <a16:creationId xmlns:a16="http://schemas.microsoft.com/office/drawing/2014/main" id="{05574297-279D-19F9-4F90-86488271B6D1}"/>
                  </a:ext>
                </a:extLst>
              </p:cNvPr>
              <p:cNvSpPr>
                <a:spLocks noChangeShapeType="1"/>
              </p:cNvSpPr>
              <p:nvPr/>
            </p:nvSpPr>
            <p:spPr bwMode="auto">
              <a:xfrm>
                <a:off x="5106" y="1768"/>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98" name="Line 179">
                <a:extLst>
                  <a:ext uri="{FF2B5EF4-FFF2-40B4-BE49-F238E27FC236}">
                    <a16:creationId xmlns:a16="http://schemas.microsoft.com/office/drawing/2014/main" id="{8EBA95D6-E0C5-AB81-DCFC-DF63609F88CA}"/>
                  </a:ext>
                </a:extLst>
              </p:cNvPr>
              <p:cNvSpPr>
                <a:spLocks noChangeShapeType="1"/>
              </p:cNvSpPr>
              <p:nvPr/>
            </p:nvSpPr>
            <p:spPr bwMode="auto">
              <a:xfrm>
                <a:off x="5147" y="1782"/>
                <a:ext cx="4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299" name="Line 180">
                <a:extLst>
                  <a:ext uri="{FF2B5EF4-FFF2-40B4-BE49-F238E27FC236}">
                    <a16:creationId xmlns:a16="http://schemas.microsoft.com/office/drawing/2014/main" id="{23D510DB-30A2-1A43-8DE4-CC6A5C9DF974}"/>
                  </a:ext>
                </a:extLst>
              </p:cNvPr>
              <p:cNvSpPr>
                <a:spLocks noChangeShapeType="1"/>
              </p:cNvSpPr>
              <p:nvPr/>
            </p:nvSpPr>
            <p:spPr bwMode="auto">
              <a:xfrm>
                <a:off x="5189" y="1768"/>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00" name="Line 181">
                <a:extLst>
                  <a:ext uri="{FF2B5EF4-FFF2-40B4-BE49-F238E27FC236}">
                    <a16:creationId xmlns:a16="http://schemas.microsoft.com/office/drawing/2014/main" id="{7E21586F-1FBF-6FC0-6940-48481EBE8BE7}"/>
                  </a:ext>
                </a:extLst>
              </p:cNvPr>
              <p:cNvSpPr>
                <a:spLocks noChangeShapeType="1"/>
              </p:cNvSpPr>
              <p:nvPr/>
            </p:nvSpPr>
            <p:spPr bwMode="auto">
              <a:xfrm>
                <a:off x="5202" y="1782"/>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01" name="Rectangle 182">
                <a:extLst>
                  <a:ext uri="{FF2B5EF4-FFF2-40B4-BE49-F238E27FC236}">
                    <a16:creationId xmlns:a16="http://schemas.microsoft.com/office/drawing/2014/main" id="{691C1E59-AA0E-5F0D-0F9C-F0939E0C8D7A}"/>
                  </a:ext>
                </a:extLst>
              </p:cNvPr>
              <p:cNvSpPr>
                <a:spLocks noChangeArrowheads="1"/>
              </p:cNvSpPr>
              <p:nvPr/>
            </p:nvSpPr>
            <p:spPr bwMode="auto">
              <a:xfrm>
                <a:off x="5161" y="1671"/>
                <a:ext cx="28"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302" name="Rectangle 183">
                <a:extLst>
                  <a:ext uri="{FF2B5EF4-FFF2-40B4-BE49-F238E27FC236}">
                    <a16:creationId xmlns:a16="http://schemas.microsoft.com/office/drawing/2014/main" id="{68D3DFB9-8DE9-DBFC-9061-4ACFEE75213F}"/>
                  </a:ext>
                </a:extLst>
              </p:cNvPr>
              <p:cNvSpPr>
                <a:spLocks noChangeArrowheads="1"/>
              </p:cNvSpPr>
              <p:nvPr/>
            </p:nvSpPr>
            <p:spPr bwMode="auto">
              <a:xfrm>
                <a:off x="5161" y="1671"/>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303" name="Freeform 184">
                <a:extLst>
                  <a:ext uri="{FF2B5EF4-FFF2-40B4-BE49-F238E27FC236}">
                    <a16:creationId xmlns:a16="http://schemas.microsoft.com/office/drawing/2014/main" id="{EB276E39-51A9-69CF-504B-6F4187072E76}"/>
                  </a:ext>
                </a:extLst>
              </p:cNvPr>
              <p:cNvSpPr>
                <a:spLocks/>
              </p:cNvSpPr>
              <p:nvPr/>
            </p:nvSpPr>
            <p:spPr bwMode="auto">
              <a:xfrm>
                <a:off x="5589" y="1878"/>
                <a:ext cx="41" cy="69"/>
              </a:xfrm>
              <a:custGeom>
                <a:avLst/>
                <a:gdLst>
                  <a:gd name="T0" fmla="*/ 0 w 41"/>
                  <a:gd name="T1" fmla="*/ 0 h 69"/>
                  <a:gd name="T2" fmla="*/ 41 w 41"/>
                  <a:gd name="T3" fmla="*/ 14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4"/>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304" name="AutoShape 185">
                <a:extLst>
                  <a:ext uri="{FF2B5EF4-FFF2-40B4-BE49-F238E27FC236}">
                    <a16:creationId xmlns:a16="http://schemas.microsoft.com/office/drawing/2014/main" id="{361DC0D1-C4D4-E618-BBD1-75E002EAA9F2}"/>
                  </a:ext>
                </a:extLst>
              </p:cNvPr>
              <p:cNvSpPr>
                <a:spLocks noChangeArrowheads="1"/>
              </p:cNvSpPr>
              <p:nvPr/>
            </p:nvSpPr>
            <p:spPr bwMode="auto">
              <a:xfrm>
                <a:off x="5478" y="1795"/>
                <a:ext cx="111"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305" name="AutoShape 186">
                <a:extLst>
                  <a:ext uri="{FF2B5EF4-FFF2-40B4-BE49-F238E27FC236}">
                    <a16:creationId xmlns:a16="http://schemas.microsoft.com/office/drawing/2014/main" id="{A3535E6E-8E34-65A1-ED63-5C8C701348EA}"/>
                  </a:ext>
                </a:extLst>
              </p:cNvPr>
              <p:cNvSpPr>
                <a:spLocks noChangeArrowheads="1"/>
              </p:cNvSpPr>
              <p:nvPr/>
            </p:nvSpPr>
            <p:spPr bwMode="auto">
              <a:xfrm>
                <a:off x="5465" y="1782"/>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306" name="Rectangle 187">
                <a:extLst>
                  <a:ext uri="{FF2B5EF4-FFF2-40B4-BE49-F238E27FC236}">
                    <a16:creationId xmlns:a16="http://schemas.microsoft.com/office/drawing/2014/main" id="{66574C75-D0F7-33A5-9D21-FCF1532C2D81}"/>
                  </a:ext>
                </a:extLst>
              </p:cNvPr>
              <p:cNvSpPr>
                <a:spLocks noChangeArrowheads="1"/>
              </p:cNvSpPr>
              <p:nvPr/>
            </p:nvSpPr>
            <p:spPr bwMode="auto">
              <a:xfrm>
                <a:off x="5492" y="1809"/>
                <a:ext cx="8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307" name="Rectangle 188">
                <a:extLst>
                  <a:ext uri="{FF2B5EF4-FFF2-40B4-BE49-F238E27FC236}">
                    <a16:creationId xmlns:a16="http://schemas.microsoft.com/office/drawing/2014/main" id="{F6C0D2C6-F83E-891B-20E5-D72D5FC1F16B}"/>
                  </a:ext>
                </a:extLst>
              </p:cNvPr>
              <p:cNvSpPr>
                <a:spLocks noChangeArrowheads="1"/>
              </p:cNvSpPr>
              <p:nvPr/>
            </p:nvSpPr>
            <p:spPr bwMode="auto">
              <a:xfrm>
                <a:off x="5492" y="1809"/>
                <a:ext cx="97"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308" name="Freeform 189">
                <a:extLst>
                  <a:ext uri="{FF2B5EF4-FFF2-40B4-BE49-F238E27FC236}">
                    <a16:creationId xmlns:a16="http://schemas.microsoft.com/office/drawing/2014/main" id="{313FC895-D011-C24D-D2F1-A629E041BC47}"/>
                  </a:ext>
                </a:extLst>
              </p:cNvPr>
              <p:cNvSpPr>
                <a:spLocks/>
              </p:cNvSpPr>
              <p:nvPr/>
            </p:nvSpPr>
            <p:spPr bwMode="auto">
              <a:xfrm>
                <a:off x="5616" y="1933"/>
                <a:ext cx="28" cy="42"/>
              </a:xfrm>
              <a:custGeom>
                <a:avLst/>
                <a:gdLst>
                  <a:gd name="T0" fmla="*/ 14 w 28"/>
                  <a:gd name="T1" fmla="*/ 0 h 42"/>
                  <a:gd name="T2" fmla="*/ 14 w 28"/>
                  <a:gd name="T3" fmla="*/ 0 h 42"/>
                  <a:gd name="T4" fmla="*/ 28 w 28"/>
                  <a:gd name="T5" fmla="*/ 14 h 42"/>
                  <a:gd name="T6" fmla="*/ 28 w 28"/>
                  <a:gd name="T7" fmla="*/ 28 h 42"/>
                  <a:gd name="T8" fmla="*/ 14 w 28"/>
                  <a:gd name="T9" fmla="*/ 42 h 42"/>
                  <a:gd name="T10" fmla="*/ 14 w 28"/>
                  <a:gd name="T11" fmla="*/ 42 h 42"/>
                  <a:gd name="T12" fmla="*/ 0 w 28"/>
                  <a:gd name="T13" fmla="*/ 28 h 42"/>
                  <a:gd name="T14" fmla="*/ 0 w 28"/>
                  <a:gd name="T15" fmla="*/ 14 h 42"/>
                  <a:gd name="T16" fmla="*/ 0 w 28"/>
                  <a:gd name="T17" fmla="*/ 0 h 42"/>
                  <a:gd name="T18" fmla="*/ 14 w 28"/>
                  <a:gd name="T19" fmla="*/ 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2"/>
                  <a:gd name="T32" fmla="*/ 28 w 28"/>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2">
                    <a:moveTo>
                      <a:pt x="14" y="0"/>
                    </a:moveTo>
                    <a:lnTo>
                      <a:pt x="14" y="0"/>
                    </a:lnTo>
                    <a:lnTo>
                      <a:pt x="28" y="14"/>
                    </a:lnTo>
                    <a:lnTo>
                      <a:pt x="28" y="28"/>
                    </a:lnTo>
                    <a:lnTo>
                      <a:pt x="14" y="42"/>
                    </a:lnTo>
                    <a:lnTo>
                      <a:pt x="0" y="28"/>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1350"/>
              </a:p>
            </p:txBody>
          </p:sp>
          <p:pic>
            <p:nvPicPr>
              <p:cNvPr id="35309" name="Picture 190">
                <a:extLst>
                  <a:ext uri="{FF2B5EF4-FFF2-40B4-BE49-F238E27FC236}">
                    <a16:creationId xmlns:a16="http://schemas.microsoft.com/office/drawing/2014/main" id="{62C42775-F37E-19F3-8008-0E1823BA77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6" y="1823"/>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10" name="Line 191">
                <a:extLst>
                  <a:ext uri="{FF2B5EF4-FFF2-40B4-BE49-F238E27FC236}">
                    <a16:creationId xmlns:a16="http://schemas.microsoft.com/office/drawing/2014/main" id="{97E0EC4E-53D2-88B8-13E3-900E64AF8345}"/>
                  </a:ext>
                </a:extLst>
              </p:cNvPr>
              <p:cNvSpPr>
                <a:spLocks noChangeShapeType="1"/>
              </p:cNvSpPr>
              <p:nvPr/>
            </p:nvSpPr>
            <p:spPr bwMode="auto">
              <a:xfrm>
                <a:off x="5616" y="1947"/>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11" name="Line 192">
                <a:extLst>
                  <a:ext uri="{FF2B5EF4-FFF2-40B4-BE49-F238E27FC236}">
                    <a16:creationId xmlns:a16="http://schemas.microsoft.com/office/drawing/2014/main" id="{B519DECF-812D-757B-9F7F-F946E3DA34B0}"/>
                  </a:ext>
                </a:extLst>
              </p:cNvPr>
              <p:cNvSpPr>
                <a:spLocks noChangeShapeType="1"/>
              </p:cNvSpPr>
              <p:nvPr/>
            </p:nvSpPr>
            <p:spPr bwMode="auto">
              <a:xfrm>
                <a:off x="5630" y="1947"/>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12" name="Line 193">
                <a:extLst>
                  <a:ext uri="{FF2B5EF4-FFF2-40B4-BE49-F238E27FC236}">
                    <a16:creationId xmlns:a16="http://schemas.microsoft.com/office/drawing/2014/main" id="{C211A80B-AB85-1F28-446B-C4E39BB992CD}"/>
                  </a:ext>
                </a:extLst>
              </p:cNvPr>
              <p:cNvSpPr>
                <a:spLocks noChangeShapeType="1"/>
              </p:cNvSpPr>
              <p:nvPr/>
            </p:nvSpPr>
            <p:spPr bwMode="auto">
              <a:xfrm>
                <a:off x="5630" y="1947"/>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13" name="Rectangle 194">
                <a:extLst>
                  <a:ext uri="{FF2B5EF4-FFF2-40B4-BE49-F238E27FC236}">
                    <a16:creationId xmlns:a16="http://schemas.microsoft.com/office/drawing/2014/main" id="{804DCE23-FC3A-C460-0747-E143B72C9339}"/>
                  </a:ext>
                </a:extLst>
              </p:cNvPr>
              <p:cNvSpPr>
                <a:spLocks noChangeArrowheads="1"/>
              </p:cNvSpPr>
              <p:nvPr/>
            </p:nvSpPr>
            <p:spPr bwMode="auto">
              <a:xfrm>
                <a:off x="5492" y="1878"/>
                <a:ext cx="97"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314" name="Freeform 195">
                <a:extLst>
                  <a:ext uri="{FF2B5EF4-FFF2-40B4-BE49-F238E27FC236}">
                    <a16:creationId xmlns:a16="http://schemas.microsoft.com/office/drawing/2014/main" id="{1732AFD3-FA8F-42B9-AEA5-CDE50FDB6B27}"/>
                  </a:ext>
                </a:extLst>
              </p:cNvPr>
              <p:cNvSpPr>
                <a:spLocks/>
              </p:cNvSpPr>
              <p:nvPr/>
            </p:nvSpPr>
            <p:spPr bwMode="auto">
              <a:xfrm>
                <a:off x="5478" y="1892"/>
                <a:ext cx="125" cy="28"/>
              </a:xfrm>
              <a:custGeom>
                <a:avLst/>
                <a:gdLst>
                  <a:gd name="T0" fmla="*/ 14 w 125"/>
                  <a:gd name="T1" fmla="*/ 0 h 28"/>
                  <a:gd name="T2" fmla="*/ 0 w 125"/>
                  <a:gd name="T3" fmla="*/ 28 h 28"/>
                  <a:gd name="T4" fmla="*/ 125 w 125"/>
                  <a:gd name="T5" fmla="*/ 28 h 28"/>
                  <a:gd name="T6" fmla="*/ 111 w 125"/>
                  <a:gd name="T7" fmla="*/ 0 h 28"/>
                  <a:gd name="T8" fmla="*/ 14 w 125"/>
                  <a:gd name="T9" fmla="*/ 0 h 28"/>
                  <a:gd name="T10" fmla="*/ 0 60000 65536"/>
                  <a:gd name="T11" fmla="*/ 0 60000 65536"/>
                  <a:gd name="T12" fmla="*/ 0 60000 65536"/>
                  <a:gd name="T13" fmla="*/ 0 60000 65536"/>
                  <a:gd name="T14" fmla="*/ 0 60000 65536"/>
                  <a:gd name="T15" fmla="*/ 0 w 125"/>
                  <a:gd name="T16" fmla="*/ 0 h 28"/>
                  <a:gd name="T17" fmla="*/ 125 w 125"/>
                  <a:gd name="T18" fmla="*/ 28 h 28"/>
                </a:gdLst>
                <a:ahLst/>
                <a:cxnLst>
                  <a:cxn ang="T10">
                    <a:pos x="T0" y="T1"/>
                  </a:cxn>
                  <a:cxn ang="T11">
                    <a:pos x="T2" y="T3"/>
                  </a:cxn>
                  <a:cxn ang="T12">
                    <a:pos x="T4" y="T5"/>
                  </a:cxn>
                  <a:cxn ang="T13">
                    <a:pos x="T6" y="T7"/>
                  </a:cxn>
                  <a:cxn ang="T14">
                    <a:pos x="T8" y="T9"/>
                  </a:cxn>
                </a:cxnLst>
                <a:rect l="T15" t="T16" r="T17" b="T18"/>
                <a:pathLst>
                  <a:path w="125" h="28">
                    <a:moveTo>
                      <a:pt x="14" y="0"/>
                    </a:moveTo>
                    <a:lnTo>
                      <a:pt x="0" y="28"/>
                    </a:lnTo>
                    <a:lnTo>
                      <a:pt x="125" y="28"/>
                    </a:lnTo>
                    <a:lnTo>
                      <a:pt x="111"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315" name="Line 196">
                <a:extLst>
                  <a:ext uri="{FF2B5EF4-FFF2-40B4-BE49-F238E27FC236}">
                    <a16:creationId xmlns:a16="http://schemas.microsoft.com/office/drawing/2014/main" id="{94C79D21-0367-7CBC-5C62-5B7852CE6567}"/>
                  </a:ext>
                </a:extLst>
              </p:cNvPr>
              <p:cNvSpPr>
                <a:spLocks noChangeShapeType="1"/>
              </p:cNvSpPr>
              <p:nvPr/>
            </p:nvSpPr>
            <p:spPr bwMode="auto">
              <a:xfrm>
                <a:off x="5492" y="1906"/>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16" name="Line 197">
                <a:extLst>
                  <a:ext uri="{FF2B5EF4-FFF2-40B4-BE49-F238E27FC236}">
                    <a16:creationId xmlns:a16="http://schemas.microsoft.com/office/drawing/2014/main" id="{BE45D5C5-9D63-18F6-2F73-52D786185E65}"/>
                  </a:ext>
                </a:extLst>
              </p:cNvPr>
              <p:cNvSpPr>
                <a:spLocks noChangeShapeType="1"/>
              </p:cNvSpPr>
              <p:nvPr/>
            </p:nvSpPr>
            <p:spPr bwMode="auto">
              <a:xfrm>
                <a:off x="5492" y="1892"/>
                <a:ext cx="9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17" name="Line 198">
                <a:extLst>
                  <a:ext uri="{FF2B5EF4-FFF2-40B4-BE49-F238E27FC236}">
                    <a16:creationId xmlns:a16="http://schemas.microsoft.com/office/drawing/2014/main" id="{E7916F2C-0744-20AD-E0B9-3AAD185F4D54}"/>
                  </a:ext>
                </a:extLst>
              </p:cNvPr>
              <p:cNvSpPr>
                <a:spLocks noChangeShapeType="1"/>
              </p:cNvSpPr>
              <p:nvPr/>
            </p:nvSpPr>
            <p:spPr bwMode="auto">
              <a:xfrm>
                <a:off x="5492" y="190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18" name="Line 199">
                <a:extLst>
                  <a:ext uri="{FF2B5EF4-FFF2-40B4-BE49-F238E27FC236}">
                    <a16:creationId xmlns:a16="http://schemas.microsoft.com/office/drawing/2014/main" id="{B2E84AE3-3F41-9D62-9E1C-39224A914471}"/>
                  </a:ext>
                </a:extLst>
              </p:cNvPr>
              <p:cNvSpPr>
                <a:spLocks noChangeShapeType="1"/>
              </p:cNvSpPr>
              <p:nvPr/>
            </p:nvSpPr>
            <p:spPr bwMode="auto">
              <a:xfrm>
                <a:off x="5520" y="190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19" name="Line 200">
                <a:extLst>
                  <a:ext uri="{FF2B5EF4-FFF2-40B4-BE49-F238E27FC236}">
                    <a16:creationId xmlns:a16="http://schemas.microsoft.com/office/drawing/2014/main" id="{B858CA3E-FDF8-A6DF-22F0-26DE0FAF9907}"/>
                  </a:ext>
                </a:extLst>
              </p:cNvPr>
              <p:cNvSpPr>
                <a:spLocks noChangeShapeType="1"/>
              </p:cNvSpPr>
              <p:nvPr/>
            </p:nvSpPr>
            <p:spPr bwMode="auto">
              <a:xfrm>
                <a:off x="5561" y="1906"/>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20" name="Line 201">
                <a:extLst>
                  <a:ext uri="{FF2B5EF4-FFF2-40B4-BE49-F238E27FC236}">
                    <a16:creationId xmlns:a16="http://schemas.microsoft.com/office/drawing/2014/main" id="{D0D337BA-2E5B-F00F-3ECD-601ED04F6B3D}"/>
                  </a:ext>
                </a:extLst>
              </p:cNvPr>
              <p:cNvSpPr>
                <a:spLocks noChangeShapeType="1"/>
              </p:cNvSpPr>
              <p:nvPr/>
            </p:nvSpPr>
            <p:spPr bwMode="auto">
              <a:xfrm>
                <a:off x="5575" y="1906"/>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321" name="Rectangle 202">
                <a:extLst>
                  <a:ext uri="{FF2B5EF4-FFF2-40B4-BE49-F238E27FC236}">
                    <a16:creationId xmlns:a16="http://schemas.microsoft.com/office/drawing/2014/main" id="{A6B76920-06C0-9FC0-0B17-61FCA2EA56F7}"/>
                  </a:ext>
                </a:extLst>
              </p:cNvPr>
              <p:cNvSpPr>
                <a:spLocks noChangeArrowheads="1"/>
              </p:cNvSpPr>
              <p:nvPr/>
            </p:nvSpPr>
            <p:spPr bwMode="auto">
              <a:xfrm>
                <a:off x="5534" y="1795"/>
                <a:ext cx="27"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322" name="Rectangle 203">
                <a:extLst>
                  <a:ext uri="{FF2B5EF4-FFF2-40B4-BE49-F238E27FC236}">
                    <a16:creationId xmlns:a16="http://schemas.microsoft.com/office/drawing/2014/main" id="{67A1F2EB-91B3-1FF0-8187-438163726510}"/>
                  </a:ext>
                </a:extLst>
              </p:cNvPr>
              <p:cNvSpPr>
                <a:spLocks noChangeArrowheads="1"/>
              </p:cNvSpPr>
              <p:nvPr/>
            </p:nvSpPr>
            <p:spPr bwMode="auto">
              <a:xfrm>
                <a:off x="5534" y="1795"/>
                <a:ext cx="41" cy="56"/>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323" name="Freeform 204">
                <a:extLst>
                  <a:ext uri="{FF2B5EF4-FFF2-40B4-BE49-F238E27FC236}">
                    <a16:creationId xmlns:a16="http://schemas.microsoft.com/office/drawing/2014/main" id="{C5C1FD1D-E033-4A36-5972-10CDAAC8BB2B}"/>
                  </a:ext>
                </a:extLst>
              </p:cNvPr>
              <p:cNvSpPr>
                <a:spLocks/>
              </p:cNvSpPr>
              <p:nvPr/>
            </p:nvSpPr>
            <p:spPr bwMode="auto">
              <a:xfrm>
                <a:off x="5547" y="2237"/>
                <a:ext cx="42" cy="55"/>
              </a:xfrm>
              <a:custGeom>
                <a:avLst/>
                <a:gdLst>
                  <a:gd name="T0" fmla="*/ 0 w 42"/>
                  <a:gd name="T1" fmla="*/ 0 h 55"/>
                  <a:gd name="T2" fmla="*/ 42 w 42"/>
                  <a:gd name="T3" fmla="*/ 0 h 55"/>
                  <a:gd name="T4" fmla="*/ 42 w 42"/>
                  <a:gd name="T5" fmla="*/ 55 h 55"/>
                  <a:gd name="T6" fmla="*/ 0 60000 65536"/>
                  <a:gd name="T7" fmla="*/ 0 60000 65536"/>
                  <a:gd name="T8" fmla="*/ 0 60000 65536"/>
                  <a:gd name="T9" fmla="*/ 0 w 42"/>
                  <a:gd name="T10" fmla="*/ 0 h 55"/>
                  <a:gd name="T11" fmla="*/ 42 w 42"/>
                  <a:gd name="T12" fmla="*/ 55 h 55"/>
                </a:gdLst>
                <a:ahLst/>
                <a:cxnLst>
                  <a:cxn ang="T6">
                    <a:pos x="T0" y="T1"/>
                  </a:cxn>
                  <a:cxn ang="T7">
                    <a:pos x="T2" y="T3"/>
                  </a:cxn>
                  <a:cxn ang="T8">
                    <a:pos x="T4" y="T5"/>
                  </a:cxn>
                </a:cxnLst>
                <a:rect l="T9" t="T10" r="T11" b="T12"/>
                <a:pathLst>
                  <a:path w="42" h="55">
                    <a:moveTo>
                      <a:pt x="0" y="0"/>
                    </a:moveTo>
                    <a:lnTo>
                      <a:pt x="42" y="0"/>
                    </a:lnTo>
                    <a:lnTo>
                      <a:pt x="42"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grpSp>
        <p:sp>
          <p:nvSpPr>
            <p:cNvPr id="34822" name="AutoShape 205">
              <a:extLst>
                <a:ext uri="{FF2B5EF4-FFF2-40B4-BE49-F238E27FC236}">
                  <a16:creationId xmlns:a16="http://schemas.microsoft.com/office/drawing/2014/main" id="{C3C101AD-D548-0807-2562-982EED10FE9C}"/>
                </a:ext>
              </a:extLst>
            </p:cNvPr>
            <p:cNvSpPr>
              <a:spLocks noChangeArrowheads="1"/>
            </p:cNvSpPr>
            <p:nvPr/>
          </p:nvSpPr>
          <p:spPr bwMode="auto">
            <a:xfrm>
              <a:off x="5451" y="2140"/>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23" name="AutoShape 206">
              <a:extLst>
                <a:ext uri="{FF2B5EF4-FFF2-40B4-BE49-F238E27FC236}">
                  <a16:creationId xmlns:a16="http://schemas.microsoft.com/office/drawing/2014/main" id="{CA01D3A6-F09D-32BC-C7BB-59388776EDB4}"/>
                </a:ext>
              </a:extLst>
            </p:cNvPr>
            <p:cNvSpPr>
              <a:spLocks noChangeArrowheads="1"/>
            </p:cNvSpPr>
            <p:nvPr/>
          </p:nvSpPr>
          <p:spPr bwMode="auto">
            <a:xfrm>
              <a:off x="5437" y="2127"/>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24" name="Rectangle 207">
              <a:extLst>
                <a:ext uri="{FF2B5EF4-FFF2-40B4-BE49-F238E27FC236}">
                  <a16:creationId xmlns:a16="http://schemas.microsoft.com/office/drawing/2014/main" id="{2DD50BDA-A7B1-5D18-BEC5-A445848588A0}"/>
                </a:ext>
              </a:extLst>
            </p:cNvPr>
            <p:cNvSpPr>
              <a:spLocks noChangeArrowheads="1"/>
            </p:cNvSpPr>
            <p:nvPr/>
          </p:nvSpPr>
          <p:spPr bwMode="auto">
            <a:xfrm>
              <a:off x="5465" y="2168"/>
              <a:ext cx="8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25" name="Rectangle 208">
              <a:extLst>
                <a:ext uri="{FF2B5EF4-FFF2-40B4-BE49-F238E27FC236}">
                  <a16:creationId xmlns:a16="http://schemas.microsoft.com/office/drawing/2014/main" id="{E134AE57-4C9A-5386-7620-2BCF9A1517D3}"/>
                </a:ext>
              </a:extLst>
            </p:cNvPr>
            <p:cNvSpPr>
              <a:spLocks noChangeArrowheads="1"/>
            </p:cNvSpPr>
            <p:nvPr/>
          </p:nvSpPr>
          <p:spPr bwMode="auto">
            <a:xfrm>
              <a:off x="5465" y="2168"/>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26" name="Freeform 209">
              <a:extLst>
                <a:ext uri="{FF2B5EF4-FFF2-40B4-BE49-F238E27FC236}">
                  <a16:creationId xmlns:a16="http://schemas.microsoft.com/office/drawing/2014/main" id="{9250F1D5-D1D0-47FE-28AD-1E1F4D74960B}"/>
                </a:ext>
              </a:extLst>
            </p:cNvPr>
            <p:cNvSpPr>
              <a:spLocks/>
            </p:cNvSpPr>
            <p:nvPr/>
          </p:nvSpPr>
          <p:spPr bwMode="auto">
            <a:xfrm>
              <a:off x="5575" y="2292"/>
              <a:ext cx="28" cy="28"/>
            </a:xfrm>
            <a:custGeom>
              <a:avLst/>
              <a:gdLst>
                <a:gd name="T0" fmla="*/ 14 w 28"/>
                <a:gd name="T1" fmla="*/ 0 h 28"/>
                <a:gd name="T2" fmla="*/ 14 w 28"/>
                <a:gd name="T3" fmla="*/ 0 h 28"/>
                <a:gd name="T4" fmla="*/ 28 w 28"/>
                <a:gd name="T5" fmla="*/ 0 h 28"/>
                <a:gd name="T6" fmla="*/ 28 w 28"/>
                <a:gd name="T7" fmla="*/ 14 h 28"/>
                <a:gd name="T8" fmla="*/ 14 w 28"/>
                <a:gd name="T9" fmla="*/ 28 h 28"/>
                <a:gd name="T10" fmla="*/ 14 w 28"/>
                <a:gd name="T11" fmla="*/ 28 h 28"/>
                <a:gd name="T12" fmla="*/ 0 w 28"/>
                <a:gd name="T13" fmla="*/ 14 h 28"/>
                <a:gd name="T14" fmla="*/ 0 w 28"/>
                <a:gd name="T15" fmla="*/ 0 h 28"/>
                <a:gd name="T16" fmla="*/ 0 w 28"/>
                <a:gd name="T17" fmla="*/ 0 h 28"/>
                <a:gd name="T18" fmla="*/ 14 w 28"/>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8"/>
                <a:gd name="T32" fmla="*/ 28 w 28"/>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8">
                  <a:moveTo>
                    <a:pt x="14" y="0"/>
                  </a:moveTo>
                  <a:lnTo>
                    <a:pt x="14" y="0"/>
                  </a:lnTo>
                  <a:lnTo>
                    <a:pt x="28" y="0"/>
                  </a:lnTo>
                  <a:lnTo>
                    <a:pt x="28" y="14"/>
                  </a:lnTo>
                  <a:lnTo>
                    <a:pt x="14" y="28"/>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1350"/>
            </a:p>
          </p:txBody>
        </p:sp>
        <p:pic>
          <p:nvPicPr>
            <p:cNvPr id="34827" name="Picture 210">
              <a:extLst>
                <a:ext uri="{FF2B5EF4-FFF2-40B4-BE49-F238E27FC236}">
                  <a16:creationId xmlns:a16="http://schemas.microsoft.com/office/drawing/2014/main" id="{555779E8-94E2-0A91-D7C0-AA2200E05A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65" y="2168"/>
              <a:ext cx="82"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8" name="Line 211">
              <a:extLst>
                <a:ext uri="{FF2B5EF4-FFF2-40B4-BE49-F238E27FC236}">
                  <a16:creationId xmlns:a16="http://schemas.microsoft.com/office/drawing/2014/main" id="{087C2869-0750-A220-7395-F34D6A5169A7}"/>
                </a:ext>
              </a:extLst>
            </p:cNvPr>
            <p:cNvSpPr>
              <a:spLocks noChangeShapeType="1"/>
            </p:cNvSpPr>
            <p:nvPr/>
          </p:nvSpPr>
          <p:spPr bwMode="auto">
            <a:xfrm>
              <a:off x="5589" y="2292"/>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29" name="Line 212">
              <a:extLst>
                <a:ext uri="{FF2B5EF4-FFF2-40B4-BE49-F238E27FC236}">
                  <a16:creationId xmlns:a16="http://schemas.microsoft.com/office/drawing/2014/main" id="{C424DF95-74B9-87C6-36D7-589DDB1DE8C8}"/>
                </a:ext>
              </a:extLst>
            </p:cNvPr>
            <p:cNvSpPr>
              <a:spLocks noChangeShapeType="1"/>
            </p:cNvSpPr>
            <p:nvPr/>
          </p:nvSpPr>
          <p:spPr bwMode="auto">
            <a:xfrm>
              <a:off x="5589" y="2292"/>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0" name="Line 213">
              <a:extLst>
                <a:ext uri="{FF2B5EF4-FFF2-40B4-BE49-F238E27FC236}">
                  <a16:creationId xmlns:a16="http://schemas.microsoft.com/office/drawing/2014/main" id="{9FACA5A3-A17B-11C6-7ABF-8DBAD1172C4C}"/>
                </a:ext>
              </a:extLst>
            </p:cNvPr>
            <p:cNvSpPr>
              <a:spLocks noChangeShapeType="1"/>
            </p:cNvSpPr>
            <p:nvPr/>
          </p:nvSpPr>
          <p:spPr bwMode="auto">
            <a:xfrm>
              <a:off x="5603" y="2292"/>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1" name="Rectangle 214">
              <a:extLst>
                <a:ext uri="{FF2B5EF4-FFF2-40B4-BE49-F238E27FC236}">
                  <a16:creationId xmlns:a16="http://schemas.microsoft.com/office/drawing/2014/main" id="{216CFC88-1890-8615-FF60-ADD893291D76}"/>
                </a:ext>
              </a:extLst>
            </p:cNvPr>
            <p:cNvSpPr>
              <a:spLocks noChangeArrowheads="1"/>
            </p:cNvSpPr>
            <p:nvPr/>
          </p:nvSpPr>
          <p:spPr bwMode="auto">
            <a:xfrm>
              <a:off x="5451" y="2223"/>
              <a:ext cx="96"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32" name="Freeform 215">
              <a:extLst>
                <a:ext uri="{FF2B5EF4-FFF2-40B4-BE49-F238E27FC236}">
                  <a16:creationId xmlns:a16="http://schemas.microsoft.com/office/drawing/2014/main" id="{FCD18B6A-E367-8BD0-8D7E-29B4F126D996}"/>
                </a:ext>
              </a:extLst>
            </p:cNvPr>
            <p:cNvSpPr>
              <a:spLocks/>
            </p:cNvSpPr>
            <p:nvPr/>
          </p:nvSpPr>
          <p:spPr bwMode="auto">
            <a:xfrm>
              <a:off x="5437" y="2237"/>
              <a:ext cx="138" cy="28"/>
            </a:xfrm>
            <a:custGeom>
              <a:avLst/>
              <a:gdLst>
                <a:gd name="T0" fmla="*/ 14 w 138"/>
                <a:gd name="T1" fmla="*/ 0 h 28"/>
                <a:gd name="T2" fmla="*/ 0 w 138"/>
                <a:gd name="T3" fmla="*/ 28 h 28"/>
                <a:gd name="T4" fmla="*/ 138 w 138"/>
                <a:gd name="T5" fmla="*/ 28 h 28"/>
                <a:gd name="T6" fmla="*/ 124 w 138"/>
                <a:gd name="T7" fmla="*/ 0 h 28"/>
                <a:gd name="T8" fmla="*/ 14 w 138"/>
                <a:gd name="T9" fmla="*/ 0 h 28"/>
                <a:gd name="T10" fmla="*/ 0 60000 65536"/>
                <a:gd name="T11" fmla="*/ 0 60000 65536"/>
                <a:gd name="T12" fmla="*/ 0 60000 65536"/>
                <a:gd name="T13" fmla="*/ 0 60000 65536"/>
                <a:gd name="T14" fmla="*/ 0 60000 65536"/>
                <a:gd name="T15" fmla="*/ 0 w 138"/>
                <a:gd name="T16" fmla="*/ 0 h 28"/>
                <a:gd name="T17" fmla="*/ 138 w 138"/>
                <a:gd name="T18" fmla="*/ 28 h 28"/>
              </a:gdLst>
              <a:ahLst/>
              <a:cxnLst>
                <a:cxn ang="T10">
                  <a:pos x="T0" y="T1"/>
                </a:cxn>
                <a:cxn ang="T11">
                  <a:pos x="T2" y="T3"/>
                </a:cxn>
                <a:cxn ang="T12">
                  <a:pos x="T4" y="T5"/>
                </a:cxn>
                <a:cxn ang="T13">
                  <a:pos x="T6" y="T7"/>
                </a:cxn>
                <a:cxn ang="T14">
                  <a:pos x="T8" y="T9"/>
                </a:cxn>
              </a:cxnLst>
              <a:rect l="T15" t="T16" r="T17" b="T18"/>
              <a:pathLst>
                <a:path w="138" h="28">
                  <a:moveTo>
                    <a:pt x="14" y="0"/>
                  </a:moveTo>
                  <a:lnTo>
                    <a:pt x="0" y="28"/>
                  </a:lnTo>
                  <a:lnTo>
                    <a:pt x="138"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833" name="Line 216">
              <a:extLst>
                <a:ext uri="{FF2B5EF4-FFF2-40B4-BE49-F238E27FC236}">
                  <a16:creationId xmlns:a16="http://schemas.microsoft.com/office/drawing/2014/main" id="{C30D8080-4DD9-EE9A-BAB0-0A2804D4BBB6}"/>
                </a:ext>
              </a:extLst>
            </p:cNvPr>
            <p:cNvSpPr>
              <a:spLocks noChangeShapeType="1"/>
            </p:cNvSpPr>
            <p:nvPr/>
          </p:nvSpPr>
          <p:spPr bwMode="auto">
            <a:xfrm>
              <a:off x="5451" y="2265"/>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4" name="Line 217">
              <a:extLst>
                <a:ext uri="{FF2B5EF4-FFF2-40B4-BE49-F238E27FC236}">
                  <a16:creationId xmlns:a16="http://schemas.microsoft.com/office/drawing/2014/main" id="{84A80E8D-C079-7599-4575-81B69FDB4123}"/>
                </a:ext>
              </a:extLst>
            </p:cNvPr>
            <p:cNvSpPr>
              <a:spLocks noChangeShapeType="1"/>
            </p:cNvSpPr>
            <p:nvPr/>
          </p:nvSpPr>
          <p:spPr bwMode="auto">
            <a:xfrm>
              <a:off x="5465" y="2251"/>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5" name="Line 218">
              <a:extLst>
                <a:ext uri="{FF2B5EF4-FFF2-40B4-BE49-F238E27FC236}">
                  <a16:creationId xmlns:a16="http://schemas.microsoft.com/office/drawing/2014/main" id="{3741B5C5-1E93-E9FE-64CF-9C56A7EA31DA}"/>
                </a:ext>
              </a:extLst>
            </p:cNvPr>
            <p:cNvSpPr>
              <a:spLocks noChangeShapeType="1"/>
            </p:cNvSpPr>
            <p:nvPr/>
          </p:nvSpPr>
          <p:spPr bwMode="auto">
            <a:xfrm>
              <a:off x="5451" y="2251"/>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6" name="Freeform 219">
              <a:extLst>
                <a:ext uri="{FF2B5EF4-FFF2-40B4-BE49-F238E27FC236}">
                  <a16:creationId xmlns:a16="http://schemas.microsoft.com/office/drawing/2014/main" id="{DB473677-5F1F-EC32-D3FB-8D12EA5F141C}"/>
                </a:ext>
              </a:extLst>
            </p:cNvPr>
            <p:cNvSpPr>
              <a:spLocks/>
            </p:cNvSpPr>
            <p:nvPr/>
          </p:nvSpPr>
          <p:spPr bwMode="auto">
            <a:xfrm>
              <a:off x="5478" y="2251"/>
              <a:ext cx="83" cy="1"/>
            </a:xfrm>
            <a:custGeom>
              <a:avLst/>
              <a:gdLst>
                <a:gd name="T0" fmla="*/ 0 w 83"/>
                <a:gd name="T1" fmla="*/ 0 h 1"/>
                <a:gd name="T2" fmla="*/ 56 w 83"/>
                <a:gd name="T3" fmla="*/ 0 h 1"/>
                <a:gd name="T4" fmla="*/ 83 w 83"/>
                <a:gd name="T5" fmla="*/ 0 h 1"/>
                <a:gd name="T6" fmla="*/ 0 60000 65536"/>
                <a:gd name="T7" fmla="*/ 0 60000 65536"/>
                <a:gd name="T8" fmla="*/ 0 60000 65536"/>
                <a:gd name="T9" fmla="*/ 0 w 83"/>
                <a:gd name="T10" fmla="*/ 0 h 1"/>
                <a:gd name="T11" fmla="*/ 83 w 83"/>
                <a:gd name="T12" fmla="*/ 1 h 1"/>
              </a:gdLst>
              <a:ahLst/>
              <a:cxnLst>
                <a:cxn ang="T6">
                  <a:pos x="T0" y="T1"/>
                </a:cxn>
                <a:cxn ang="T7">
                  <a:pos x="T2" y="T3"/>
                </a:cxn>
                <a:cxn ang="T8">
                  <a:pos x="T4" y="T5"/>
                </a:cxn>
              </a:cxnLst>
              <a:rect l="T9" t="T10" r="T11" b="T12"/>
              <a:pathLst>
                <a:path w="83" h="1">
                  <a:moveTo>
                    <a:pt x="0" y="0"/>
                  </a:moveTo>
                  <a:lnTo>
                    <a:pt x="56" y="0"/>
                  </a:lnTo>
                  <a:lnTo>
                    <a:pt x="83"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837" name="Line 220">
              <a:extLst>
                <a:ext uri="{FF2B5EF4-FFF2-40B4-BE49-F238E27FC236}">
                  <a16:creationId xmlns:a16="http://schemas.microsoft.com/office/drawing/2014/main" id="{A39866E3-A63A-5B5A-CF2F-525B68838BCB}"/>
                </a:ext>
              </a:extLst>
            </p:cNvPr>
            <p:cNvSpPr>
              <a:spLocks noChangeShapeType="1"/>
            </p:cNvSpPr>
            <p:nvPr/>
          </p:nvSpPr>
          <p:spPr bwMode="auto">
            <a:xfrm>
              <a:off x="5547" y="2251"/>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38" name="Rectangle 221">
              <a:extLst>
                <a:ext uri="{FF2B5EF4-FFF2-40B4-BE49-F238E27FC236}">
                  <a16:creationId xmlns:a16="http://schemas.microsoft.com/office/drawing/2014/main" id="{AB542B8D-5155-3F19-0CB0-0B27AE461322}"/>
                </a:ext>
              </a:extLst>
            </p:cNvPr>
            <p:cNvSpPr>
              <a:spLocks noChangeArrowheads="1"/>
            </p:cNvSpPr>
            <p:nvPr/>
          </p:nvSpPr>
          <p:spPr bwMode="auto">
            <a:xfrm>
              <a:off x="5492" y="2154"/>
              <a:ext cx="42"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39" name="Rectangle 222">
              <a:extLst>
                <a:ext uri="{FF2B5EF4-FFF2-40B4-BE49-F238E27FC236}">
                  <a16:creationId xmlns:a16="http://schemas.microsoft.com/office/drawing/2014/main" id="{3550B2D8-4412-23E9-B942-F1799E15D1F3}"/>
                </a:ext>
              </a:extLst>
            </p:cNvPr>
            <p:cNvSpPr>
              <a:spLocks noChangeArrowheads="1"/>
            </p:cNvSpPr>
            <p:nvPr/>
          </p:nvSpPr>
          <p:spPr bwMode="auto">
            <a:xfrm>
              <a:off x="5492" y="2154"/>
              <a:ext cx="55" cy="42"/>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40" name="Rectangle 223">
              <a:extLst>
                <a:ext uri="{FF2B5EF4-FFF2-40B4-BE49-F238E27FC236}">
                  <a16:creationId xmlns:a16="http://schemas.microsoft.com/office/drawing/2014/main" id="{17C5A0B3-0FD7-8060-06DE-E3047F35787D}"/>
                </a:ext>
              </a:extLst>
            </p:cNvPr>
            <p:cNvSpPr>
              <a:spLocks noChangeArrowheads="1"/>
            </p:cNvSpPr>
            <p:nvPr/>
          </p:nvSpPr>
          <p:spPr bwMode="auto">
            <a:xfrm>
              <a:off x="4195" y="1188"/>
              <a:ext cx="83"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41" name="Rectangle 224">
              <a:extLst>
                <a:ext uri="{FF2B5EF4-FFF2-40B4-BE49-F238E27FC236}">
                  <a16:creationId xmlns:a16="http://schemas.microsoft.com/office/drawing/2014/main" id="{31BFDEBC-26AE-1DA1-5567-7FDF892E6C8A}"/>
                </a:ext>
              </a:extLst>
            </p:cNvPr>
            <p:cNvSpPr>
              <a:spLocks noChangeArrowheads="1"/>
            </p:cNvSpPr>
            <p:nvPr/>
          </p:nvSpPr>
          <p:spPr bwMode="auto">
            <a:xfrm>
              <a:off x="4195" y="1188"/>
              <a:ext cx="97"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42" name="Rectangle 225">
              <a:extLst>
                <a:ext uri="{FF2B5EF4-FFF2-40B4-BE49-F238E27FC236}">
                  <a16:creationId xmlns:a16="http://schemas.microsoft.com/office/drawing/2014/main" id="{97E212C4-5CC6-C123-7075-68DCB1D7B6C8}"/>
                </a:ext>
              </a:extLst>
            </p:cNvPr>
            <p:cNvSpPr>
              <a:spLocks noChangeArrowheads="1"/>
            </p:cNvSpPr>
            <p:nvPr/>
          </p:nvSpPr>
          <p:spPr bwMode="auto">
            <a:xfrm>
              <a:off x="4402" y="1216"/>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43" name="Rectangle 226">
              <a:extLst>
                <a:ext uri="{FF2B5EF4-FFF2-40B4-BE49-F238E27FC236}">
                  <a16:creationId xmlns:a16="http://schemas.microsoft.com/office/drawing/2014/main" id="{90A5BA79-498A-26AA-7FC4-9491703073AF}"/>
                </a:ext>
              </a:extLst>
            </p:cNvPr>
            <p:cNvSpPr>
              <a:spLocks noChangeArrowheads="1"/>
            </p:cNvSpPr>
            <p:nvPr/>
          </p:nvSpPr>
          <p:spPr bwMode="auto">
            <a:xfrm>
              <a:off x="4402" y="1216"/>
              <a:ext cx="97"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44" name="Rectangle 227">
              <a:extLst>
                <a:ext uri="{FF2B5EF4-FFF2-40B4-BE49-F238E27FC236}">
                  <a16:creationId xmlns:a16="http://schemas.microsoft.com/office/drawing/2014/main" id="{0E69DDF9-1FEA-6B5F-6AE3-6F61402ED1C4}"/>
                </a:ext>
              </a:extLst>
            </p:cNvPr>
            <p:cNvSpPr>
              <a:spLocks noChangeArrowheads="1"/>
            </p:cNvSpPr>
            <p:nvPr/>
          </p:nvSpPr>
          <p:spPr bwMode="auto">
            <a:xfrm>
              <a:off x="4609" y="1230"/>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45" name="Rectangle 228">
              <a:extLst>
                <a:ext uri="{FF2B5EF4-FFF2-40B4-BE49-F238E27FC236}">
                  <a16:creationId xmlns:a16="http://schemas.microsoft.com/office/drawing/2014/main" id="{D5259159-19BC-1FFC-A813-25DF63001296}"/>
                </a:ext>
              </a:extLst>
            </p:cNvPr>
            <p:cNvSpPr>
              <a:spLocks noChangeArrowheads="1"/>
            </p:cNvSpPr>
            <p:nvPr/>
          </p:nvSpPr>
          <p:spPr bwMode="auto">
            <a:xfrm>
              <a:off x="4609" y="1230"/>
              <a:ext cx="97"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46" name="Rectangle 229">
              <a:extLst>
                <a:ext uri="{FF2B5EF4-FFF2-40B4-BE49-F238E27FC236}">
                  <a16:creationId xmlns:a16="http://schemas.microsoft.com/office/drawing/2014/main" id="{8DF71730-89AF-D71E-065D-B2BFB99DD8C7}"/>
                </a:ext>
              </a:extLst>
            </p:cNvPr>
            <p:cNvSpPr>
              <a:spLocks noChangeArrowheads="1"/>
            </p:cNvSpPr>
            <p:nvPr/>
          </p:nvSpPr>
          <p:spPr bwMode="auto">
            <a:xfrm>
              <a:off x="4899" y="2265"/>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47" name="Rectangle 230">
              <a:extLst>
                <a:ext uri="{FF2B5EF4-FFF2-40B4-BE49-F238E27FC236}">
                  <a16:creationId xmlns:a16="http://schemas.microsoft.com/office/drawing/2014/main" id="{9719806C-C09C-F2F2-E7E9-C1E023995FF2}"/>
                </a:ext>
              </a:extLst>
            </p:cNvPr>
            <p:cNvSpPr>
              <a:spLocks noChangeArrowheads="1"/>
            </p:cNvSpPr>
            <p:nvPr/>
          </p:nvSpPr>
          <p:spPr bwMode="auto">
            <a:xfrm>
              <a:off x="4899" y="2265"/>
              <a:ext cx="97" cy="82"/>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48" name="Rectangle 231">
              <a:extLst>
                <a:ext uri="{FF2B5EF4-FFF2-40B4-BE49-F238E27FC236}">
                  <a16:creationId xmlns:a16="http://schemas.microsoft.com/office/drawing/2014/main" id="{D891AB3E-C6E3-EBCB-67EF-B65D90E55564}"/>
                </a:ext>
              </a:extLst>
            </p:cNvPr>
            <p:cNvSpPr>
              <a:spLocks noChangeArrowheads="1"/>
            </p:cNvSpPr>
            <p:nvPr/>
          </p:nvSpPr>
          <p:spPr bwMode="auto">
            <a:xfrm>
              <a:off x="5064" y="2265"/>
              <a:ext cx="83" cy="82"/>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49" name="Rectangle 232">
              <a:extLst>
                <a:ext uri="{FF2B5EF4-FFF2-40B4-BE49-F238E27FC236}">
                  <a16:creationId xmlns:a16="http://schemas.microsoft.com/office/drawing/2014/main" id="{70B52B51-F166-E44B-325A-3D1A47CC0F42}"/>
                </a:ext>
              </a:extLst>
            </p:cNvPr>
            <p:cNvSpPr>
              <a:spLocks noChangeArrowheads="1"/>
            </p:cNvSpPr>
            <p:nvPr/>
          </p:nvSpPr>
          <p:spPr bwMode="auto">
            <a:xfrm>
              <a:off x="5064" y="2265"/>
              <a:ext cx="97" cy="96"/>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50" name="Rectangle 233">
              <a:extLst>
                <a:ext uri="{FF2B5EF4-FFF2-40B4-BE49-F238E27FC236}">
                  <a16:creationId xmlns:a16="http://schemas.microsoft.com/office/drawing/2014/main" id="{D9042A6C-68BA-FDC4-F7FE-7CDA37C145E2}"/>
                </a:ext>
              </a:extLst>
            </p:cNvPr>
            <p:cNvSpPr>
              <a:spLocks noChangeArrowheads="1"/>
            </p:cNvSpPr>
            <p:nvPr/>
          </p:nvSpPr>
          <p:spPr bwMode="auto">
            <a:xfrm>
              <a:off x="5285" y="3010"/>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51" name="Rectangle 234">
              <a:extLst>
                <a:ext uri="{FF2B5EF4-FFF2-40B4-BE49-F238E27FC236}">
                  <a16:creationId xmlns:a16="http://schemas.microsoft.com/office/drawing/2014/main" id="{47072344-E43F-1D99-E47C-306D39E9EFF2}"/>
                </a:ext>
              </a:extLst>
            </p:cNvPr>
            <p:cNvSpPr>
              <a:spLocks noChangeArrowheads="1"/>
            </p:cNvSpPr>
            <p:nvPr/>
          </p:nvSpPr>
          <p:spPr bwMode="auto">
            <a:xfrm>
              <a:off x="5285" y="3010"/>
              <a:ext cx="97" cy="82"/>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52" name="Rectangle 235">
              <a:extLst>
                <a:ext uri="{FF2B5EF4-FFF2-40B4-BE49-F238E27FC236}">
                  <a16:creationId xmlns:a16="http://schemas.microsoft.com/office/drawing/2014/main" id="{ADE2B6CC-136A-2B39-F6B3-CF2F9B03DAB1}"/>
                </a:ext>
              </a:extLst>
            </p:cNvPr>
            <p:cNvSpPr>
              <a:spLocks noChangeArrowheads="1"/>
            </p:cNvSpPr>
            <p:nvPr/>
          </p:nvSpPr>
          <p:spPr bwMode="auto">
            <a:xfrm>
              <a:off x="5009" y="2982"/>
              <a:ext cx="83"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53" name="Rectangle 236">
              <a:extLst>
                <a:ext uri="{FF2B5EF4-FFF2-40B4-BE49-F238E27FC236}">
                  <a16:creationId xmlns:a16="http://schemas.microsoft.com/office/drawing/2014/main" id="{2C0C76D2-AE1B-9714-7FD4-01F291E9B641}"/>
                </a:ext>
              </a:extLst>
            </p:cNvPr>
            <p:cNvSpPr>
              <a:spLocks noChangeArrowheads="1"/>
            </p:cNvSpPr>
            <p:nvPr/>
          </p:nvSpPr>
          <p:spPr bwMode="auto">
            <a:xfrm>
              <a:off x="5009" y="2982"/>
              <a:ext cx="97"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54" name="Rectangle 237">
              <a:extLst>
                <a:ext uri="{FF2B5EF4-FFF2-40B4-BE49-F238E27FC236}">
                  <a16:creationId xmlns:a16="http://schemas.microsoft.com/office/drawing/2014/main" id="{456669B1-E50D-78B9-A323-7FA8762E1044}"/>
                </a:ext>
              </a:extLst>
            </p:cNvPr>
            <p:cNvSpPr>
              <a:spLocks noChangeArrowheads="1"/>
            </p:cNvSpPr>
            <p:nvPr/>
          </p:nvSpPr>
          <p:spPr bwMode="auto">
            <a:xfrm>
              <a:off x="5147" y="2954"/>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55" name="Rectangle 238">
              <a:extLst>
                <a:ext uri="{FF2B5EF4-FFF2-40B4-BE49-F238E27FC236}">
                  <a16:creationId xmlns:a16="http://schemas.microsoft.com/office/drawing/2014/main" id="{472A9F7E-F3E3-273B-84A6-7B98F15B3762}"/>
                </a:ext>
              </a:extLst>
            </p:cNvPr>
            <p:cNvSpPr>
              <a:spLocks noChangeArrowheads="1"/>
            </p:cNvSpPr>
            <p:nvPr/>
          </p:nvSpPr>
          <p:spPr bwMode="auto">
            <a:xfrm>
              <a:off x="5147" y="2954"/>
              <a:ext cx="97"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56" name="Rectangle 239">
              <a:extLst>
                <a:ext uri="{FF2B5EF4-FFF2-40B4-BE49-F238E27FC236}">
                  <a16:creationId xmlns:a16="http://schemas.microsoft.com/office/drawing/2014/main" id="{AD96171C-7707-EE7C-BE2D-8D5F2B0ABB6D}"/>
                </a:ext>
              </a:extLst>
            </p:cNvPr>
            <p:cNvSpPr>
              <a:spLocks noChangeArrowheads="1"/>
            </p:cNvSpPr>
            <p:nvPr/>
          </p:nvSpPr>
          <p:spPr bwMode="auto">
            <a:xfrm>
              <a:off x="5478" y="2982"/>
              <a:ext cx="83"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57" name="Rectangle 240">
              <a:extLst>
                <a:ext uri="{FF2B5EF4-FFF2-40B4-BE49-F238E27FC236}">
                  <a16:creationId xmlns:a16="http://schemas.microsoft.com/office/drawing/2014/main" id="{DD27EDCA-DB8E-EEF2-504F-7388B5834CEF}"/>
                </a:ext>
              </a:extLst>
            </p:cNvPr>
            <p:cNvSpPr>
              <a:spLocks noChangeArrowheads="1"/>
            </p:cNvSpPr>
            <p:nvPr/>
          </p:nvSpPr>
          <p:spPr bwMode="auto">
            <a:xfrm>
              <a:off x="5478" y="2982"/>
              <a:ext cx="97"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58" name="Rectangle 241">
              <a:extLst>
                <a:ext uri="{FF2B5EF4-FFF2-40B4-BE49-F238E27FC236}">
                  <a16:creationId xmlns:a16="http://schemas.microsoft.com/office/drawing/2014/main" id="{93298F1A-0162-BFE6-525C-8D6937A28345}"/>
                </a:ext>
              </a:extLst>
            </p:cNvPr>
            <p:cNvSpPr>
              <a:spLocks noChangeArrowheads="1"/>
            </p:cNvSpPr>
            <p:nvPr/>
          </p:nvSpPr>
          <p:spPr bwMode="auto">
            <a:xfrm>
              <a:off x="1693" y="3250"/>
              <a:ext cx="34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Arial" panose="020B0604020202020204" pitchFamily="34" charset="0"/>
                </a:rPr>
                <a:t>server:</a:t>
              </a:r>
              <a:endParaRPr lang="en-GB" altLang="en-US" sz="1800">
                <a:latin typeface="Times" panose="02020603050405020304" pitchFamily="18" charset="0"/>
              </a:endParaRPr>
            </a:p>
          </p:txBody>
        </p:sp>
        <p:sp>
          <p:nvSpPr>
            <p:cNvPr id="34859" name="Freeform 242">
              <a:extLst>
                <a:ext uri="{FF2B5EF4-FFF2-40B4-BE49-F238E27FC236}">
                  <a16:creationId xmlns:a16="http://schemas.microsoft.com/office/drawing/2014/main" id="{C2BE5005-29A7-3769-AD1F-9FBA70964F7F}"/>
                </a:ext>
              </a:extLst>
            </p:cNvPr>
            <p:cNvSpPr>
              <a:spLocks/>
            </p:cNvSpPr>
            <p:nvPr/>
          </p:nvSpPr>
          <p:spPr bwMode="auto">
            <a:xfrm>
              <a:off x="2167" y="3120"/>
              <a:ext cx="41" cy="69"/>
            </a:xfrm>
            <a:custGeom>
              <a:avLst/>
              <a:gdLst>
                <a:gd name="T0" fmla="*/ 0 w 41"/>
                <a:gd name="T1" fmla="*/ 0 h 69"/>
                <a:gd name="T2" fmla="*/ 41 w 41"/>
                <a:gd name="T3" fmla="*/ 14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4"/>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860" name="AutoShape 243">
              <a:extLst>
                <a:ext uri="{FF2B5EF4-FFF2-40B4-BE49-F238E27FC236}">
                  <a16:creationId xmlns:a16="http://schemas.microsoft.com/office/drawing/2014/main" id="{062FF095-6D7F-8413-8F22-CDC599A9EE9E}"/>
                </a:ext>
              </a:extLst>
            </p:cNvPr>
            <p:cNvSpPr>
              <a:spLocks noChangeArrowheads="1"/>
            </p:cNvSpPr>
            <p:nvPr/>
          </p:nvSpPr>
          <p:spPr bwMode="auto">
            <a:xfrm>
              <a:off x="2070" y="3037"/>
              <a:ext cx="111"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61" name="AutoShape 244">
              <a:extLst>
                <a:ext uri="{FF2B5EF4-FFF2-40B4-BE49-F238E27FC236}">
                  <a16:creationId xmlns:a16="http://schemas.microsoft.com/office/drawing/2014/main" id="{FF1C6730-25F2-5E9C-ADAE-92558DA97BC3}"/>
                </a:ext>
              </a:extLst>
            </p:cNvPr>
            <p:cNvSpPr>
              <a:spLocks noChangeArrowheads="1"/>
            </p:cNvSpPr>
            <p:nvPr/>
          </p:nvSpPr>
          <p:spPr bwMode="auto">
            <a:xfrm>
              <a:off x="2057" y="3023"/>
              <a:ext cx="138" cy="111"/>
            </a:xfrm>
            <a:prstGeom prst="roundRect">
              <a:avLst>
                <a:gd name="adj" fmla="val 40088"/>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62" name="Rectangle 245">
              <a:extLst>
                <a:ext uri="{FF2B5EF4-FFF2-40B4-BE49-F238E27FC236}">
                  <a16:creationId xmlns:a16="http://schemas.microsoft.com/office/drawing/2014/main" id="{7569F6AB-EE6F-C8FB-27A8-9B271B9F5FE7}"/>
                </a:ext>
              </a:extLst>
            </p:cNvPr>
            <p:cNvSpPr>
              <a:spLocks noChangeArrowheads="1"/>
            </p:cNvSpPr>
            <p:nvPr/>
          </p:nvSpPr>
          <p:spPr bwMode="auto">
            <a:xfrm>
              <a:off x="2084" y="3051"/>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63" name="Rectangle 246">
              <a:extLst>
                <a:ext uri="{FF2B5EF4-FFF2-40B4-BE49-F238E27FC236}">
                  <a16:creationId xmlns:a16="http://schemas.microsoft.com/office/drawing/2014/main" id="{BE198B76-BFCD-09F5-B5AA-75B4F0C48420}"/>
                </a:ext>
              </a:extLst>
            </p:cNvPr>
            <p:cNvSpPr>
              <a:spLocks noChangeArrowheads="1"/>
            </p:cNvSpPr>
            <p:nvPr/>
          </p:nvSpPr>
          <p:spPr bwMode="auto">
            <a:xfrm>
              <a:off x="2084" y="3051"/>
              <a:ext cx="97"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64" name="Freeform 247">
              <a:extLst>
                <a:ext uri="{FF2B5EF4-FFF2-40B4-BE49-F238E27FC236}">
                  <a16:creationId xmlns:a16="http://schemas.microsoft.com/office/drawing/2014/main" id="{C35485A3-F3B6-9CBF-95FC-5069B63D5FDD}"/>
                </a:ext>
              </a:extLst>
            </p:cNvPr>
            <p:cNvSpPr>
              <a:spLocks/>
            </p:cNvSpPr>
            <p:nvPr/>
          </p:nvSpPr>
          <p:spPr bwMode="auto">
            <a:xfrm>
              <a:off x="2195" y="3189"/>
              <a:ext cx="27" cy="28"/>
            </a:xfrm>
            <a:custGeom>
              <a:avLst/>
              <a:gdLst>
                <a:gd name="T0" fmla="*/ 13 w 27"/>
                <a:gd name="T1" fmla="*/ 0 h 28"/>
                <a:gd name="T2" fmla="*/ 27 w 27"/>
                <a:gd name="T3" fmla="*/ 0 h 28"/>
                <a:gd name="T4" fmla="*/ 27 w 27"/>
                <a:gd name="T5" fmla="*/ 0 h 28"/>
                <a:gd name="T6" fmla="*/ 27 w 27"/>
                <a:gd name="T7" fmla="*/ 14 h 28"/>
                <a:gd name="T8" fmla="*/ 27 w 27"/>
                <a:gd name="T9" fmla="*/ 28 h 28"/>
                <a:gd name="T10" fmla="*/ 13 w 27"/>
                <a:gd name="T11" fmla="*/ 28 h 28"/>
                <a:gd name="T12" fmla="*/ 0 w 27"/>
                <a:gd name="T13" fmla="*/ 14 h 28"/>
                <a:gd name="T14" fmla="*/ 0 w 27"/>
                <a:gd name="T15" fmla="*/ 0 h 28"/>
                <a:gd name="T16" fmla="*/ 0 w 27"/>
                <a:gd name="T17" fmla="*/ 0 h 28"/>
                <a:gd name="T18" fmla="*/ 13 w 27"/>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8"/>
                <a:gd name="T32" fmla="*/ 27 w 27"/>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8">
                  <a:moveTo>
                    <a:pt x="13" y="0"/>
                  </a:moveTo>
                  <a:lnTo>
                    <a:pt x="27" y="0"/>
                  </a:lnTo>
                  <a:lnTo>
                    <a:pt x="27" y="14"/>
                  </a:lnTo>
                  <a:lnTo>
                    <a:pt x="27" y="28"/>
                  </a:lnTo>
                  <a:lnTo>
                    <a:pt x="13" y="28"/>
                  </a:lnTo>
                  <a:lnTo>
                    <a:pt x="0" y="14"/>
                  </a:lnTo>
                  <a:lnTo>
                    <a:pt x="0" y="0"/>
                  </a:lnTo>
                  <a:lnTo>
                    <a:pt x="13" y="0"/>
                  </a:lnTo>
                  <a:close/>
                </a:path>
              </a:pathLst>
            </a:custGeom>
            <a:solidFill>
              <a:srgbClr val="999999"/>
            </a:solidFill>
            <a:ln w="31750">
              <a:solidFill>
                <a:srgbClr val="999999"/>
              </a:solidFill>
              <a:prstDash val="solid"/>
              <a:round/>
              <a:headEnd/>
              <a:tailEnd/>
            </a:ln>
          </p:spPr>
          <p:txBody>
            <a:bodyPr/>
            <a:lstStyle/>
            <a:p>
              <a:endParaRPr lang="en-US" sz="1350"/>
            </a:p>
          </p:txBody>
        </p:sp>
        <p:pic>
          <p:nvPicPr>
            <p:cNvPr id="34865" name="Picture 248">
              <a:extLst>
                <a:ext uri="{FF2B5EF4-FFF2-40B4-BE49-F238E27FC236}">
                  <a16:creationId xmlns:a16="http://schemas.microsoft.com/office/drawing/2014/main" id="{D01E7828-ED03-2CAE-EDC4-2D7477D25D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4" y="3065"/>
              <a:ext cx="83"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66" name="Line 249">
              <a:extLst>
                <a:ext uri="{FF2B5EF4-FFF2-40B4-BE49-F238E27FC236}">
                  <a16:creationId xmlns:a16="http://schemas.microsoft.com/office/drawing/2014/main" id="{92BF90DC-620B-0E82-17B6-A81C4960A8C2}"/>
                </a:ext>
              </a:extLst>
            </p:cNvPr>
            <p:cNvSpPr>
              <a:spLocks noChangeShapeType="1"/>
            </p:cNvSpPr>
            <p:nvPr/>
          </p:nvSpPr>
          <p:spPr bwMode="auto">
            <a:xfrm>
              <a:off x="2208" y="318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67" name="Line 250">
              <a:extLst>
                <a:ext uri="{FF2B5EF4-FFF2-40B4-BE49-F238E27FC236}">
                  <a16:creationId xmlns:a16="http://schemas.microsoft.com/office/drawing/2014/main" id="{9D42841B-DF63-59E4-83E8-F20F5DB9ECAF}"/>
                </a:ext>
              </a:extLst>
            </p:cNvPr>
            <p:cNvSpPr>
              <a:spLocks noChangeShapeType="1"/>
            </p:cNvSpPr>
            <p:nvPr/>
          </p:nvSpPr>
          <p:spPr bwMode="auto">
            <a:xfrm>
              <a:off x="2208" y="318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68" name="Line 251">
              <a:extLst>
                <a:ext uri="{FF2B5EF4-FFF2-40B4-BE49-F238E27FC236}">
                  <a16:creationId xmlns:a16="http://schemas.microsoft.com/office/drawing/2014/main" id="{BC38C6B1-BD0C-4B2C-F328-1FA15B6D0188}"/>
                </a:ext>
              </a:extLst>
            </p:cNvPr>
            <p:cNvSpPr>
              <a:spLocks noChangeShapeType="1"/>
            </p:cNvSpPr>
            <p:nvPr/>
          </p:nvSpPr>
          <p:spPr bwMode="auto">
            <a:xfrm>
              <a:off x="2222" y="318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69" name="Rectangle 252">
              <a:extLst>
                <a:ext uri="{FF2B5EF4-FFF2-40B4-BE49-F238E27FC236}">
                  <a16:creationId xmlns:a16="http://schemas.microsoft.com/office/drawing/2014/main" id="{EE4FE84B-5952-F4EA-145E-F033B332056B}"/>
                </a:ext>
              </a:extLst>
            </p:cNvPr>
            <p:cNvSpPr>
              <a:spLocks noChangeArrowheads="1"/>
            </p:cNvSpPr>
            <p:nvPr/>
          </p:nvSpPr>
          <p:spPr bwMode="auto">
            <a:xfrm>
              <a:off x="2070" y="3120"/>
              <a:ext cx="97"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70" name="Freeform 253">
              <a:extLst>
                <a:ext uri="{FF2B5EF4-FFF2-40B4-BE49-F238E27FC236}">
                  <a16:creationId xmlns:a16="http://schemas.microsoft.com/office/drawing/2014/main" id="{D6D1A983-43B0-E967-1742-1DD6AAFCF80C}"/>
                </a:ext>
              </a:extLst>
            </p:cNvPr>
            <p:cNvSpPr>
              <a:spLocks/>
            </p:cNvSpPr>
            <p:nvPr/>
          </p:nvSpPr>
          <p:spPr bwMode="auto">
            <a:xfrm>
              <a:off x="2057" y="3134"/>
              <a:ext cx="138" cy="27"/>
            </a:xfrm>
            <a:custGeom>
              <a:avLst/>
              <a:gdLst>
                <a:gd name="T0" fmla="*/ 13 w 138"/>
                <a:gd name="T1" fmla="*/ 0 h 27"/>
                <a:gd name="T2" fmla="*/ 0 w 138"/>
                <a:gd name="T3" fmla="*/ 27 h 27"/>
                <a:gd name="T4" fmla="*/ 138 w 138"/>
                <a:gd name="T5" fmla="*/ 27 h 27"/>
                <a:gd name="T6" fmla="*/ 124 w 138"/>
                <a:gd name="T7" fmla="*/ 0 h 27"/>
                <a:gd name="T8" fmla="*/ 13 w 138"/>
                <a:gd name="T9" fmla="*/ 0 h 27"/>
                <a:gd name="T10" fmla="*/ 0 60000 65536"/>
                <a:gd name="T11" fmla="*/ 0 60000 65536"/>
                <a:gd name="T12" fmla="*/ 0 60000 65536"/>
                <a:gd name="T13" fmla="*/ 0 60000 65536"/>
                <a:gd name="T14" fmla="*/ 0 60000 65536"/>
                <a:gd name="T15" fmla="*/ 0 w 138"/>
                <a:gd name="T16" fmla="*/ 0 h 27"/>
                <a:gd name="T17" fmla="*/ 138 w 138"/>
                <a:gd name="T18" fmla="*/ 27 h 27"/>
              </a:gdLst>
              <a:ahLst/>
              <a:cxnLst>
                <a:cxn ang="T10">
                  <a:pos x="T0" y="T1"/>
                </a:cxn>
                <a:cxn ang="T11">
                  <a:pos x="T2" y="T3"/>
                </a:cxn>
                <a:cxn ang="T12">
                  <a:pos x="T4" y="T5"/>
                </a:cxn>
                <a:cxn ang="T13">
                  <a:pos x="T6" y="T7"/>
                </a:cxn>
                <a:cxn ang="T14">
                  <a:pos x="T8" y="T9"/>
                </a:cxn>
              </a:cxnLst>
              <a:rect l="T15" t="T16" r="T17" b="T18"/>
              <a:pathLst>
                <a:path w="138" h="27">
                  <a:moveTo>
                    <a:pt x="13" y="0"/>
                  </a:moveTo>
                  <a:lnTo>
                    <a:pt x="0" y="27"/>
                  </a:lnTo>
                  <a:lnTo>
                    <a:pt x="138" y="27"/>
                  </a:lnTo>
                  <a:lnTo>
                    <a:pt x="124" y="0"/>
                  </a:lnTo>
                  <a:lnTo>
                    <a:pt x="13"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871" name="Line 254">
              <a:extLst>
                <a:ext uri="{FF2B5EF4-FFF2-40B4-BE49-F238E27FC236}">
                  <a16:creationId xmlns:a16="http://schemas.microsoft.com/office/drawing/2014/main" id="{916B1A99-3F72-8E85-C516-8872BE063670}"/>
                </a:ext>
              </a:extLst>
            </p:cNvPr>
            <p:cNvSpPr>
              <a:spLocks noChangeShapeType="1"/>
            </p:cNvSpPr>
            <p:nvPr/>
          </p:nvSpPr>
          <p:spPr bwMode="auto">
            <a:xfrm>
              <a:off x="2070" y="3148"/>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72" name="Line 255">
              <a:extLst>
                <a:ext uri="{FF2B5EF4-FFF2-40B4-BE49-F238E27FC236}">
                  <a16:creationId xmlns:a16="http://schemas.microsoft.com/office/drawing/2014/main" id="{8B5FE7EA-1AB2-0C51-7B1A-2FA86C474237}"/>
                </a:ext>
              </a:extLst>
            </p:cNvPr>
            <p:cNvSpPr>
              <a:spLocks noChangeShapeType="1"/>
            </p:cNvSpPr>
            <p:nvPr/>
          </p:nvSpPr>
          <p:spPr bwMode="auto">
            <a:xfrm>
              <a:off x="2084" y="3134"/>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73" name="Line 256">
              <a:extLst>
                <a:ext uri="{FF2B5EF4-FFF2-40B4-BE49-F238E27FC236}">
                  <a16:creationId xmlns:a16="http://schemas.microsoft.com/office/drawing/2014/main" id="{056E8622-7670-CEF3-4E08-F52080FAFE6C}"/>
                </a:ext>
              </a:extLst>
            </p:cNvPr>
            <p:cNvSpPr>
              <a:spLocks noChangeShapeType="1"/>
            </p:cNvSpPr>
            <p:nvPr/>
          </p:nvSpPr>
          <p:spPr bwMode="auto">
            <a:xfrm>
              <a:off x="2070" y="3148"/>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74" name="Freeform 257">
              <a:extLst>
                <a:ext uri="{FF2B5EF4-FFF2-40B4-BE49-F238E27FC236}">
                  <a16:creationId xmlns:a16="http://schemas.microsoft.com/office/drawing/2014/main" id="{F4F59075-687D-AD7F-E608-3E90B3296DEF}"/>
                </a:ext>
              </a:extLst>
            </p:cNvPr>
            <p:cNvSpPr>
              <a:spLocks/>
            </p:cNvSpPr>
            <p:nvPr/>
          </p:nvSpPr>
          <p:spPr bwMode="auto">
            <a:xfrm>
              <a:off x="2098" y="3148"/>
              <a:ext cx="83" cy="1"/>
            </a:xfrm>
            <a:custGeom>
              <a:avLst/>
              <a:gdLst>
                <a:gd name="T0" fmla="*/ 0 w 83"/>
                <a:gd name="T1" fmla="*/ 0 h 1"/>
                <a:gd name="T2" fmla="*/ 55 w 83"/>
                <a:gd name="T3" fmla="*/ 0 h 1"/>
                <a:gd name="T4" fmla="*/ 83 w 83"/>
                <a:gd name="T5" fmla="*/ 0 h 1"/>
                <a:gd name="T6" fmla="*/ 0 60000 65536"/>
                <a:gd name="T7" fmla="*/ 0 60000 65536"/>
                <a:gd name="T8" fmla="*/ 0 60000 65536"/>
                <a:gd name="T9" fmla="*/ 0 w 83"/>
                <a:gd name="T10" fmla="*/ 0 h 1"/>
                <a:gd name="T11" fmla="*/ 83 w 83"/>
                <a:gd name="T12" fmla="*/ 1 h 1"/>
              </a:gdLst>
              <a:ahLst/>
              <a:cxnLst>
                <a:cxn ang="T6">
                  <a:pos x="T0" y="T1"/>
                </a:cxn>
                <a:cxn ang="T7">
                  <a:pos x="T2" y="T3"/>
                </a:cxn>
                <a:cxn ang="T8">
                  <a:pos x="T4" y="T5"/>
                </a:cxn>
              </a:cxnLst>
              <a:rect l="T9" t="T10" r="T11" b="T12"/>
              <a:pathLst>
                <a:path w="83" h="1">
                  <a:moveTo>
                    <a:pt x="0" y="0"/>
                  </a:moveTo>
                  <a:lnTo>
                    <a:pt x="55" y="0"/>
                  </a:lnTo>
                  <a:lnTo>
                    <a:pt x="83"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875" name="Line 258">
              <a:extLst>
                <a:ext uri="{FF2B5EF4-FFF2-40B4-BE49-F238E27FC236}">
                  <a16:creationId xmlns:a16="http://schemas.microsoft.com/office/drawing/2014/main" id="{19C534DA-19A0-0BDA-458C-20C3CA0EE68A}"/>
                </a:ext>
              </a:extLst>
            </p:cNvPr>
            <p:cNvSpPr>
              <a:spLocks noChangeShapeType="1"/>
            </p:cNvSpPr>
            <p:nvPr/>
          </p:nvSpPr>
          <p:spPr bwMode="auto">
            <a:xfrm>
              <a:off x="2167" y="3148"/>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76" name="Rectangle 259">
              <a:extLst>
                <a:ext uri="{FF2B5EF4-FFF2-40B4-BE49-F238E27FC236}">
                  <a16:creationId xmlns:a16="http://schemas.microsoft.com/office/drawing/2014/main" id="{76E1947F-9B43-7546-0458-1820CEFD404E}"/>
                </a:ext>
              </a:extLst>
            </p:cNvPr>
            <p:cNvSpPr>
              <a:spLocks noChangeArrowheads="1"/>
            </p:cNvSpPr>
            <p:nvPr/>
          </p:nvSpPr>
          <p:spPr bwMode="auto">
            <a:xfrm>
              <a:off x="2126" y="3037"/>
              <a:ext cx="27"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77" name="Rectangle 260">
              <a:extLst>
                <a:ext uri="{FF2B5EF4-FFF2-40B4-BE49-F238E27FC236}">
                  <a16:creationId xmlns:a16="http://schemas.microsoft.com/office/drawing/2014/main" id="{7AA03C96-D709-BDE1-0184-BE0FDDBCCA4B}"/>
                </a:ext>
              </a:extLst>
            </p:cNvPr>
            <p:cNvSpPr>
              <a:spLocks noChangeArrowheads="1"/>
            </p:cNvSpPr>
            <p:nvPr/>
          </p:nvSpPr>
          <p:spPr bwMode="auto">
            <a:xfrm>
              <a:off x="2126" y="3037"/>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78" name="Rectangle 261">
              <a:extLst>
                <a:ext uri="{FF2B5EF4-FFF2-40B4-BE49-F238E27FC236}">
                  <a16:creationId xmlns:a16="http://schemas.microsoft.com/office/drawing/2014/main" id="{03DF816C-6234-7B05-F5C4-B1EB1C867901}"/>
                </a:ext>
              </a:extLst>
            </p:cNvPr>
            <p:cNvSpPr>
              <a:spLocks noChangeArrowheads="1"/>
            </p:cNvSpPr>
            <p:nvPr/>
          </p:nvSpPr>
          <p:spPr bwMode="auto">
            <a:xfrm>
              <a:off x="1919" y="2265"/>
              <a:ext cx="82" cy="82"/>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79" name="Rectangle 262">
              <a:extLst>
                <a:ext uri="{FF2B5EF4-FFF2-40B4-BE49-F238E27FC236}">
                  <a16:creationId xmlns:a16="http://schemas.microsoft.com/office/drawing/2014/main" id="{910C36B7-BE7E-4950-9AA2-0982DBA90F06}"/>
                </a:ext>
              </a:extLst>
            </p:cNvPr>
            <p:cNvSpPr>
              <a:spLocks noChangeArrowheads="1"/>
            </p:cNvSpPr>
            <p:nvPr/>
          </p:nvSpPr>
          <p:spPr bwMode="auto">
            <a:xfrm>
              <a:off x="1919" y="2265"/>
              <a:ext cx="96" cy="96"/>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80" name="Rectangle 263">
              <a:extLst>
                <a:ext uri="{FF2B5EF4-FFF2-40B4-BE49-F238E27FC236}">
                  <a16:creationId xmlns:a16="http://schemas.microsoft.com/office/drawing/2014/main" id="{999F803B-B0B6-A0A0-6DE6-85D9E74C8FE1}"/>
                </a:ext>
              </a:extLst>
            </p:cNvPr>
            <p:cNvSpPr>
              <a:spLocks noChangeArrowheads="1"/>
            </p:cNvSpPr>
            <p:nvPr/>
          </p:nvSpPr>
          <p:spPr bwMode="auto">
            <a:xfrm>
              <a:off x="1560" y="2278"/>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81" name="Rectangle 264">
              <a:extLst>
                <a:ext uri="{FF2B5EF4-FFF2-40B4-BE49-F238E27FC236}">
                  <a16:creationId xmlns:a16="http://schemas.microsoft.com/office/drawing/2014/main" id="{0CDADB94-CBF8-4E09-47A8-215E1A051D42}"/>
                </a:ext>
              </a:extLst>
            </p:cNvPr>
            <p:cNvSpPr>
              <a:spLocks noChangeArrowheads="1"/>
            </p:cNvSpPr>
            <p:nvPr/>
          </p:nvSpPr>
          <p:spPr bwMode="auto">
            <a:xfrm>
              <a:off x="1560" y="2278"/>
              <a:ext cx="96"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82" name="Rectangle 265">
              <a:extLst>
                <a:ext uri="{FF2B5EF4-FFF2-40B4-BE49-F238E27FC236}">
                  <a16:creationId xmlns:a16="http://schemas.microsoft.com/office/drawing/2014/main" id="{6AC07ED8-BF0C-D175-34B7-90C6F1824753}"/>
                </a:ext>
              </a:extLst>
            </p:cNvPr>
            <p:cNvSpPr>
              <a:spLocks noChangeArrowheads="1"/>
            </p:cNvSpPr>
            <p:nvPr/>
          </p:nvSpPr>
          <p:spPr bwMode="auto">
            <a:xfrm>
              <a:off x="2070" y="3244"/>
              <a:ext cx="83"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83" name="Rectangle 266">
              <a:extLst>
                <a:ext uri="{FF2B5EF4-FFF2-40B4-BE49-F238E27FC236}">
                  <a16:creationId xmlns:a16="http://schemas.microsoft.com/office/drawing/2014/main" id="{39FFBA36-7636-818F-A0EF-D7B6C7203513}"/>
                </a:ext>
              </a:extLst>
            </p:cNvPr>
            <p:cNvSpPr>
              <a:spLocks noChangeArrowheads="1"/>
            </p:cNvSpPr>
            <p:nvPr/>
          </p:nvSpPr>
          <p:spPr bwMode="auto">
            <a:xfrm>
              <a:off x="2070" y="3244"/>
              <a:ext cx="97"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84" name="Rectangle 267">
              <a:extLst>
                <a:ext uri="{FF2B5EF4-FFF2-40B4-BE49-F238E27FC236}">
                  <a16:creationId xmlns:a16="http://schemas.microsoft.com/office/drawing/2014/main" id="{F08B8CF4-FE6D-92B3-D54B-9DDC28F6F774}"/>
                </a:ext>
              </a:extLst>
            </p:cNvPr>
            <p:cNvSpPr>
              <a:spLocks noChangeArrowheads="1"/>
            </p:cNvSpPr>
            <p:nvPr/>
          </p:nvSpPr>
          <p:spPr bwMode="auto">
            <a:xfrm>
              <a:off x="2612" y="1416"/>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Zapf Dingbats" charset="2"/>
                </a:rPr>
                <a:t>%</a:t>
              </a:r>
              <a:endParaRPr lang="en-GB" altLang="en-US" sz="1800">
                <a:latin typeface="Zapf Dingbats" charset="2"/>
              </a:endParaRPr>
            </a:p>
          </p:txBody>
        </p:sp>
        <p:sp>
          <p:nvSpPr>
            <p:cNvPr id="34885" name="Rectangle 268">
              <a:extLst>
                <a:ext uri="{FF2B5EF4-FFF2-40B4-BE49-F238E27FC236}">
                  <a16:creationId xmlns:a16="http://schemas.microsoft.com/office/drawing/2014/main" id="{96DD81B7-5E97-5B4F-4AA5-7A18BC3C942A}"/>
                </a:ext>
              </a:extLst>
            </p:cNvPr>
            <p:cNvSpPr>
              <a:spLocks noChangeArrowheads="1"/>
            </p:cNvSpPr>
            <p:nvPr/>
          </p:nvSpPr>
          <p:spPr bwMode="auto">
            <a:xfrm>
              <a:off x="1036" y="2996"/>
              <a:ext cx="1365" cy="607"/>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86" name="Freeform 269">
              <a:extLst>
                <a:ext uri="{FF2B5EF4-FFF2-40B4-BE49-F238E27FC236}">
                  <a16:creationId xmlns:a16="http://schemas.microsoft.com/office/drawing/2014/main" id="{8DC4F6E0-DF59-95E9-7E5C-B86B39D425CE}"/>
                </a:ext>
              </a:extLst>
            </p:cNvPr>
            <p:cNvSpPr>
              <a:spLocks/>
            </p:cNvSpPr>
            <p:nvPr/>
          </p:nvSpPr>
          <p:spPr bwMode="auto">
            <a:xfrm>
              <a:off x="2650" y="1713"/>
              <a:ext cx="55" cy="55"/>
            </a:xfrm>
            <a:custGeom>
              <a:avLst/>
              <a:gdLst>
                <a:gd name="T0" fmla="*/ 0 w 55"/>
                <a:gd name="T1" fmla="*/ 0 h 55"/>
                <a:gd name="T2" fmla="*/ 41 w 55"/>
                <a:gd name="T3" fmla="*/ 13 h 55"/>
                <a:gd name="T4" fmla="*/ 55 w 55"/>
                <a:gd name="T5" fmla="*/ 55 h 55"/>
                <a:gd name="T6" fmla="*/ 0 60000 65536"/>
                <a:gd name="T7" fmla="*/ 0 60000 65536"/>
                <a:gd name="T8" fmla="*/ 0 60000 65536"/>
                <a:gd name="T9" fmla="*/ 0 w 55"/>
                <a:gd name="T10" fmla="*/ 0 h 55"/>
                <a:gd name="T11" fmla="*/ 55 w 55"/>
                <a:gd name="T12" fmla="*/ 55 h 55"/>
              </a:gdLst>
              <a:ahLst/>
              <a:cxnLst>
                <a:cxn ang="T6">
                  <a:pos x="T0" y="T1"/>
                </a:cxn>
                <a:cxn ang="T7">
                  <a:pos x="T2" y="T3"/>
                </a:cxn>
                <a:cxn ang="T8">
                  <a:pos x="T4" y="T5"/>
                </a:cxn>
              </a:cxnLst>
              <a:rect l="T9" t="T10" r="T11" b="T12"/>
              <a:pathLst>
                <a:path w="55" h="55">
                  <a:moveTo>
                    <a:pt x="0" y="0"/>
                  </a:moveTo>
                  <a:lnTo>
                    <a:pt x="41" y="13"/>
                  </a:lnTo>
                  <a:lnTo>
                    <a:pt x="55"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887" name="AutoShape 270">
              <a:extLst>
                <a:ext uri="{FF2B5EF4-FFF2-40B4-BE49-F238E27FC236}">
                  <a16:creationId xmlns:a16="http://schemas.microsoft.com/office/drawing/2014/main" id="{22B34F03-4ED4-110A-F692-6C17762959C6}"/>
                </a:ext>
              </a:extLst>
            </p:cNvPr>
            <p:cNvSpPr>
              <a:spLocks noChangeArrowheads="1"/>
            </p:cNvSpPr>
            <p:nvPr/>
          </p:nvSpPr>
          <p:spPr bwMode="auto">
            <a:xfrm>
              <a:off x="2553" y="1616"/>
              <a:ext cx="111" cy="83"/>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88" name="AutoShape 271">
              <a:extLst>
                <a:ext uri="{FF2B5EF4-FFF2-40B4-BE49-F238E27FC236}">
                  <a16:creationId xmlns:a16="http://schemas.microsoft.com/office/drawing/2014/main" id="{BAB51CAA-C6F6-5FA2-9C59-A268C7A96C22}"/>
                </a:ext>
              </a:extLst>
            </p:cNvPr>
            <p:cNvSpPr>
              <a:spLocks noChangeArrowheads="1"/>
            </p:cNvSpPr>
            <p:nvPr/>
          </p:nvSpPr>
          <p:spPr bwMode="auto">
            <a:xfrm>
              <a:off x="2539" y="1602"/>
              <a:ext cx="138" cy="111"/>
            </a:xfrm>
            <a:prstGeom prst="roundRect">
              <a:avLst>
                <a:gd name="adj" fmla="val 40088"/>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89" name="Rectangle 272">
              <a:extLst>
                <a:ext uri="{FF2B5EF4-FFF2-40B4-BE49-F238E27FC236}">
                  <a16:creationId xmlns:a16="http://schemas.microsoft.com/office/drawing/2014/main" id="{E7D02726-1EA4-C8A6-0441-B93CDDAA73AC}"/>
                </a:ext>
              </a:extLst>
            </p:cNvPr>
            <p:cNvSpPr>
              <a:spLocks noChangeArrowheads="1"/>
            </p:cNvSpPr>
            <p:nvPr/>
          </p:nvSpPr>
          <p:spPr bwMode="auto">
            <a:xfrm>
              <a:off x="2567" y="1644"/>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90" name="Rectangle 273">
              <a:extLst>
                <a:ext uri="{FF2B5EF4-FFF2-40B4-BE49-F238E27FC236}">
                  <a16:creationId xmlns:a16="http://schemas.microsoft.com/office/drawing/2014/main" id="{55DC83A8-E527-3093-DF76-430EA634CA4F}"/>
                </a:ext>
              </a:extLst>
            </p:cNvPr>
            <p:cNvSpPr>
              <a:spLocks noChangeArrowheads="1"/>
            </p:cNvSpPr>
            <p:nvPr/>
          </p:nvSpPr>
          <p:spPr bwMode="auto">
            <a:xfrm>
              <a:off x="2567" y="1644"/>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91" name="Freeform 274">
              <a:extLst>
                <a:ext uri="{FF2B5EF4-FFF2-40B4-BE49-F238E27FC236}">
                  <a16:creationId xmlns:a16="http://schemas.microsoft.com/office/drawing/2014/main" id="{9D09F7EB-2037-6295-7BC5-6DBB36D2A5E2}"/>
                </a:ext>
              </a:extLst>
            </p:cNvPr>
            <p:cNvSpPr>
              <a:spLocks/>
            </p:cNvSpPr>
            <p:nvPr/>
          </p:nvSpPr>
          <p:spPr bwMode="auto">
            <a:xfrm>
              <a:off x="2691" y="1768"/>
              <a:ext cx="14" cy="27"/>
            </a:xfrm>
            <a:custGeom>
              <a:avLst/>
              <a:gdLst>
                <a:gd name="T0" fmla="*/ 0 w 14"/>
                <a:gd name="T1" fmla="*/ 0 h 27"/>
                <a:gd name="T2" fmla="*/ 14 w 14"/>
                <a:gd name="T3" fmla="*/ 0 h 27"/>
                <a:gd name="T4" fmla="*/ 14 w 14"/>
                <a:gd name="T5" fmla="*/ 0 h 27"/>
                <a:gd name="T6" fmla="*/ 14 w 14"/>
                <a:gd name="T7" fmla="*/ 14 h 27"/>
                <a:gd name="T8" fmla="*/ 14 w 14"/>
                <a:gd name="T9" fmla="*/ 27 h 27"/>
                <a:gd name="T10" fmla="*/ 0 w 14"/>
                <a:gd name="T11" fmla="*/ 27 h 27"/>
                <a:gd name="T12" fmla="*/ 0 w 14"/>
                <a:gd name="T13" fmla="*/ 14 h 27"/>
                <a:gd name="T14" fmla="*/ 0 w 14"/>
                <a:gd name="T15" fmla="*/ 0 h 27"/>
                <a:gd name="T16" fmla="*/ 0 w 14"/>
                <a:gd name="T17" fmla="*/ 0 h 27"/>
                <a:gd name="T18" fmla="*/ 0 w 14"/>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27"/>
                <a:gd name="T32" fmla="*/ 14 w 14"/>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27">
                  <a:moveTo>
                    <a:pt x="0" y="0"/>
                  </a:moveTo>
                  <a:lnTo>
                    <a:pt x="14" y="0"/>
                  </a:lnTo>
                  <a:lnTo>
                    <a:pt x="14" y="14"/>
                  </a:lnTo>
                  <a:lnTo>
                    <a:pt x="14" y="27"/>
                  </a:lnTo>
                  <a:lnTo>
                    <a:pt x="0" y="27"/>
                  </a:lnTo>
                  <a:lnTo>
                    <a:pt x="0" y="14"/>
                  </a:lnTo>
                  <a:lnTo>
                    <a:pt x="0"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4892" name="Picture 275">
              <a:extLst>
                <a:ext uri="{FF2B5EF4-FFF2-40B4-BE49-F238E27FC236}">
                  <a16:creationId xmlns:a16="http://schemas.microsoft.com/office/drawing/2014/main" id="{A612908B-44F1-C93E-75D0-9FE130EA8E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1" y="1644"/>
              <a:ext cx="69"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93" name="Line 276">
              <a:extLst>
                <a:ext uri="{FF2B5EF4-FFF2-40B4-BE49-F238E27FC236}">
                  <a16:creationId xmlns:a16="http://schemas.microsoft.com/office/drawing/2014/main" id="{5AB508F9-82E7-96C9-86DC-EFFAD9DC689B}"/>
                </a:ext>
              </a:extLst>
            </p:cNvPr>
            <p:cNvSpPr>
              <a:spLocks noChangeShapeType="1"/>
            </p:cNvSpPr>
            <p:nvPr/>
          </p:nvSpPr>
          <p:spPr bwMode="auto">
            <a:xfrm>
              <a:off x="2691" y="1768"/>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94" name="Line 277">
              <a:extLst>
                <a:ext uri="{FF2B5EF4-FFF2-40B4-BE49-F238E27FC236}">
                  <a16:creationId xmlns:a16="http://schemas.microsoft.com/office/drawing/2014/main" id="{C4B4537E-6E72-FEFC-3401-F5FE8EE86F15}"/>
                </a:ext>
              </a:extLst>
            </p:cNvPr>
            <p:cNvSpPr>
              <a:spLocks noChangeShapeType="1"/>
            </p:cNvSpPr>
            <p:nvPr/>
          </p:nvSpPr>
          <p:spPr bwMode="auto">
            <a:xfrm>
              <a:off x="2691" y="1768"/>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95" name="Line 278">
              <a:extLst>
                <a:ext uri="{FF2B5EF4-FFF2-40B4-BE49-F238E27FC236}">
                  <a16:creationId xmlns:a16="http://schemas.microsoft.com/office/drawing/2014/main" id="{2A8E49F1-5826-AFE1-2984-DFDC5E361FE9}"/>
                </a:ext>
              </a:extLst>
            </p:cNvPr>
            <p:cNvSpPr>
              <a:spLocks noChangeShapeType="1"/>
            </p:cNvSpPr>
            <p:nvPr/>
          </p:nvSpPr>
          <p:spPr bwMode="auto">
            <a:xfrm>
              <a:off x="2705" y="1768"/>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96" name="Rectangle 279">
              <a:extLst>
                <a:ext uri="{FF2B5EF4-FFF2-40B4-BE49-F238E27FC236}">
                  <a16:creationId xmlns:a16="http://schemas.microsoft.com/office/drawing/2014/main" id="{0CEB7EC6-FC57-6E8B-0C81-9D5F98482344}"/>
                </a:ext>
              </a:extLst>
            </p:cNvPr>
            <p:cNvSpPr>
              <a:spLocks noChangeArrowheads="1"/>
            </p:cNvSpPr>
            <p:nvPr/>
          </p:nvSpPr>
          <p:spPr bwMode="auto">
            <a:xfrm>
              <a:off x="2553" y="1699"/>
              <a:ext cx="111" cy="14"/>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897" name="Freeform 280">
              <a:extLst>
                <a:ext uri="{FF2B5EF4-FFF2-40B4-BE49-F238E27FC236}">
                  <a16:creationId xmlns:a16="http://schemas.microsoft.com/office/drawing/2014/main" id="{1D5BD09C-1DA3-0FEA-34DB-A7B0F3B6486F}"/>
                </a:ext>
              </a:extLst>
            </p:cNvPr>
            <p:cNvSpPr>
              <a:spLocks/>
            </p:cNvSpPr>
            <p:nvPr/>
          </p:nvSpPr>
          <p:spPr bwMode="auto">
            <a:xfrm>
              <a:off x="2539" y="1726"/>
              <a:ext cx="138" cy="14"/>
            </a:xfrm>
            <a:custGeom>
              <a:avLst/>
              <a:gdLst>
                <a:gd name="T0" fmla="*/ 14 w 138"/>
                <a:gd name="T1" fmla="*/ 0 h 14"/>
                <a:gd name="T2" fmla="*/ 0 w 138"/>
                <a:gd name="T3" fmla="*/ 14 h 14"/>
                <a:gd name="T4" fmla="*/ 138 w 138"/>
                <a:gd name="T5" fmla="*/ 14 h 14"/>
                <a:gd name="T6" fmla="*/ 125 w 138"/>
                <a:gd name="T7" fmla="*/ 0 h 14"/>
                <a:gd name="T8" fmla="*/ 14 w 138"/>
                <a:gd name="T9" fmla="*/ 0 h 14"/>
                <a:gd name="T10" fmla="*/ 0 60000 65536"/>
                <a:gd name="T11" fmla="*/ 0 60000 65536"/>
                <a:gd name="T12" fmla="*/ 0 60000 65536"/>
                <a:gd name="T13" fmla="*/ 0 60000 65536"/>
                <a:gd name="T14" fmla="*/ 0 60000 65536"/>
                <a:gd name="T15" fmla="*/ 0 w 138"/>
                <a:gd name="T16" fmla="*/ 0 h 14"/>
                <a:gd name="T17" fmla="*/ 138 w 138"/>
                <a:gd name="T18" fmla="*/ 14 h 14"/>
              </a:gdLst>
              <a:ahLst/>
              <a:cxnLst>
                <a:cxn ang="T10">
                  <a:pos x="T0" y="T1"/>
                </a:cxn>
                <a:cxn ang="T11">
                  <a:pos x="T2" y="T3"/>
                </a:cxn>
                <a:cxn ang="T12">
                  <a:pos x="T4" y="T5"/>
                </a:cxn>
                <a:cxn ang="T13">
                  <a:pos x="T6" y="T7"/>
                </a:cxn>
                <a:cxn ang="T14">
                  <a:pos x="T8" y="T9"/>
                </a:cxn>
              </a:cxnLst>
              <a:rect l="T15" t="T16" r="T17" b="T18"/>
              <a:pathLst>
                <a:path w="138" h="14">
                  <a:moveTo>
                    <a:pt x="14" y="0"/>
                  </a:moveTo>
                  <a:lnTo>
                    <a:pt x="0" y="14"/>
                  </a:lnTo>
                  <a:lnTo>
                    <a:pt x="138" y="14"/>
                  </a:lnTo>
                  <a:lnTo>
                    <a:pt x="125"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898" name="Line 281">
              <a:extLst>
                <a:ext uri="{FF2B5EF4-FFF2-40B4-BE49-F238E27FC236}">
                  <a16:creationId xmlns:a16="http://schemas.microsoft.com/office/drawing/2014/main" id="{6D6395CC-474D-F77B-DF1A-5A5F481C541B}"/>
                </a:ext>
              </a:extLst>
            </p:cNvPr>
            <p:cNvSpPr>
              <a:spLocks noChangeShapeType="1"/>
            </p:cNvSpPr>
            <p:nvPr/>
          </p:nvSpPr>
          <p:spPr bwMode="auto">
            <a:xfrm>
              <a:off x="2553" y="1740"/>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899" name="Line 282">
              <a:extLst>
                <a:ext uri="{FF2B5EF4-FFF2-40B4-BE49-F238E27FC236}">
                  <a16:creationId xmlns:a16="http://schemas.microsoft.com/office/drawing/2014/main" id="{2416D026-84A0-7D11-DDEE-ACEA724D3832}"/>
                </a:ext>
              </a:extLst>
            </p:cNvPr>
            <p:cNvSpPr>
              <a:spLocks noChangeShapeType="1"/>
            </p:cNvSpPr>
            <p:nvPr/>
          </p:nvSpPr>
          <p:spPr bwMode="auto">
            <a:xfrm>
              <a:off x="2567" y="1726"/>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00" name="Line 283">
              <a:extLst>
                <a:ext uri="{FF2B5EF4-FFF2-40B4-BE49-F238E27FC236}">
                  <a16:creationId xmlns:a16="http://schemas.microsoft.com/office/drawing/2014/main" id="{882BEAED-D4FD-D56B-435B-986AB3F41424}"/>
                </a:ext>
              </a:extLst>
            </p:cNvPr>
            <p:cNvSpPr>
              <a:spLocks noChangeShapeType="1"/>
            </p:cNvSpPr>
            <p:nvPr/>
          </p:nvSpPr>
          <p:spPr bwMode="auto">
            <a:xfrm>
              <a:off x="2553" y="1726"/>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01" name="Line 284">
              <a:extLst>
                <a:ext uri="{FF2B5EF4-FFF2-40B4-BE49-F238E27FC236}">
                  <a16:creationId xmlns:a16="http://schemas.microsoft.com/office/drawing/2014/main" id="{0D16E9F0-BFD0-1F8F-7BAE-34F7F7C8AF63}"/>
                </a:ext>
              </a:extLst>
            </p:cNvPr>
            <p:cNvSpPr>
              <a:spLocks noChangeShapeType="1"/>
            </p:cNvSpPr>
            <p:nvPr/>
          </p:nvSpPr>
          <p:spPr bwMode="auto">
            <a:xfrm>
              <a:off x="2595" y="1740"/>
              <a:ext cx="4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02" name="Line 285">
              <a:extLst>
                <a:ext uri="{FF2B5EF4-FFF2-40B4-BE49-F238E27FC236}">
                  <a16:creationId xmlns:a16="http://schemas.microsoft.com/office/drawing/2014/main" id="{A760DB84-9398-AD76-12FB-4DBE31185FBB}"/>
                </a:ext>
              </a:extLst>
            </p:cNvPr>
            <p:cNvSpPr>
              <a:spLocks noChangeShapeType="1"/>
            </p:cNvSpPr>
            <p:nvPr/>
          </p:nvSpPr>
          <p:spPr bwMode="auto">
            <a:xfrm>
              <a:off x="2636" y="1726"/>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03" name="Line 286">
              <a:extLst>
                <a:ext uri="{FF2B5EF4-FFF2-40B4-BE49-F238E27FC236}">
                  <a16:creationId xmlns:a16="http://schemas.microsoft.com/office/drawing/2014/main" id="{58D75E34-FD23-848D-A1D6-869F59F05FC4}"/>
                </a:ext>
              </a:extLst>
            </p:cNvPr>
            <p:cNvSpPr>
              <a:spLocks noChangeShapeType="1"/>
            </p:cNvSpPr>
            <p:nvPr/>
          </p:nvSpPr>
          <p:spPr bwMode="auto">
            <a:xfrm>
              <a:off x="2650" y="1740"/>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04" name="Rectangle 287">
              <a:extLst>
                <a:ext uri="{FF2B5EF4-FFF2-40B4-BE49-F238E27FC236}">
                  <a16:creationId xmlns:a16="http://schemas.microsoft.com/office/drawing/2014/main" id="{D8E16BB0-8E42-5D6E-636F-7BB31301533C}"/>
                </a:ext>
              </a:extLst>
            </p:cNvPr>
            <p:cNvSpPr>
              <a:spLocks noChangeArrowheads="1"/>
            </p:cNvSpPr>
            <p:nvPr/>
          </p:nvSpPr>
          <p:spPr bwMode="auto">
            <a:xfrm>
              <a:off x="2608" y="1630"/>
              <a:ext cx="28" cy="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05" name="Rectangle 288">
              <a:extLst>
                <a:ext uri="{FF2B5EF4-FFF2-40B4-BE49-F238E27FC236}">
                  <a16:creationId xmlns:a16="http://schemas.microsoft.com/office/drawing/2014/main" id="{2BB3D71F-D130-7ABC-3D49-D9A6C3D142E3}"/>
                </a:ext>
              </a:extLst>
            </p:cNvPr>
            <p:cNvSpPr>
              <a:spLocks noChangeArrowheads="1"/>
            </p:cNvSpPr>
            <p:nvPr/>
          </p:nvSpPr>
          <p:spPr bwMode="auto">
            <a:xfrm>
              <a:off x="2608" y="1630"/>
              <a:ext cx="42" cy="41"/>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06" name="Freeform 289">
              <a:extLst>
                <a:ext uri="{FF2B5EF4-FFF2-40B4-BE49-F238E27FC236}">
                  <a16:creationId xmlns:a16="http://schemas.microsoft.com/office/drawing/2014/main" id="{7BB8A7EC-3C39-61E1-0EF6-B33A17CDD4FE}"/>
                </a:ext>
              </a:extLst>
            </p:cNvPr>
            <p:cNvSpPr>
              <a:spLocks/>
            </p:cNvSpPr>
            <p:nvPr/>
          </p:nvSpPr>
          <p:spPr bwMode="auto">
            <a:xfrm>
              <a:off x="1656" y="1175"/>
              <a:ext cx="42" cy="69"/>
            </a:xfrm>
            <a:custGeom>
              <a:avLst/>
              <a:gdLst>
                <a:gd name="T0" fmla="*/ 0 w 42"/>
                <a:gd name="T1" fmla="*/ 0 h 69"/>
                <a:gd name="T2" fmla="*/ 42 w 42"/>
                <a:gd name="T3" fmla="*/ 13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3"/>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07" name="AutoShape 290">
              <a:extLst>
                <a:ext uri="{FF2B5EF4-FFF2-40B4-BE49-F238E27FC236}">
                  <a16:creationId xmlns:a16="http://schemas.microsoft.com/office/drawing/2014/main" id="{B3F62662-3762-F466-D8AD-FAB06DDEA30E}"/>
                </a:ext>
              </a:extLst>
            </p:cNvPr>
            <p:cNvSpPr>
              <a:spLocks noChangeArrowheads="1"/>
            </p:cNvSpPr>
            <p:nvPr/>
          </p:nvSpPr>
          <p:spPr bwMode="auto">
            <a:xfrm>
              <a:off x="1546" y="1092"/>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08" name="AutoShape 291">
              <a:extLst>
                <a:ext uri="{FF2B5EF4-FFF2-40B4-BE49-F238E27FC236}">
                  <a16:creationId xmlns:a16="http://schemas.microsoft.com/office/drawing/2014/main" id="{B3562017-6AA6-A88D-D777-17B0FE2DD6D2}"/>
                </a:ext>
              </a:extLst>
            </p:cNvPr>
            <p:cNvSpPr>
              <a:spLocks noChangeArrowheads="1"/>
            </p:cNvSpPr>
            <p:nvPr/>
          </p:nvSpPr>
          <p:spPr bwMode="auto">
            <a:xfrm>
              <a:off x="1532" y="1078"/>
              <a:ext cx="152" cy="97"/>
            </a:xfrm>
            <a:prstGeom prst="roundRect">
              <a:avLst>
                <a:gd name="adj" fmla="val 38662"/>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09" name="Rectangle 292">
              <a:extLst>
                <a:ext uri="{FF2B5EF4-FFF2-40B4-BE49-F238E27FC236}">
                  <a16:creationId xmlns:a16="http://schemas.microsoft.com/office/drawing/2014/main" id="{D672848B-2829-48AF-D513-DBE04E3A626D}"/>
                </a:ext>
              </a:extLst>
            </p:cNvPr>
            <p:cNvSpPr>
              <a:spLocks noChangeArrowheads="1"/>
            </p:cNvSpPr>
            <p:nvPr/>
          </p:nvSpPr>
          <p:spPr bwMode="auto">
            <a:xfrm>
              <a:off x="1574" y="1106"/>
              <a:ext cx="8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10" name="Rectangle 293">
              <a:extLst>
                <a:ext uri="{FF2B5EF4-FFF2-40B4-BE49-F238E27FC236}">
                  <a16:creationId xmlns:a16="http://schemas.microsoft.com/office/drawing/2014/main" id="{1AA1E918-51A2-5781-93B8-B128C6F6A332}"/>
                </a:ext>
              </a:extLst>
            </p:cNvPr>
            <p:cNvSpPr>
              <a:spLocks noChangeArrowheads="1"/>
            </p:cNvSpPr>
            <p:nvPr/>
          </p:nvSpPr>
          <p:spPr bwMode="auto">
            <a:xfrm>
              <a:off x="1574" y="1106"/>
              <a:ext cx="96"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11" name="Freeform 294">
              <a:extLst>
                <a:ext uri="{FF2B5EF4-FFF2-40B4-BE49-F238E27FC236}">
                  <a16:creationId xmlns:a16="http://schemas.microsoft.com/office/drawing/2014/main" id="{34D66F22-A021-1626-CC85-DC11A85B3030}"/>
                </a:ext>
              </a:extLst>
            </p:cNvPr>
            <p:cNvSpPr>
              <a:spLocks/>
            </p:cNvSpPr>
            <p:nvPr/>
          </p:nvSpPr>
          <p:spPr bwMode="auto">
            <a:xfrm>
              <a:off x="1684" y="1230"/>
              <a:ext cx="28" cy="41"/>
            </a:xfrm>
            <a:custGeom>
              <a:avLst/>
              <a:gdLst>
                <a:gd name="T0" fmla="*/ 14 w 28"/>
                <a:gd name="T1" fmla="*/ 0 h 41"/>
                <a:gd name="T2" fmla="*/ 14 w 28"/>
                <a:gd name="T3" fmla="*/ 0 h 41"/>
                <a:gd name="T4" fmla="*/ 28 w 28"/>
                <a:gd name="T5" fmla="*/ 14 h 41"/>
                <a:gd name="T6" fmla="*/ 28 w 28"/>
                <a:gd name="T7" fmla="*/ 27 h 41"/>
                <a:gd name="T8" fmla="*/ 14 w 28"/>
                <a:gd name="T9" fmla="*/ 41 h 41"/>
                <a:gd name="T10" fmla="*/ 14 w 28"/>
                <a:gd name="T11" fmla="*/ 41 h 41"/>
                <a:gd name="T12" fmla="*/ 0 w 28"/>
                <a:gd name="T13" fmla="*/ 27 h 41"/>
                <a:gd name="T14" fmla="*/ 0 w 28"/>
                <a:gd name="T15" fmla="*/ 14 h 41"/>
                <a:gd name="T16" fmla="*/ 0 w 28"/>
                <a:gd name="T17" fmla="*/ 0 h 41"/>
                <a:gd name="T18" fmla="*/ 14 w 28"/>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1"/>
                <a:gd name="T32" fmla="*/ 28 w 28"/>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1">
                  <a:moveTo>
                    <a:pt x="14" y="0"/>
                  </a:moveTo>
                  <a:lnTo>
                    <a:pt x="14" y="0"/>
                  </a:lnTo>
                  <a:lnTo>
                    <a:pt x="28" y="14"/>
                  </a:lnTo>
                  <a:lnTo>
                    <a:pt x="28" y="27"/>
                  </a:lnTo>
                  <a:lnTo>
                    <a:pt x="14" y="41"/>
                  </a:lnTo>
                  <a:lnTo>
                    <a:pt x="0" y="27"/>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4912" name="Picture 295">
              <a:extLst>
                <a:ext uri="{FF2B5EF4-FFF2-40B4-BE49-F238E27FC236}">
                  <a16:creationId xmlns:a16="http://schemas.microsoft.com/office/drawing/2014/main" id="{3446DC6C-7FEE-408B-301A-B4B13F6A79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4" y="1106"/>
              <a:ext cx="69"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3" name="Line 296">
              <a:extLst>
                <a:ext uri="{FF2B5EF4-FFF2-40B4-BE49-F238E27FC236}">
                  <a16:creationId xmlns:a16="http://schemas.microsoft.com/office/drawing/2014/main" id="{5E4ECC4D-94F2-30F5-E03E-1E36EF61A7C7}"/>
                </a:ext>
              </a:extLst>
            </p:cNvPr>
            <p:cNvSpPr>
              <a:spLocks noChangeShapeType="1"/>
            </p:cNvSpPr>
            <p:nvPr/>
          </p:nvSpPr>
          <p:spPr bwMode="auto">
            <a:xfrm>
              <a:off x="1684" y="1244"/>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14" name="Freeform 297">
              <a:extLst>
                <a:ext uri="{FF2B5EF4-FFF2-40B4-BE49-F238E27FC236}">
                  <a16:creationId xmlns:a16="http://schemas.microsoft.com/office/drawing/2014/main" id="{13837C0F-7BAF-093C-F619-92EEA2E23272}"/>
                </a:ext>
              </a:extLst>
            </p:cNvPr>
            <p:cNvSpPr>
              <a:spLocks/>
            </p:cNvSpPr>
            <p:nvPr/>
          </p:nvSpPr>
          <p:spPr bwMode="auto">
            <a:xfrm>
              <a:off x="1698" y="1244"/>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15" name="Rectangle 298">
              <a:extLst>
                <a:ext uri="{FF2B5EF4-FFF2-40B4-BE49-F238E27FC236}">
                  <a16:creationId xmlns:a16="http://schemas.microsoft.com/office/drawing/2014/main" id="{1E4B30C7-BB7A-6D21-D95A-9742C7E6D750}"/>
                </a:ext>
              </a:extLst>
            </p:cNvPr>
            <p:cNvSpPr>
              <a:spLocks noChangeArrowheads="1"/>
            </p:cNvSpPr>
            <p:nvPr/>
          </p:nvSpPr>
          <p:spPr bwMode="auto">
            <a:xfrm>
              <a:off x="1560" y="1161"/>
              <a:ext cx="96"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16" name="Freeform 299">
              <a:extLst>
                <a:ext uri="{FF2B5EF4-FFF2-40B4-BE49-F238E27FC236}">
                  <a16:creationId xmlns:a16="http://schemas.microsoft.com/office/drawing/2014/main" id="{16F698BB-31EA-8609-D2B8-33956127CBEB}"/>
                </a:ext>
              </a:extLst>
            </p:cNvPr>
            <p:cNvSpPr>
              <a:spLocks/>
            </p:cNvSpPr>
            <p:nvPr/>
          </p:nvSpPr>
          <p:spPr bwMode="auto">
            <a:xfrm>
              <a:off x="1546" y="1188"/>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17" name="Line 300">
              <a:extLst>
                <a:ext uri="{FF2B5EF4-FFF2-40B4-BE49-F238E27FC236}">
                  <a16:creationId xmlns:a16="http://schemas.microsoft.com/office/drawing/2014/main" id="{93591EEB-A16C-6370-EBEC-ECF0B400907C}"/>
                </a:ext>
              </a:extLst>
            </p:cNvPr>
            <p:cNvSpPr>
              <a:spLocks noChangeShapeType="1"/>
            </p:cNvSpPr>
            <p:nvPr/>
          </p:nvSpPr>
          <p:spPr bwMode="auto">
            <a:xfrm>
              <a:off x="1560" y="1202"/>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18" name="Line 301">
              <a:extLst>
                <a:ext uri="{FF2B5EF4-FFF2-40B4-BE49-F238E27FC236}">
                  <a16:creationId xmlns:a16="http://schemas.microsoft.com/office/drawing/2014/main" id="{BAA2F86D-67F2-4B44-BF1C-B2131836ABD4}"/>
                </a:ext>
              </a:extLst>
            </p:cNvPr>
            <p:cNvSpPr>
              <a:spLocks noChangeShapeType="1"/>
            </p:cNvSpPr>
            <p:nvPr/>
          </p:nvSpPr>
          <p:spPr bwMode="auto">
            <a:xfrm>
              <a:off x="1574" y="1188"/>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19" name="Line 302">
              <a:extLst>
                <a:ext uri="{FF2B5EF4-FFF2-40B4-BE49-F238E27FC236}">
                  <a16:creationId xmlns:a16="http://schemas.microsoft.com/office/drawing/2014/main" id="{4C735908-BBC8-E750-E6A9-C88CF84C2D74}"/>
                </a:ext>
              </a:extLst>
            </p:cNvPr>
            <p:cNvSpPr>
              <a:spLocks noChangeShapeType="1"/>
            </p:cNvSpPr>
            <p:nvPr/>
          </p:nvSpPr>
          <p:spPr bwMode="auto">
            <a:xfrm>
              <a:off x="1560" y="120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20" name="Line 303">
              <a:extLst>
                <a:ext uri="{FF2B5EF4-FFF2-40B4-BE49-F238E27FC236}">
                  <a16:creationId xmlns:a16="http://schemas.microsoft.com/office/drawing/2014/main" id="{7EC10435-5A6A-AE29-7CFB-60BFD0BE72BC}"/>
                </a:ext>
              </a:extLst>
            </p:cNvPr>
            <p:cNvSpPr>
              <a:spLocks noChangeShapeType="1"/>
            </p:cNvSpPr>
            <p:nvPr/>
          </p:nvSpPr>
          <p:spPr bwMode="auto">
            <a:xfrm>
              <a:off x="1587" y="1202"/>
              <a:ext cx="5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21" name="Freeform 304">
              <a:extLst>
                <a:ext uri="{FF2B5EF4-FFF2-40B4-BE49-F238E27FC236}">
                  <a16:creationId xmlns:a16="http://schemas.microsoft.com/office/drawing/2014/main" id="{82523A92-AFDC-7162-4C16-8D28F0F51463}"/>
                </a:ext>
              </a:extLst>
            </p:cNvPr>
            <p:cNvSpPr>
              <a:spLocks/>
            </p:cNvSpPr>
            <p:nvPr/>
          </p:nvSpPr>
          <p:spPr bwMode="auto">
            <a:xfrm>
              <a:off x="1629" y="1202"/>
              <a:ext cx="41" cy="1"/>
            </a:xfrm>
            <a:custGeom>
              <a:avLst/>
              <a:gdLst>
                <a:gd name="T0" fmla="*/ 0 w 41"/>
                <a:gd name="T1" fmla="*/ 0 h 1"/>
                <a:gd name="T2" fmla="*/ 27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7"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22" name="Rectangle 305">
              <a:extLst>
                <a:ext uri="{FF2B5EF4-FFF2-40B4-BE49-F238E27FC236}">
                  <a16:creationId xmlns:a16="http://schemas.microsoft.com/office/drawing/2014/main" id="{CF665785-3152-4425-90E4-5597606F5BA7}"/>
                </a:ext>
              </a:extLst>
            </p:cNvPr>
            <p:cNvSpPr>
              <a:spLocks noChangeArrowheads="1"/>
            </p:cNvSpPr>
            <p:nvPr/>
          </p:nvSpPr>
          <p:spPr bwMode="auto">
            <a:xfrm>
              <a:off x="1601" y="1092"/>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23" name="Rectangle 306">
              <a:extLst>
                <a:ext uri="{FF2B5EF4-FFF2-40B4-BE49-F238E27FC236}">
                  <a16:creationId xmlns:a16="http://schemas.microsoft.com/office/drawing/2014/main" id="{28EA3866-050D-B78D-ADA1-6AE47A1EBF0F}"/>
                </a:ext>
              </a:extLst>
            </p:cNvPr>
            <p:cNvSpPr>
              <a:spLocks noChangeArrowheads="1"/>
            </p:cNvSpPr>
            <p:nvPr/>
          </p:nvSpPr>
          <p:spPr bwMode="auto">
            <a:xfrm>
              <a:off x="1601" y="1092"/>
              <a:ext cx="42"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24" name="Freeform 307">
              <a:extLst>
                <a:ext uri="{FF2B5EF4-FFF2-40B4-BE49-F238E27FC236}">
                  <a16:creationId xmlns:a16="http://schemas.microsoft.com/office/drawing/2014/main" id="{54B1DDE3-BE90-8E8C-AF59-59B3E0CECACB}"/>
                </a:ext>
              </a:extLst>
            </p:cNvPr>
            <p:cNvSpPr>
              <a:spLocks/>
            </p:cNvSpPr>
            <p:nvPr/>
          </p:nvSpPr>
          <p:spPr bwMode="auto">
            <a:xfrm>
              <a:off x="1836" y="1175"/>
              <a:ext cx="41" cy="69"/>
            </a:xfrm>
            <a:custGeom>
              <a:avLst/>
              <a:gdLst>
                <a:gd name="T0" fmla="*/ 0 w 41"/>
                <a:gd name="T1" fmla="*/ 0 h 69"/>
                <a:gd name="T2" fmla="*/ 41 w 41"/>
                <a:gd name="T3" fmla="*/ 13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3"/>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25" name="AutoShape 308">
              <a:extLst>
                <a:ext uri="{FF2B5EF4-FFF2-40B4-BE49-F238E27FC236}">
                  <a16:creationId xmlns:a16="http://schemas.microsoft.com/office/drawing/2014/main" id="{B3F1E84F-7CC0-8499-2A9A-72B299B3E727}"/>
                </a:ext>
              </a:extLst>
            </p:cNvPr>
            <p:cNvSpPr>
              <a:spLocks noChangeArrowheads="1"/>
            </p:cNvSpPr>
            <p:nvPr/>
          </p:nvSpPr>
          <p:spPr bwMode="auto">
            <a:xfrm>
              <a:off x="1725" y="1092"/>
              <a:ext cx="125"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26" name="AutoShape 309">
              <a:extLst>
                <a:ext uri="{FF2B5EF4-FFF2-40B4-BE49-F238E27FC236}">
                  <a16:creationId xmlns:a16="http://schemas.microsoft.com/office/drawing/2014/main" id="{6096BC69-8366-3507-BC88-51349E708DF4}"/>
                </a:ext>
              </a:extLst>
            </p:cNvPr>
            <p:cNvSpPr>
              <a:spLocks noChangeArrowheads="1"/>
            </p:cNvSpPr>
            <p:nvPr/>
          </p:nvSpPr>
          <p:spPr bwMode="auto">
            <a:xfrm>
              <a:off x="1712" y="1078"/>
              <a:ext cx="151" cy="97"/>
            </a:xfrm>
            <a:prstGeom prst="roundRect">
              <a:avLst>
                <a:gd name="adj" fmla="val 38662"/>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27" name="Rectangle 310">
              <a:extLst>
                <a:ext uri="{FF2B5EF4-FFF2-40B4-BE49-F238E27FC236}">
                  <a16:creationId xmlns:a16="http://schemas.microsoft.com/office/drawing/2014/main" id="{C5A44696-9EBE-4042-4D93-5ACEC1686578}"/>
                </a:ext>
              </a:extLst>
            </p:cNvPr>
            <p:cNvSpPr>
              <a:spLocks noChangeArrowheads="1"/>
            </p:cNvSpPr>
            <p:nvPr/>
          </p:nvSpPr>
          <p:spPr bwMode="auto">
            <a:xfrm>
              <a:off x="1753" y="1106"/>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28" name="Rectangle 311">
              <a:extLst>
                <a:ext uri="{FF2B5EF4-FFF2-40B4-BE49-F238E27FC236}">
                  <a16:creationId xmlns:a16="http://schemas.microsoft.com/office/drawing/2014/main" id="{0DECE3E4-9820-6383-3F8C-D4654E205594}"/>
                </a:ext>
              </a:extLst>
            </p:cNvPr>
            <p:cNvSpPr>
              <a:spLocks noChangeArrowheads="1"/>
            </p:cNvSpPr>
            <p:nvPr/>
          </p:nvSpPr>
          <p:spPr bwMode="auto">
            <a:xfrm>
              <a:off x="1753" y="1106"/>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29" name="Freeform 312">
              <a:extLst>
                <a:ext uri="{FF2B5EF4-FFF2-40B4-BE49-F238E27FC236}">
                  <a16:creationId xmlns:a16="http://schemas.microsoft.com/office/drawing/2014/main" id="{6281E440-FC46-4A38-501F-53FA77508BCC}"/>
                </a:ext>
              </a:extLst>
            </p:cNvPr>
            <p:cNvSpPr>
              <a:spLocks/>
            </p:cNvSpPr>
            <p:nvPr/>
          </p:nvSpPr>
          <p:spPr bwMode="auto">
            <a:xfrm>
              <a:off x="1863" y="1230"/>
              <a:ext cx="28" cy="41"/>
            </a:xfrm>
            <a:custGeom>
              <a:avLst/>
              <a:gdLst>
                <a:gd name="T0" fmla="*/ 14 w 28"/>
                <a:gd name="T1" fmla="*/ 0 h 41"/>
                <a:gd name="T2" fmla="*/ 14 w 28"/>
                <a:gd name="T3" fmla="*/ 0 h 41"/>
                <a:gd name="T4" fmla="*/ 28 w 28"/>
                <a:gd name="T5" fmla="*/ 14 h 41"/>
                <a:gd name="T6" fmla="*/ 28 w 28"/>
                <a:gd name="T7" fmla="*/ 27 h 41"/>
                <a:gd name="T8" fmla="*/ 14 w 28"/>
                <a:gd name="T9" fmla="*/ 41 h 41"/>
                <a:gd name="T10" fmla="*/ 14 w 28"/>
                <a:gd name="T11" fmla="*/ 41 h 41"/>
                <a:gd name="T12" fmla="*/ 0 w 28"/>
                <a:gd name="T13" fmla="*/ 27 h 41"/>
                <a:gd name="T14" fmla="*/ 0 w 28"/>
                <a:gd name="T15" fmla="*/ 14 h 41"/>
                <a:gd name="T16" fmla="*/ 0 w 28"/>
                <a:gd name="T17" fmla="*/ 0 h 41"/>
                <a:gd name="T18" fmla="*/ 14 w 28"/>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1"/>
                <a:gd name="T32" fmla="*/ 28 w 28"/>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1">
                  <a:moveTo>
                    <a:pt x="14" y="0"/>
                  </a:moveTo>
                  <a:lnTo>
                    <a:pt x="14" y="0"/>
                  </a:lnTo>
                  <a:lnTo>
                    <a:pt x="28" y="14"/>
                  </a:lnTo>
                  <a:lnTo>
                    <a:pt x="28" y="27"/>
                  </a:lnTo>
                  <a:lnTo>
                    <a:pt x="14" y="41"/>
                  </a:lnTo>
                  <a:lnTo>
                    <a:pt x="0" y="27"/>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4930" name="Picture 313">
              <a:extLst>
                <a:ext uri="{FF2B5EF4-FFF2-40B4-BE49-F238E27FC236}">
                  <a16:creationId xmlns:a16="http://schemas.microsoft.com/office/drawing/2014/main" id="{E6CB4DCB-85C0-33D2-E755-3A3B740BE8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3" y="1106"/>
              <a:ext cx="69"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31" name="Line 314">
              <a:extLst>
                <a:ext uri="{FF2B5EF4-FFF2-40B4-BE49-F238E27FC236}">
                  <a16:creationId xmlns:a16="http://schemas.microsoft.com/office/drawing/2014/main" id="{AB188F65-54C5-4B66-0E9A-6BBCEBCFD17A}"/>
                </a:ext>
              </a:extLst>
            </p:cNvPr>
            <p:cNvSpPr>
              <a:spLocks noChangeShapeType="1"/>
            </p:cNvSpPr>
            <p:nvPr/>
          </p:nvSpPr>
          <p:spPr bwMode="auto">
            <a:xfrm>
              <a:off x="1863" y="1244"/>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32" name="Freeform 315">
              <a:extLst>
                <a:ext uri="{FF2B5EF4-FFF2-40B4-BE49-F238E27FC236}">
                  <a16:creationId xmlns:a16="http://schemas.microsoft.com/office/drawing/2014/main" id="{62BA2BC6-948E-0009-DC8B-67990E3F92A5}"/>
                </a:ext>
              </a:extLst>
            </p:cNvPr>
            <p:cNvSpPr>
              <a:spLocks/>
            </p:cNvSpPr>
            <p:nvPr/>
          </p:nvSpPr>
          <p:spPr bwMode="auto">
            <a:xfrm>
              <a:off x="1877" y="1244"/>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33" name="Rectangle 316">
              <a:extLst>
                <a:ext uri="{FF2B5EF4-FFF2-40B4-BE49-F238E27FC236}">
                  <a16:creationId xmlns:a16="http://schemas.microsoft.com/office/drawing/2014/main" id="{93E0607D-E4DA-4A0A-45EF-FBE40D930C1E}"/>
                </a:ext>
              </a:extLst>
            </p:cNvPr>
            <p:cNvSpPr>
              <a:spLocks noChangeArrowheads="1"/>
            </p:cNvSpPr>
            <p:nvPr/>
          </p:nvSpPr>
          <p:spPr bwMode="auto">
            <a:xfrm>
              <a:off x="1739" y="1161"/>
              <a:ext cx="97"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34" name="Freeform 317">
              <a:extLst>
                <a:ext uri="{FF2B5EF4-FFF2-40B4-BE49-F238E27FC236}">
                  <a16:creationId xmlns:a16="http://schemas.microsoft.com/office/drawing/2014/main" id="{77C5DF05-C4B2-6965-4A14-0CAB76697955}"/>
                </a:ext>
              </a:extLst>
            </p:cNvPr>
            <p:cNvSpPr>
              <a:spLocks/>
            </p:cNvSpPr>
            <p:nvPr/>
          </p:nvSpPr>
          <p:spPr bwMode="auto">
            <a:xfrm>
              <a:off x="1725" y="1188"/>
              <a:ext cx="125" cy="28"/>
            </a:xfrm>
            <a:custGeom>
              <a:avLst/>
              <a:gdLst>
                <a:gd name="T0" fmla="*/ 14 w 125"/>
                <a:gd name="T1" fmla="*/ 0 h 28"/>
                <a:gd name="T2" fmla="*/ 0 w 125"/>
                <a:gd name="T3" fmla="*/ 28 h 28"/>
                <a:gd name="T4" fmla="*/ 125 w 125"/>
                <a:gd name="T5" fmla="*/ 28 h 28"/>
                <a:gd name="T6" fmla="*/ 125 w 125"/>
                <a:gd name="T7" fmla="*/ 0 h 28"/>
                <a:gd name="T8" fmla="*/ 14 w 125"/>
                <a:gd name="T9" fmla="*/ 0 h 28"/>
                <a:gd name="T10" fmla="*/ 0 60000 65536"/>
                <a:gd name="T11" fmla="*/ 0 60000 65536"/>
                <a:gd name="T12" fmla="*/ 0 60000 65536"/>
                <a:gd name="T13" fmla="*/ 0 60000 65536"/>
                <a:gd name="T14" fmla="*/ 0 60000 65536"/>
                <a:gd name="T15" fmla="*/ 0 w 125"/>
                <a:gd name="T16" fmla="*/ 0 h 28"/>
                <a:gd name="T17" fmla="*/ 125 w 125"/>
                <a:gd name="T18" fmla="*/ 28 h 28"/>
              </a:gdLst>
              <a:ahLst/>
              <a:cxnLst>
                <a:cxn ang="T10">
                  <a:pos x="T0" y="T1"/>
                </a:cxn>
                <a:cxn ang="T11">
                  <a:pos x="T2" y="T3"/>
                </a:cxn>
                <a:cxn ang="T12">
                  <a:pos x="T4" y="T5"/>
                </a:cxn>
                <a:cxn ang="T13">
                  <a:pos x="T6" y="T7"/>
                </a:cxn>
                <a:cxn ang="T14">
                  <a:pos x="T8" y="T9"/>
                </a:cxn>
              </a:cxnLst>
              <a:rect l="T15" t="T16" r="T17" b="T18"/>
              <a:pathLst>
                <a:path w="125" h="28">
                  <a:moveTo>
                    <a:pt x="14" y="0"/>
                  </a:moveTo>
                  <a:lnTo>
                    <a:pt x="0" y="28"/>
                  </a:lnTo>
                  <a:lnTo>
                    <a:pt x="125" y="28"/>
                  </a:lnTo>
                  <a:lnTo>
                    <a:pt x="125"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35" name="Line 318">
              <a:extLst>
                <a:ext uri="{FF2B5EF4-FFF2-40B4-BE49-F238E27FC236}">
                  <a16:creationId xmlns:a16="http://schemas.microsoft.com/office/drawing/2014/main" id="{8E2EA282-9C9B-D8AF-887F-3B75B79A1433}"/>
                </a:ext>
              </a:extLst>
            </p:cNvPr>
            <p:cNvSpPr>
              <a:spLocks noChangeShapeType="1"/>
            </p:cNvSpPr>
            <p:nvPr/>
          </p:nvSpPr>
          <p:spPr bwMode="auto">
            <a:xfrm>
              <a:off x="1739" y="1202"/>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36" name="Line 319">
              <a:extLst>
                <a:ext uri="{FF2B5EF4-FFF2-40B4-BE49-F238E27FC236}">
                  <a16:creationId xmlns:a16="http://schemas.microsoft.com/office/drawing/2014/main" id="{E933EF0E-0885-0EE8-3A6A-8281018F7132}"/>
                </a:ext>
              </a:extLst>
            </p:cNvPr>
            <p:cNvSpPr>
              <a:spLocks noChangeShapeType="1"/>
            </p:cNvSpPr>
            <p:nvPr/>
          </p:nvSpPr>
          <p:spPr bwMode="auto">
            <a:xfrm>
              <a:off x="1753" y="1188"/>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37" name="Line 320">
              <a:extLst>
                <a:ext uri="{FF2B5EF4-FFF2-40B4-BE49-F238E27FC236}">
                  <a16:creationId xmlns:a16="http://schemas.microsoft.com/office/drawing/2014/main" id="{623DF6F3-DA6C-F7EF-D565-035A199E6AEA}"/>
                </a:ext>
              </a:extLst>
            </p:cNvPr>
            <p:cNvSpPr>
              <a:spLocks noChangeShapeType="1"/>
            </p:cNvSpPr>
            <p:nvPr/>
          </p:nvSpPr>
          <p:spPr bwMode="auto">
            <a:xfrm>
              <a:off x="1739" y="120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38" name="Line 321">
              <a:extLst>
                <a:ext uri="{FF2B5EF4-FFF2-40B4-BE49-F238E27FC236}">
                  <a16:creationId xmlns:a16="http://schemas.microsoft.com/office/drawing/2014/main" id="{6DD8B5EC-5852-312F-FF15-BF4DF3C09B22}"/>
                </a:ext>
              </a:extLst>
            </p:cNvPr>
            <p:cNvSpPr>
              <a:spLocks noChangeShapeType="1"/>
            </p:cNvSpPr>
            <p:nvPr/>
          </p:nvSpPr>
          <p:spPr bwMode="auto">
            <a:xfrm>
              <a:off x="1767" y="1202"/>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39" name="Freeform 322">
              <a:extLst>
                <a:ext uri="{FF2B5EF4-FFF2-40B4-BE49-F238E27FC236}">
                  <a16:creationId xmlns:a16="http://schemas.microsoft.com/office/drawing/2014/main" id="{791184F0-E3DF-67B2-371B-31DD9F2F5095}"/>
                </a:ext>
              </a:extLst>
            </p:cNvPr>
            <p:cNvSpPr>
              <a:spLocks/>
            </p:cNvSpPr>
            <p:nvPr/>
          </p:nvSpPr>
          <p:spPr bwMode="auto">
            <a:xfrm>
              <a:off x="1808" y="1202"/>
              <a:ext cx="42" cy="1"/>
            </a:xfrm>
            <a:custGeom>
              <a:avLst/>
              <a:gdLst>
                <a:gd name="T0" fmla="*/ 0 w 42"/>
                <a:gd name="T1" fmla="*/ 0 h 1"/>
                <a:gd name="T2" fmla="*/ 28 w 42"/>
                <a:gd name="T3" fmla="*/ 0 h 1"/>
                <a:gd name="T4" fmla="*/ 42 w 42"/>
                <a:gd name="T5" fmla="*/ 0 h 1"/>
                <a:gd name="T6" fmla="*/ 0 60000 65536"/>
                <a:gd name="T7" fmla="*/ 0 60000 65536"/>
                <a:gd name="T8" fmla="*/ 0 60000 65536"/>
                <a:gd name="T9" fmla="*/ 0 w 42"/>
                <a:gd name="T10" fmla="*/ 0 h 1"/>
                <a:gd name="T11" fmla="*/ 42 w 42"/>
                <a:gd name="T12" fmla="*/ 1 h 1"/>
              </a:gdLst>
              <a:ahLst/>
              <a:cxnLst>
                <a:cxn ang="T6">
                  <a:pos x="T0" y="T1"/>
                </a:cxn>
                <a:cxn ang="T7">
                  <a:pos x="T2" y="T3"/>
                </a:cxn>
                <a:cxn ang="T8">
                  <a:pos x="T4" y="T5"/>
                </a:cxn>
              </a:cxnLst>
              <a:rect l="T9" t="T10" r="T11" b="T12"/>
              <a:pathLst>
                <a:path w="42" h="1">
                  <a:moveTo>
                    <a:pt x="0" y="0"/>
                  </a:moveTo>
                  <a:lnTo>
                    <a:pt x="28" y="0"/>
                  </a:lnTo>
                  <a:lnTo>
                    <a:pt x="42"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40" name="Rectangle 323">
              <a:extLst>
                <a:ext uri="{FF2B5EF4-FFF2-40B4-BE49-F238E27FC236}">
                  <a16:creationId xmlns:a16="http://schemas.microsoft.com/office/drawing/2014/main" id="{3AADC8B2-BFBD-23FE-453E-0F0F26BD382F}"/>
                </a:ext>
              </a:extLst>
            </p:cNvPr>
            <p:cNvSpPr>
              <a:spLocks noChangeArrowheads="1"/>
            </p:cNvSpPr>
            <p:nvPr/>
          </p:nvSpPr>
          <p:spPr bwMode="auto">
            <a:xfrm>
              <a:off x="1781" y="1092"/>
              <a:ext cx="27"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41" name="Rectangle 324">
              <a:extLst>
                <a:ext uri="{FF2B5EF4-FFF2-40B4-BE49-F238E27FC236}">
                  <a16:creationId xmlns:a16="http://schemas.microsoft.com/office/drawing/2014/main" id="{456CBCCB-27E9-5D90-6F4C-0146B6505069}"/>
                </a:ext>
              </a:extLst>
            </p:cNvPr>
            <p:cNvSpPr>
              <a:spLocks noChangeArrowheads="1"/>
            </p:cNvSpPr>
            <p:nvPr/>
          </p:nvSpPr>
          <p:spPr bwMode="auto">
            <a:xfrm>
              <a:off x="1781" y="1092"/>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42" name="Freeform 325">
              <a:extLst>
                <a:ext uri="{FF2B5EF4-FFF2-40B4-BE49-F238E27FC236}">
                  <a16:creationId xmlns:a16="http://schemas.microsoft.com/office/drawing/2014/main" id="{F64BC2EA-9B90-F1EB-70F2-D68E83BDE583}"/>
                </a:ext>
              </a:extLst>
            </p:cNvPr>
            <p:cNvSpPr>
              <a:spLocks/>
            </p:cNvSpPr>
            <p:nvPr/>
          </p:nvSpPr>
          <p:spPr bwMode="auto">
            <a:xfrm>
              <a:off x="2015" y="1175"/>
              <a:ext cx="42" cy="69"/>
            </a:xfrm>
            <a:custGeom>
              <a:avLst/>
              <a:gdLst>
                <a:gd name="T0" fmla="*/ 0 w 42"/>
                <a:gd name="T1" fmla="*/ 0 h 69"/>
                <a:gd name="T2" fmla="*/ 42 w 42"/>
                <a:gd name="T3" fmla="*/ 13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3"/>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43" name="AutoShape 326">
              <a:extLst>
                <a:ext uri="{FF2B5EF4-FFF2-40B4-BE49-F238E27FC236}">
                  <a16:creationId xmlns:a16="http://schemas.microsoft.com/office/drawing/2014/main" id="{4FAF4F28-7F29-FC9F-43F6-9DFC0B0CE2B2}"/>
                </a:ext>
              </a:extLst>
            </p:cNvPr>
            <p:cNvSpPr>
              <a:spLocks noChangeArrowheads="1"/>
            </p:cNvSpPr>
            <p:nvPr/>
          </p:nvSpPr>
          <p:spPr bwMode="auto">
            <a:xfrm>
              <a:off x="1905" y="1092"/>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44" name="AutoShape 327">
              <a:extLst>
                <a:ext uri="{FF2B5EF4-FFF2-40B4-BE49-F238E27FC236}">
                  <a16:creationId xmlns:a16="http://schemas.microsoft.com/office/drawing/2014/main" id="{5A5A362C-EC1F-4BAF-924C-EF4E5E646650}"/>
                </a:ext>
              </a:extLst>
            </p:cNvPr>
            <p:cNvSpPr>
              <a:spLocks noChangeArrowheads="1"/>
            </p:cNvSpPr>
            <p:nvPr/>
          </p:nvSpPr>
          <p:spPr bwMode="auto">
            <a:xfrm>
              <a:off x="1891" y="1078"/>
              <a:ext cx="152" cy="97"/>
            </a:xfrm>
            <a:prstGeom prst="roundRect">
              <a:avLst>
                <a:gd name="adj" fmla="val 38662"/>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45" name="Rectangle 328">
              <a:extLst>
                <a:ext uri="{FF2B5EF4-FFF2-40B4-BE49-F238E27FC236}">
                  <a16:creationId xmlns:a16="http://schemas.microsoft.com/office/drawing/2014/main" id="{98BD09EE-76C5-D2FA-2785-46AB2DEA39F5}"/>
                </a:ext>
              </a:extLst>
            </p:cNvPr>
            <p:cNvSpPr>
              <a:spLocks noChangeArrowheads="1"/>
            </p:cNvSpPr>
            <p:nvPr/>
          </p:nvSpPr>
          <p:spPr bwMode="auto">
            <a:xfrm>
              <a:off x="1932" y="1106"/>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46" name="Rectangle 329">
              <a:extLst>
                <a:ext uri="{FF2B5EF4-FFF2-40B4-BE49-F238E27FC236}">
                  <a16:creationId xmlns:a16="http://schemas.microsoft.com/office/drawing/2014/main" id="{32CAD678-3515-E3BA-3E99-19B0A080AB9E}"/>
                </a:ext>
              </a:extLst>
            </p:cNvPr>
            <p:cNvSpPr>
              <a:spLocks noChangeArrowheads="1"/>
            </p:cNvSpPr>
            <p:nvPr/>
          </p:nvSpPr>
          <p:spPr bwMode="auto">
            <a:xfrm>
              <a:off x="1932" y="1106"/>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47" name="Freeform 330">
              <a:extLst>
                <a:ext uri="{FF2B5EF4-FFF2-40B4-BE49-F238E27FC236}">
                  <a16:creationId xmlns:a16="http://schemas.microsoft.com/office/drawing/2014/main" id="{EBC7015E-A382-4395-E760-A244E0A0D26A}"/>
                </a:ext>
              </a:extLst>
            </p:cNvPr>
            <p:cNvSpPr>
              <a:spLocks/>
            </p:cNvSpPr>
            <p:nvPr/>
          </p:nvSpPr>
          <p:spPr bwMode="auto">
            <a:xfrm>
              <a:off x="2043" y="1230"/>
              <a:ext cx="27" cy="41"/>
            </a:xfrm>
            <a:custGeom>
              <a:avLst/>
              <a:gdLst>
                <a:gd name="T0" fmla="*/ 14 w 27"/>
                <a:gd name="T1" fmla="*/ 0 h 41"/>
                <a:gd name="T2" fmla="*/ 14 w 27"/>
                <a:gd name="T3" fmla="*/ 0 h 41"/>
                <a:gd name="T4" fmla="*/ 27 w 27"/>
                <a:gd name="T5" fmla="*/ 14 h 41"/>
                <a:gd name="T6" fmla="*/ 27 w 27"/>
                <a:gd name="T7" fmla="*/ 27 h 41"/>
                <a:gd name="T8" fmla="*/ 14 w 27"/>
                <a:gd name="T9" fmla="*/ 41 h 41"/>
                <a:gd name="T10" fmla="*/ 14 w 27"/>
                <a:gd name="T11" fmla="*/ 41 h 41"/>
                <a:gd name="T12" fmla="*/ 0 w 27"/>
                <a:gd name="T13" fmla="*/ 27 h 41"/>
                <a:gd name="T14" fmla="*/ 0 w 27"/>
                <a:gd name="T15" fmla="*/ 14 h 41"/>
                <a:gd name="T16" fmla="*/ 0 w 27"/>
                <a:gd name="T17" fmla="*/ 0 h 41"/>
                <a:gd name="T18" fmla="*/ 14 w 27"/>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41"/>
                <a:gd name="T32" fmla="*/ 27 w 27"/>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41">
                  <a:moveTo>
                    <a:pt x="14" y="0"/>
                  </a:moveTo>
                  <a:lnTo>
                    <a:pt x="14" y="0"/>
                  </a:lnTo>
                  <a:lnTo>
                    <a:pt x="27" y="14"/>
                  </a:lnTo>
                  <a:lnTo>
                    <a:pt x="27" y="27"/>
                  </a:lnTo>
                  <a:lnTo>
                    <a:pt x="14" y="41"/>
                  </a:lnTo>
                  <a:lnTo>
                    <a:pt x="0" y="27"/>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4948" name="Picture 331">
              <a:extLst>
                <a:ext uri="{FF2B5EF4-FFF2-40B4-BE49-F238E27FC236}">
                  <a16:creationId xmlns:a16="http://schemas.microsoft.com/office/drawing/2014/main" id="{098E1D3E-1FE9-C46A-89D4-C1D560F197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32" y="1106"/>
              <a:ext cx="69"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49" name="Line 332">
              <a:extLst>
                <a:ext uri="{FF2B5EF4-FFF2-40B4-BE49-F238E27FC236}">
                  <a16:creationId xmlns:a16="http://schemas.microsoft.com/office/drawing/2014/main" id="{F4EC81A7-37F0-2DC2-E75A-361BA3DF98D0}"/>
                </a:ext>
              </a:extLst>
            </p:cNvPr>
            <p:cNvSpPr>
              <a:spLocks noChangeShapeType="1"/>
            </p:cNvSpPr>
            <p:nvPr/>
          </p:nvSpPr>
          <p:spPr bwMode="auto">
            <a:xfrm>
              <a:off x="2043" y="1244"/>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50" name="Freeform 333">
              <a:extLst>
                <a:ext uri="{FF2B5EF4-FFF2-40B4-BE49-F238E27FC236}">
                  <a16:creationId xmlns:a16="http://schemas.microsoft.com/office/drawing/2014/main" id="{8BF920FE-D400-C20A-DCC6-CBA79B1F20D7}"/>
                </a:ext>
              </a:extLst>
            </p:cNvPr>
            <p:cNvSpPr>
              <a:spLocks/>
            </p:cNvSpPr>
            <p:nvPr/>
          </p:nvSpPr>
          <p:spPr bwMode="auto">
            <a:xfrm>
              <a:off x="2057" y="1244"/>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51" name="Rectangle 334">
              <a:extLst>
                <a:ext uri="{FF2B5EF4-FFF2-40B4-BE49-F238E27FC236}">
                  <a16:creationId xmlns:a16="http://schemas.microsoft.com/office/drawing/2014/main" id="{1346E04D-1591-B3F8-126B-DD391B73B6EB}"/>
                </a:ext>
              </a:extLst>
            </p:cNvPr>
            <p:cNvSpPr>
              <a:spLocks noChangeArrowheads="1"/>
            </p:cNvSpPr>
            <p:nvPr/>
          </p:nvSpPr>
          <p:spPr bwMode="auto">
            <a:xfrm>
              <a:off x="1919" y="1161"/>
              <a:ext cx="96"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52" name="Freeform 335">
              <a:extLst>
                <a:ext uri="{FF2B5EF4-FFF2-40B4-BE49-F238E27FC236}">
                  <a16:creationId xmlns:a16="http://schemas.microsoft.com/office/drawing/2014/main" id="{AA088C6B-3E6F-B394-80A4-ADF975A44A53}"/>
                </a:ext>
              </a:extLst>
            </p:cNvPr>
            <p:cNvSpPr>
              <a:spLocks/>
            </p:cNvSpPr>
            <p:nvPr/>
          </p:nvSpPr>
          <p:spPr bwMode="auto">
            <a:xfrm>
              <a:off x="1905" y="1188"/>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53" name="Line 336">
              <a:extLst>
                <a:ext uri="{FF2B5EF4-FFF2-40B4-BE49-F238E27FC236}">
                  <a16:creationId xmlns:a16="http://schemas.microsoft.com/office/drawing/2014/main" id="{BECA640F-DD6B-F25C-251A-3E5ADBE7BA3A}"/>
                </a:ext>
              </a:extLst>
            </p:cNvPr>
            <p:cNvSpPr>
              <a:spLocks noChangeShapeType="1"/>
            </p:cNvSpPr>
            <p:nvPr/>
          </p:nvSpPr>
          <p:spPr bwMode="auto">
            <a:xfrm>
              <a:off x="1919" y="1202"/>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54" name="Line 337">
              <a:extLst>
                <a:ext uri="{FF2B5EF4-FFF2-40B4-BE49-F238E27FC236}">
                  <a16:creationId xmlns:a16="http://schemas.microsoft.com/office/drawing/2014/main" id="{AA989148-3F21-1FFA-67E8-1B299802DC35}"/>
                </a:ext>
              </a:extLst>
            </p:cNvPr>
            <p:cNvSpPr>
              <a:spLocks noChangeShapeType="1"/>
            </p:cNvSpPr>
            <p:nvPr/>
          </p:nvSpPr>
          <p:spPr bwMode="auto">
            <a:xfrm>
              <a:off x="1932" y="1188"/>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55" name="Line 338">
              <a:extLst>
                <a:ext uri="{FF2B5EF4-FFF2-40B4-BE49-F238E27FC236}">
                  <a16:creationId xmlns:a16="http://schemas.microsoft.com/office/drawing/2014/main" id="{83770AC5-7841-00CA-A3C5-2E7198BAD2E9}"/>
                </a:ext>
              </a:extLst>
            </p:cNvPr>
            <p:cNvSpPr>
              <a:spLocks noChangeShapeType="1"/>
            </p:cNvSpPr>
            <p:nvPr/>
          </p:nvSpPr>
          <p:spPr bwMode="auto">
            <a:xfrm>
              <a:off x="1919" y="120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56" name="Line 339">
              <a:extLst>
                <a:ext uri="{FF2B5EF4-FFF2-40B4-BE49-F238E27FC236}">
                  <a16:creationId xmlns:a16="http://schemas.microsoft.com/office/drawing/2014/main" id="{E139E0AB-256B-9B78-1D59-09BAA5B6BA09}"/>
                </a:ext>
              </a:extLst>
            </p:cNvPr>
            <p:cNvSpPr>
              <a:spLocks noChangeShapeType="1"/>
            </p:cNvSpPr>
            <p:nvPr/>
          </p:nvSpPr>
          <p:spPr bwMode="auto">
            <a:xfrm>
              <a:off x="1946" y="1202"/>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57" name="Freeform 340">
              <a:extLst>
                <a:ext uri="{FF2B5EF4-FFF2-40B4-BE49-F238E27FC236}">
                  <a16:creationId xmlns:a16="http://schemas.microsoft.com/office/drawing/2014/main" id="{B96354C2-69B9-9E22-66F9-04BB34E8D3D7}"/>
                </a:ext>
              </a:extLst>
            </p:cNvPr>
            <p:cNvSpPr>
              <a:spLocks/>
            </p:cNvSpPr>
            <p:nvPr/>
          </p:nvSpPr>
          <p:spPr bwMode="auto">
            <a:xfrm>
              <a:off x="1988" y="1202"/>
              <a:ext cx="41" cy="1"/>
            </a:xfrm>
            <a:custGeom>
              <a:avLst/>
              <a:gdLst>
                <a:gd name="T0" fmla="*/ 0 w 41"/>
                <a:gd name="T1" fmla="*/ 0 h 1"/>
                <a:gd name="T2" fmla="*/ 27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7"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58" name="Rectangle 341">
              <a:extLst>
                <a:ext uri="{FF2B5EF4-FFF2-40B4-BE49-F238E27FC236}">
                  <a16:creationId xmlns:a16="http://schemas.microsoft.com/office/drawing/2014/main" id="{67F89215-14FC-A18F-748D-B025FDBCC88D}"/>
                </a:ext>
              </a:extLst>
            </p:cNvPr>
            <p:cNvSpPr>
              <a:spLocks noChangeArrowheads="1"/>
            </p:cNvSpPr>
            <p:nvPr/>
          </p:nvSpPr>
          <p:spPr bwMode="auto">
            <a:xfrm>
              <a:off x="1960" y="1092"/>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59" name="Rectangle 342">
              <a:extLst>
                <a:ext uri="{FF2B5EF4-FFF2-40B4-BE49-F238E27FC236}">
                  <a16:creationId xmlns:a16="http://schemas.microsoft.com/office/drawing/2014/main" id="{FF75B760-AB5A-790A-DFFA-550189151ADD}"/>
                </a:ext>
              </a:extLst>
            </p:cNvPr>
            <p:cNvSpPr>
              <a:spLocks noChangeArrowheads="1"/>
            </p:cNvSpPr>
            <p:nvPr/>
          </p:nvSpPr>
          <p:spPr bwMode="auto">
            <a:xfrm>
              <a:off x="1960" y="1092"/>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60" name="Freeform 343">
              <a:extLst>
                <a:ext uri="{FF2B5EF4-FFF2-40B4-BE49-F238E27FC236}">
                  <a16:creationId xmlns:a16="http://schemas.microsoft.com/office/drawing/2014/main" id="{41D7262D-A1F4-17F5-A20A-BDFC9B5867A9}"/>
                </a:ext>
              </a:extLst>
            </p:cNvPr>
            <p:cNvSpPr>
              <a:spLocks/>
            </p:cNvSpPr>
            <p:nvPr/>
          </p:nvSpPr>
          <p:spPr bwMode="auto">
            <a:xfrm>
              <a:off x="1629" y="2168"/>
              <a:ext cx="41" cy="55"/>
            </a:xfrm>
            <a:custGeom>
              <a:avLst/>
              <a:gdLst>
                <a:gd name="T0" fmla="*/ 0 w 41"/>
                <a:gd name="T1" fmla="*/ 0 h 55"/>
                <a:gd name="T2" fmla="*/ 41 w 41"/>
                <a:gd name="T3" fmla="*/ 14 h 55"/>
                <a:gd name="T4" fmla="*/ 41 w 41"/>
                <a:gd name="T5" fmla="*/ 55 h 55"/>
                <a:gd name="T6" fmla="*/ 0 60000 65536"/>
                <a:gd name="T7" fmla="*/ 0 60000 65536"/>
                <a:gd name="T8" fmla="*/ 0 60000 65536"/>
                <a:gd name="T9" fmla="*/ 0 w 41"/>
                <a:gd name="T10" fmla="*/ 0 h 55"/>
                <a:gd name="T11" fmla="*/ 41 w 41"/>
                <a:gd name="T12" fmla="*/ 55 h 55"/>
              </a:gdLst>
              <a:ahLst/>
              <a:cxnLst>
                <a:cxn ang="T6">
                  <a:pos x="T0" y="T1"/>
                </a:cxn>
                <a:cxn ang="T7">
                  <a:pos x="T2" y="T3"/>
                </a:cxn>
                <a:cxn ang="T8">
                  <a:pos x="T4" y="T5"/>
                </a:cxn>
              </a:cxnLst>
              <a:rect l="T9" t="T10" r="T11" b="T12"/>
              <a:pathLst>
                <a:path w="41" h="55">
                  <a:moveTo>
                    <a:pt x="0" y="0"/>
                  </a:moveTo>
                  <a:lnTo>
                    <a:pt x="41" y="14"/>
                  </a:lnTo>
                  <a:lnTo>
                    <a:pt x="41"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61" name="AutoShape 344">
              <a:extLst>
                <a:ext uri="{FF2B5EF4-FFF2-40B4-BE49-F238E27FC236}">
                  <a16:creationId xmlns:a16="http://schemas.microsoft.com/office/drawing/2014/main" id="{C3722AD9-D84D-B0E2-662B-00B8943C2B96}"/>
                </a:ext>
              </a:extLst>
            </p:cNvPr>
            <p:cNvSpPr>
              <a:spLocks noChangeArrowheads="1"/>
            </p:cNvSpPr>
            <p:nvPr/>
          </p:nvSpPr>
          <p:spPr bwMode="auto">
            <a:xfrm>
              <a:off x="1518" y="2071"/>
              <a:ext cx="125" cy="83"/>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62" name="AutoShape 345">
              <a:extLst>
                <a:ext uri="{FF2B5EF4-FFF2-40B4-BE49-F238E27FC236}">
                  <a16:creationId xmlns:a16="http://schemas.microsoft.com/office/drawing/2014/main" id="{82AFE094-C5F0-90B5-A6B8-9754F4B9D352}"/>
                </a:ext>
              </a:extLst>
            </p:cNvPr>
            <p:cNvSpPr>
              <a:spLocks noChangeArrowheads="1"/>
            </p:cNvSpPr>
            <p:nvPr/>
          </p:nvSpPr>
          <p:spPr bwMode="auto">
            <a:xfrm>
              <a:off x="1505" y="2058"/>
              <a:ext cx="151" cy="110"/>
            </a:xfrm>
            <a:prstGeom prst="roundRect">
              <a:avLst>
                <a:gd name="adj" fmla="val 40454"/>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63" name="Rectangle 346">
              <a:extLst>
                <a:ext uri="{FF2B5EF4-FFF2-40B4-BE49-F238E27FC236}">
                  <a16:creationId xmlns:a16="http://schemas.microsoft.com/office/drawing/2014/main" id="{A86500AB-0141-304C-1A82-8A6884C9BC93}"/>
                </a:ext>
              </a:extLst>
            </p:cNvPr>
            <p:cNvSpPr>
              <a:spLocks noChangeArrowheads="1"/>
            </p:cNvSpPr>
            <p:nvPr/>
          </p:nvSpPr>
          <p:spPr bwMode="auto">
            <a:xfrm>
              <a:off x="1546" y="2099"/>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64" name="Rectangle 347">
              <a:extLst>
                <a:ext uri="{FF2B5EF4-FFF2-40B4-BE49-F238E27FC236}">
                  <a16:creationId xmlns:a16="http://schemas.microsoft.com/office/drawing/2014/main" id="{C25A6091-597A-5958-C7C9-C03D7592C658}"/>
                </a:ext>
              </a:extLst>
            </p:cNvPr>
            <p:cNvSpPr>
              <a:spLocks noChangeArrowheads="1"/>
            </p:cNvSpPr>
            <p:nvPr/>
          </p:nvSpPr>
          <p:spPr bwMode="auto">
            <a:xfrm>
              <a:off x="1546" y="2099"/>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65" name="Freeform 348">
              <a:extLst>
                <a:ext uri="{FF2B5EF4-FFF2-40B4-BE49-F238E27FC236}">
                  <a16:creationId xmlns:a16="http://schemas.microsoft.com/office/drawing/2014/main" id="{FFC237D5-1A94-B2C0-901B-945F09D93282}"/>
                </a:ext>
              </a:extLst>
            </p:cNvPr>
            <p:cNvSpPr>
              <a:spLocks/>
            </p:cNvSpPr>
            <p:nvPr/>
          </p:nvSpPr>
          <p:spPr bwMode="auto">
            <a:xfrm>
              <a:off x="1656" y="2223"/>
              <a:ext cx="28" cy="28"/>
            </a:xfrm>
            <a:custGeom>
              <a:avLst/>
              <a:gdLst>
                <a:gd name="T0" fmla="*/ 14 w 28"/>
                <a:gd name="T1" fmla="*/ 0 h 28"/>
                <a:gd name="T2" fmla="*/ 14 w 28"/>
                <a:gd name="T3" fmla="*/ 0 h 28"/>
                <a:gd name="T4" fmla="*/ 28 w 28"/>
                <a:gd name="T5" fmla="*/ 0 h 28"/>
                <a:gd name="T6" fmla="*/ 28 w 28"/>
                <a:gd name="T7" fmla="*/ 14 h 28"/>
                <a:gd name="T8" fmla="*/ 14 w 28"/>
                <a:gd name="T9" fmla="*/ 28 h 28"/>
                <a:gd name="T10" fmla="*/ 14 w 28"/>
                <a:gd name="T11" fmla="*/ 28 h 28"/>
                <a:gd name="T12" fmla="*/ 0 w 28"/>
                <a:gd name="T13" fmla="*/ 14 h 28"/>
                <a:gd name="T14" fmla="*/ 0 w 28"/>
                <a:gd name="T15" fmla="*/ 0 h 28"/>
                <a:gd name="T16" fmla="*/ 0 w 28"/>
                <a:gd name="T17" fmla="*/ 0 h 28"/>
                <a:gd name="T18" fmla="*/ 14 w 28"/>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8"/>
                <a:gd name="T32" fmla="*/ 28 w 28"/>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8">
                  <a:moveTo>
                    <a:pt x="14" y="0"/>
                  </a:moveTo>
                  <a:lnTo>
                    <a:pt x="14" y="0"/>
                  </a:lnTo>
                  <a:lnTo>
                    <a:pt x="28" y="0"/>
                  </a:lnTo>
                  <a:lnTo>
                    <a:pt x="28" y="14"/>
                  </a:lnTo>
                  <a:lnTo>
                    <a:pt x="14" y="28"/>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4966" name="Picture 349">
              <a:extLst>
                <a:ext uri="{FF2B5EF4-FFF2-40B4-BE49-F238E27FC236}">
                  <a16:creationId xmlns:a16="http://schemas.microsoft.com/office/drawing/2014/main" id="{5906E48B-C207-DC46-9B53-0FD368F919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6" y="2099"/>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67" name="Line 350">
              <a:extLst>
                <a:ext uri="{FF2B5EF4-FFF2-40B4-BE49-F238E27FC236}">
                  <a16:creationId xmlns:a16="http://schemas.microsoft.com/office/drawing/2014/main" id="{6EBEB249-8CE3-02FE-D9CD-8C2B7F330123}"/>
                </a:ext>
              </a:extLst>
            </p:cNvPr>
            <p:cNvSpPr>
              <a:spLocks noChangeShapeType="1"/>
            </p:cNvSpPr>
            <p:nvPr/>
          </p:nvSpPr>
          <p:spPr bwMode="auto">
            <a:xfrm>
              <a:off x="1656"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68" name="Line 351">
              <a:extLst>
                <a:ext uri="{FF2B5EF4-FFF2-40B4-BE49-F238E27FC236}">
                  <a16:creationId xmlns:a16="http://schemas.microsoft.com/office/drawing/2014/main" id="{7661DFAB-1EDA-E13C-2610-AFD9802B8F67}"/>
                </a:ext>
              </a:extLst>
            </p:cNvPr>
            <p:cNvSpPr>
              <a:spLocks noChangeShapeType="1"/>
            </p:cNvSpPr>
            <p:nvPr/>
          </p:nvSpPr>
          <p:spPr bwMode="auto">
            <a:xfrm>
              <a:off x="1670"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69" name="Line 352">
              <a:extLst>
                <a:ext uri="{FF2B5EF4-FFF2-40B4-BE49-F238E27FC236}">
                  <a16:creationId xmlns:a16="http://schemas.microsoft.com/office/drawing/2014/main" id="{6F4A444B-D582-DCA6-E1A9-CDA2EA4EC378}"/>
                </a:ext>
              </a:extLst>
            </p:cNvPr>
            <p:cNvSpPr>
              <a:spLocks noChangeShapeType="1"/>
            </p:cNvSpPr>
            <p:nvPr/>
          </p:nvSpPr>
          <p:spPr bwMode="auto">
            <a:xfrm>
              <a:off x="1670"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70" name="Rectangle 353">
              <a:extLst>
                <a:ext uri="{FF2B5EF4-FFF2-40B4-BE49-F238E27FC236}">
                  <a16:creationId xmlns:a16="http://schemas.microsoft.com/office/drawing/2014/main" id="{704B6134-EB95-4DD5-DA0F-7E8F7C64DF1D}"/>
                </a:ext>
              </a:extLst>
            </p:cNvPr>
            <p:cNvSpPr>
              <a:spLocks noChangeArrowheads="1"/>
            </p:cNvSpPr>
            <p:nvPr/>
          </p:nvSpPr>
          <p:spPr bwMode="auto">
            <a:xfrm>
              <a:off x="1532" y="2154"/>
              <a:ext cx="97" cy="14"/>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71" name="Freeform 354">
              <a:extLst>
                <a:ext uri="{FF2B5EF4-FFF2-40B4-BE49-F238E27FC236}">
                  <a16:creationId xmlns:a16="http://schemas.microsoft.com/office/drawing/2014/main" id="{AECB78D2-8A57-F58B-E03B-C5C4B1478E9D}"/>
                </a:ext>
              </a:extLst>
            </p:cNvPr>
            <p:cNvSpPr>
              <a:spLocks/>
            </p:cNvSpPr>
            <p:nvPr/>
          </p:nvSpPr>
          <p:spPr bwMode="auto">
            <a:xfrm>
              <a:off x="1518" y="2182"/>
              <a:ext cx="125" cy="14"/>
            </a:xfrm>
            <a:custGeom>
              <a:avLst/>
              <a:gdLst>
                <a:gd name="T0" fmla="*/ 14 w 125"/>
                <a:gd name="T1" fmla="*/ 0 h 14"/>
                <a:gd name="T2" fmla="*/ 0 w 125"/>
                <a:gd name="T3" fmla="*/ 14 h 14"/>
                <a:gd name="T4" fmla="*/ 125 w 125"/>
                <a:gd name="T5" fmla="*/ 14 h 14"/>
                <a:gd name="T6" fmla="*/ 125 w 125"/>
                <a:gd name="T7" fmla="*/ 0 h 14"/>
                <a:gd name="T8" fmla="*/ 14 w 125"/>
                <a:gd name="T9" fmla="*/ 0 h 14"/>
                <a:gd name="T10" fmla="*/ 0 60000 65536"/>
                <a:gd name="T11" fmla="*/ 0 60000 65536"/>
                <a:gd name="T12" fmla="*/ 0 60000 65536"/>
                <a:gd name="T13" fmla="*/ 0 60000 65536"/>
                <a:gd name="T14" fmla="*/ 0 60000 65536"/>
                <a:gd name="T15" fmla="*/ 0 w 125"/>
                <a:gd name="T16" fmla="*/ 0 h 14"/>
                <a:gd name="T17" fmla="*/ 125 w 125"/>
                <a:gd name="T18" fmla="*/ 14 h 14"/>
              </a:gdLst>
              <a:ahLst/>
              <a:cxnLst>
                <a:cxn ang="T10">
                  <a:pos x="T0" y="T1"/>
                </a:cxn>
                <a:cxn ang="T11">
                  <a:pos x="T2" y="T3"/>
                </a:cxn>
                <a:cxn ang="T12">
                  <a:pos x="T4" y="T5"/>
                </a:cxn>
                <a:cxn ang="T13">
                  <a:pos x="T6" y="T7"/>
                </a:cxn>
                <a:cxn ang="T14">
                  <a:pos x="T8" y="T9"/>
                </a:cxn>
              </a:cxnLst>
              <a:rect l="T15" t="T16" r="T17" b="T18"/>
              <a:pathLst>
                <a:path w="125" h="14">
                  <a:moveTo>
                    <a:pt x="14" y="0"/>
                  </a:moveTo>
                  <a:lnTo>
                    <a:pt x="0" y="14"/>
                  </a:lnTo>
                  <a:lnTo>
                    <a:pt x="125" y="14"/>
                  </a:lnTo>
                  <a:lnTo>
                    <a:pt x="125"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72" name="Line 355">
              <a:extLst>
                <a:ext uri="{FF2B5EF4-FFF2-40B4-BE49-F238E27FC236}">
                  <a16:creationId xmlns:a16="http://schemas.microsoft.com/office/drawing/2014/main" id="{E844A6B9-0334-2BAB-B4AE-7B834D12E927}"/>
                </a:ext>
              </a:extLst>
            </p:cNvPr>
            <p:cNvSpPr>
              <a:spLocks noChangeShapeType="1"/>
            </p:cNvSpPr>
            <p:nvPr/>
          </p:nvSpPr>
          <p:spPr bwMode="auto">
            <a:xfrm>
              <a:off x="1532" y="2196"/>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73" name="Line 356">
              <a:extLst>
                <a:ext uri="{FF2B5EF4-FFF2-40B4-BE49-F238E27FC236}">
                  <a16:creationId xmlns:a16="http://schemas.microsoft.com/office/drawing/2014/main" id="{BF441238-0469-286F-38F5-8E6831744919}"/>
                </a:ext>
              </a:extLst>
            </p:cNvPr>
            <p:cNvSpPr>
              <a:spLocks noChangeShapeType="1"/>
            </p:cNvSpPr>
            <p:nvPr/>
          </p:nvSpPr>
          <p:spPr bwMode="auto">
            <a:xfrm>
              <a:off x="1546" y="2182"/>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74" name="Line 357">
              <a:extLst>
                <a:ext uri="{FF2B5EF4-FFF2-40B4-BE49-F238E27FC236}">
                  <a16:creationId xmlns:a16="http://schemas.microsoft.com/office/drawing/2014/main" id="{0F5197BB-AD85-925F-0C52-03DFDE3667EE}"/>
                </a:ext>
              </a:extLst>
            </p:cNvPr>
            <p:cNvSpPr>
              <a:spLocks noChangeShapeType="1"/>
            </p:cNvSpPr>
            <p:nvPr/>
          </p:nvSpPr>
          <p:spPr bwMode="auto">
            <a:xfrm>
              <a:off x="1532" y="218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75" name="Line 358">
              <a:extLst>
                <a:ext uri="{FF2B5EF4-FFF2-40B4-BE49-F238E27FC236}">
                  <a16:creationId xmlns:a16="http://schemas.microsoft.com/office/drawing/2014/main" id="{83E613CF-1A75-5834-FD5B-605B102B8E71}"/>
                </a:ext>
              </a:extLst>
            </p:cNvPr>
            <p:cNvSpPr>
              <a:spLocks noChangeShapeType="1"/>
            </p:cNvSpPr>
            <p:nvPr/>
          </p:nvSpPr>
          <p:spPr bwMode="auto">
            <a:xfrm>
              <a:off x="1560" y="219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76" name="Line 359">
              <a:extLst>
                <a:ext uri="{FF2B5EF4-FFF2-40B4-BE49-F238E27FC236}">
                  <a16:creationId xmlns:a16="http://schemas.microsoft.com/office/drawing/2014/main" id="{87A1C6C9-1753-C0DA-0330-B285D3074539}"/>
                </a:ext>
              </a:extLst>
            </p:cNvPr>
            <p:cNvSpPr>
              <a:spLocks noChangeShapeType="1"/>
            </p:cNvSpPr>
            <p:nvPr/>
          </p:nvSpPr>
          <p:spPr bwMode="auto">
            <a:xfrm>
              <a:off x="1601" y="2182"/>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77" name="Line 360">
              <a:extLst>
                <a:ext uri="{FF2B5EF4-FFF2-40B4-BE49-F238E27FC236}">
                  <a16:creationId xmlns:a16="http://schemas.microsoft.com/office/drawing/2014/main" id="{891F9E45-6E47-2034-BA45-6042D31AE0EB}"/>
                </a:ext>
              </a:extLst>
            </p:cNvPr>
            <p:cNvSpPr>
              <a:spLocks noChangeShapeType="1"/>
            </p:cNvSpPr>
            <p:nvPr/>
          </p:nvSpPr>
          <p:spPr bwMode="auto">
            <a:xfrm>
              <a:off x="1629" y="2196"/>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78" name="Rectangle 361">
              <a:extLst>
                <a:ext uri="{FF2B5EF4-FFF2-40B4-BE49-F238E27FC236}">
                  <a16:creationId xmlns:a16="http://schemas.microsoft.com/office/drawing/2014/main" id="{A2C1C551-CEEC-DEF7-53A8-00343F74F59C}"/>
                </a:ext>
              </a:extLst>
            </p:cNvPr>
            <p:cNvSpPr>
              <a:spLocks noChangeArrowheads="1"/>
            </p:cNvSpPr>
            <p:nvPr/>
          </p:nvSpPr>
          <p:spPr bwMode="auto">
            <a:xfrm>
              <a:off x="1574" y="2085"/>
              <a:ext cx="27"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79" name="Rectangle 362">
              <a:extLst>
                <a:ext uri="{FF2B5EF4-FFF2-40B4-BE49-F238E27FC236}">
                  <a16:creationId xmlns:a16="http://schemas.microsoft.com/office/drawing/2014/main" id="{6F2CDEE2-8A8E-C82A-0E66-BE26C78DBC6F}"/>
                </a:ext>
              </a:extLst>
            </p:cNvPr>
            <p:cNvSpPr>
              <a:spLocks noChangeArrowheads="1"/>
            </p:cNvSpPr>
            <p:nvPr/>
          </p:nvSpPr>
          <p:spPr bwMode="auto">
            <a:xfrm>
              <a:off x="1574" y="2085"/>
              <a:ext cx="41" cy="42"/>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80" name="Freeform 363">
              <a:extLst>
                <a:ext uri="{FF2B5EF4-FFF2-40B4-BE49-F238E27FC236}">
                  <a16:creationId xmlns:a16="http://schemas.microsoft.com/office/drawing/2014/main" id="{74BAC47A-736F-3E8D-DAF7-7DDD1F4F5931}"/>
                </a:ext>
              </a:extLst>
            </p:cNvPr>
            <p:cNvSpPr>
              <a:spLocks/>
            </p:cNvSpPr>
            <p:nvPr/>
          </p:nvSpPr>
          <p:spPr bwMode="auto">
            <a:xfrm>
              <a:off x="1808" y="2168"/>
              <a:ext cx="42" cy="55"/>
            </a:xfrm>
            <a:custGeom>
              <a:avLst/>
              <a:gdLst>
                <a:gd name="T0" fmla="*/ 0 w 42"/>
                <a:gd name="T1" fmla="*/ 0 h 55"/>
                <a:gd name="T2" fmla="*/ 42 w 42"/>
                <a:gd name="T3" fmla="*/ 14 h 55"/>
                <a:gd name="T4" fmla="*/ 42 w 42"/>
                <a:gd name="T5" fmla="*/ 55 h 55"/>
                <a:gd name="T6" fmla="*/ 0 60000 65536"/>
                <a:gd name="T7" fmla="*/ 0 60000 65536"/>
                <a:gd name="T8" fmla="*/ 0 60000 65536"/>
                <a:gd name="T9" fmla="*/ 0 w 42"/>
                <a:gd name="T10" fmla="*/ 0 h 55"/>
                <a:gd name="T11" fmla="*/ 42 w 42"/>
                <a:gd name="T12" fmla="*/ 55 h 55"/>
              </a:gdLst>
              <a:ahLst/>
              <a:cxnLst>
                <a:cxn ang="T6">
                  <a:pos x="T0" y="T1"/>
                </a:cxn>
                <a:cxn ang="T7">
                  <a:pos x="T2" y="T3"/>
                </a:cxn>
                <a:cxn ang="T8">
                  <a:pos x="T4" y="T5"/>
                </a:cxn>
              </a:cxnLst>
              <a:rect l="T9" t="T10" r="T11" b="T12"/>
              <a:pathLst>
                <a:path w="42" h="55">
                  <a:moveTo>
                    <a:pt x="0" y="0"/>
                  </a:moveTo>
                  <a:lnTo>
                    <a:pt x="42" y="14"/>
                  </a:lnTo>
                  <a:lnTo>
                    <a:pt x="42"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81" name="AutoShape 364">
              <a:extLst>
                <a:ext uri="{FF2B5EF4-FFF2-40B4-BE49-F238E27FC236}">
                  <a16:creationId xmlns:a16="http://schemas.microsoft.com/office/drawing/2014/main" id="{2A35B468-93BF-79DE-6A11-C8F12213EE77}"/>
                </a:ext>
              </a:extLst>
            </p:cNvPr>
            <p:cNvSpPr>
              <a:spLocks noChangeArrowheads="1"/>
            </p:cNvSpPr>
            <p:nvPr/>
          </p:nvSpPr>
          <p:spPr bwMode="auto">
            <a:xfrm>
              <a:off x="1698" y="2071"/>
              <a:ext cx="124" cy="83"/>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82" name="AutoShape 365">
              <a:extLst>
                <a:ext uri="{FF2B5EF4-FFF2-40B4-BE49-F238E27FC236}">
                  <a16:creationId xmlns:a16="http://schemas.microsoft.com/office/drawing/2014/main" id="{C3E00809-E934-20A1-D68A-BCB2F6A4A4AA}"/>
                </a:ext>
              </a:extLst>
            </p:cNvPr>
            <p:cNvSpPr>
              <a:spLocks noChangeArrowheads="1"/>
            </p:cNvSpPr>
            <p:nvPr/>
          </p:nvSpPr>
          <p:spPr bwMode="auto">
            <a:xfrm>
              <a:off x="1684" y="2058"/>
              <a:ext cx="152" cy="110"/>
            </a:xfrm>
            <a:prstGeom prst="roundRect">
              <a:avLst>
                <a:gd name="adj" fmla="val 40454"/>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83" name="Rectangle 366">
              <a:extLst>
                <a:ext uri="{FF2B5EF4-FFF2-40B4-BE49-F238E27FC236}">
                  <a16:creationId xmlns:a16="http://schemas.microsoft.com/office/drawing/2014/main" id="{DC643745-97D0-4D82-441E-6F65D5E731A3}"/>
                </a:ext>
              </a:extLst>
            </p:cNvPr>
            <p:cNvSpPr>
              <a:spLocks noChangeArrowheads="1"/>
            </p:cNvSpPr>
            <p:nvPr/>
          </p:nvSpPr>
          <p:spPr bwMode="auto">
            <a:xfrm>
              <a:off x="1725" y="2099"/>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84" name="Rectangle 367">
              <a:extLst>
                <a:ext uri="{FF2B5EF4-FFF2-40B4-BE49-F238E27FC236}">
                  <a16:creationId xmlns:a16="http://schemas.microsoft.com/office/drawing/2014/main" id="{5851B5DE-84BC-C701-59F2-EBC9F947C884}"/>
                </a:ext>
              </a:extLst>
            </p:cNvPr>
            <p:cNvSpPr>
              <a:spLocks noChangeArrowheads="1"/>
            </p:cNvSpPr>
            <p:nvPr/>
          </p:nvSpPr>
          <p:spPr bwMode="auto">
            <a:xfrm>
              <a:off x="1725" y="2099"/>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85" name="Freeform 368">
              <a:extLst>
                <a:ext uri="{FF2B5EF4-FFF2-40B4-BE49-F238E27FC236}">
                  <a16:creationId xmlns:a16="http://schemas.microsoft.com/office/drawing/2014/main" id="{715686E7-6051-0F79-E944-DD88BB1811C8}"/>
                </a:ext>
              </a:extLst>
            </p:cNvPr>
            <p:cNvSpPr>
              <a:spLocks/>
            </p:cNvSpPr>
            <p:nvPr/>
          </p:nvSpPr>
          <p:spPr bwMode="auto">
            <a:xfrm>
              <a:off x="1836" y="2223"/>
              <a:ext cx="27" cy="28"/>
            </a:xfrm>
            <a:custGeom>
              <a:avLst/>
              <a:gdLst>
                <a:gd name="T0" fmla="*/ 14 w 27"/>
                <a:gd name="T1" fmla="*/ 0 h 28"/>
                <a:gd name="T2" fmla="*/ 14 w 27"/>
                <a:gd name="T3" fmla="*/ 0 h 28"/>
                <a:gd name="T4" fmla="*/ 27 w 27"/>
                <a:gd name="T5" fmla="*/ 0 h 28"/>
                <a:gd name="T6" fmla="*/ 27 w 27"/>
                <a:gd name="T7" fmla="*/ 14 h 28"/>
                <a:gd name="T8" fmla="*/ 14 w 27"/>
                <a:gd name="T9" fmla="*/ 28 h 28"/>
                <a:gd name="T10" fmla="*/ 14 w 27"/>
                <a:gd name="T11" fmla="*/ 28 h 28"/>
                <a:gd name="T12" fmla="*/ 0 w 27"/>
                <a:gd name="T13" fmla="*/ 14 h 28"/>
                <a:gd name="T14" fmla="*/ 0 w 27"/>
                <a:gd name="T15" fmla="*/ 0 h 28"/>
                <a:gd name="T16" fmla="*/ 0 w 27"/>
                <a:gd name="T17" fmla="*/ 0 h 28"/>
                <a:gd name="T18" fmla="*/ 14 w 27"/>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8"/>
                <a:gd name="T32" fmla="*/ 27 w 27"/>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8">
                  <a:moveTo>
                    <a:pt x="14" y="0"/>
                  </a:moveTo>
                  <a:lnTo>
                    <a:pt x="14" y="0"/>
                  </a:lnTo>
                  <a:lnTo>
                    <a:pt x="27" y="0"/>
                  </a:lnTo>
                  <a:lnTo>
                    <a:pt x="27" y="14"/>
                  </a:lnTo>
                  <a:lnTo>
                    <a:pt x="14" y="28"/>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4986" name="Picture 369">
              <a:extLst>
                <a:ext uri="{FF2B5EF4-FFF2-40B4-BE49-F238E27FC236}">
                  <a16:creationId xmlns:a16="http://schemas.microsoft.com/office/drawing/2014/main" id="{4653EBCA-372C-50D0-19F8-3DB47B8734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5" y="2099"/>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87" name="Line 370">
              <a:extLst>
                <a:ext uri="{FF2B5EF4-FFF2-40B4-BE49-F238E27FC236}">
                  <a16:creationId xmlns:a16="http://schemas.microsoft.com/office/drawing/2014/main" id="{2F7D5522-E8F1-D18D-B473-5DFC8576C6A8}"/>
                </a:ext>
              </a:extLst>
            </p:cNvPr>
            <p:cNvSpPr>
              <a:spLocks noChangeShapeType="1"/>
            </p:cNvSpPr>
            <p:nvPr/>
          </p:nvSpPr>
          <p:spPr bwMode="auto">
            <a:xfrm>
              <a:off x="1836"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88" name="Line 371">
              <a:extLst>
                <a:ext uri="{FF2B5EF4-FFF2-40B4-BE49-F238E27FC236}">
                  <a16:creationId xmlns:a16="http://schemas.microsoft.com/office/drawing/2014/main" id="{0A72CD21-6514-137B-330E-D57BB707D75F}"/>
                </a:ext>
              </a:extLst>
            </p:cNvPr>
            <p:cNvSpPr>
              <a:spLocks noChangeShapeType="1"/>
            </p:cNvSpPr>
            <p:nvPr/>
          </p:nvSpPr>
          <p:spPr bwMode="auto">
            <a:xfrm>
              <a:off x="1850"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89" name="Line 372">
              <a:extLst>
                <a:ext uri="{FF2B5EF4-FFF2-40B4-BE49-F238E27FC236}">
                  <a16:creationId xmlns:a16="http://schemas.microsoft.com/office/drawing/2014/main" id="{11393EEF-CE75-ACC5-A6DB-F0FA4D2F7EBD}"/>
                </a:ext>
              </a:extLst>
            </p:cNvPr>
            <p:cNvSpPr>
              <a:spLocks noChangeShapeType="1"/>
            </p:cNvSpPr>
            <p:nvPr/>
          </p:nvSpPr>
          <p:spPr bwMode="auto">
            <a:xfrm>
              <a:off x="1850"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90" name="Rectangle 373">
              <a:extLst>
                <a:ext uri="{FF2B5EF4-FFF2-40B4-BE49-F238E27FC236}">
                  <a16:creationId xmlns:a16="http://schemas.microsoft.com/office/drawing/2014/main" id="{D24C454C-BD27-D3C5-596D-181F62DD1F18}"/>
                </a:ext>
              </a:extLst>
            </p:cNvPr>
            <p:cNvSpPr>
              <a:spLocks noChangeArrowheads="1"/>
            </p:cNvSpPr>
            <p:nvPr/>
          </p:nvSpPr>
          <p:spPr bwMode="auto">
            <a:xfrm>
              <a:off x="1712" y="2154"/>
              <a:ext cx="96" cy="14"/>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91" name="Freeform 374">
              <a:extLst>
                <a:ext uri="{FF2B5EF4-FFF2-40B4-BE49-F238E27FC236}">
                  <a16:creationId xmlns:a16="http://schemas.microsoft.com/office/drawing/2014/main" id="{7DE76D13-311F-F02F-3601-D9C596DFC97C}"/>
                </a:ext>
              </a:extLst>
            </p:cNvPr>
            <p:cNvSpPr>
              <a:spLocks/>
            </p:cNvSpPr>
            <p:nvPr/>
          </p:nvSpPr>
          <p:spPr bwMode="auto">
            <a:xfrm>
              <a:off x="1698" y="2182"/>
              <a:ext cx="124" cy="14"/>
            </a:xfrm>
            <a:custGeom>
              <a:avLst/>
              <a:gdLst>
                <a:gd name="T0" fmla="*/ 14 w 124"/>
                <a:gd name="T1" fmla="*/ 0 h 14"/>
                <a:gd name="T2" fmla="*/ 0 w 124"/>
                <a:gd name="T3" fmla="*/ 14 h 14"/>
                <a:gd name="T4" fmla="*/ 124 w 124"/>
                <a:gd name="T5" fmla="*/ 14 h 14"/>
                <a:gd name="T6" fmla="*/ 124 w 124"/>
                <a:gd name="T7" fmla="*/ 0 h 14"/>
                <a:gd name="T8" fmla="*/ 14 w 124"/>
                <a:gd name="T9" fmla="*/ 0 h 14"/>
                <a:gd name="T10" fmla="*/ 0 60000 65536"/>
                <a:gd name="T11" fmla="*/ 0 60000 65536"/>
                <a:gd name="T12" fmla="*/ 0 60000 65536"/>
                <a:gd name="T13" fmla="*/ 0 60000 65536"/>
                <a:gd name="T14" fmla="*/ 0 60000 65536"/>
                <a:gd name="T15" fmla="*/ 0 w 124"/>
                <a:gd name="T16" fmla="*/ 0 h 14"/>
                <a:gd name="T17" fmla="*/ 124 w 124"/>
                <a:gd name="T18" fmla="*/ 14 h 14"/>
              </a:gdLst>
              <a:ahLst/>
              <a:cxnLst>
                <a:cxn ang="T10">
                  <a:pos x="T0" y="T1"/>
                </a:cxn>
                <a:cxn ang="T11">
                  <a:pos x="T2" y="T3"/>
                </a:cxn>
                <a:cxn ang="T12">
                  <a:pos x="T4" y="T5"/>
                </a:cxn>
                <a:cxn ang="T13">
                  <a:pos x="T6" y="T7"/>
                </a:cxn>
                <a:cxn ang="T14">
                  <a:pos x="T8" y="T9"/>
                </a:cxn>
              </a:cxnLst>
              <a:rect l="T15" t="T16" r="T17" b="T18"/>
              <a:pathLst>
                <a:path w="124" h="14">
                  <a:moveTo>
                    <a:pt x="14" y="0"/>
                  </a:moveTo>
                  <a:lnTo>
                    <a:pt x="0" y="14"/>
                  </a:lnTo>
                  <a:lnTo>
                    <a:pt x="124" y="14"/>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4992" name="Line 375">
              <a:extLst>
                <a:ext uri="{FF2B5EF4-FFF2-40B4-BE49-F238E27FC236}">
                  <a16:creationId xmlns:a16="http://schemas.microsoft.com/office/drawing/2014/main" id="{80BCED35-26A7-73EB-D5DE-7A1D325C106A}"/>
                </a:ext>
              </a:extLst>
            </p:cNvPr>
            <p:cNvSpPr>
              <a:spLocks noChangeShapeType="1"/>
            </p:cNvSpPr>
            <p:nvPr/>
          </p:nvSpPr>
          <p:spPr bwMode="auto">
            <a:xfrm>
              <a:off x="1712" y="2196"/>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93" name="Line 376">
              <a:extLst>
                <a:ext uri="{FF2B5EF4-FFF2-40B4-BE49-F238E27FC236}">
                  <a16:creationId xmlns:a16="http://schemas.microsoft.com/office/drawing/2014/main" id="{11B7E9DA-74B6-3618-5E24-C8CA05A71C78}"/>
                </a:ext>
              </a:extLst>
            </p:cNvPr>
            <p:cNvSpPr>
              <a:spLocks noChangeShapeType="1"/>
            </p:cNvSpPr>
            <p:nvPr/>
          </p:nvSpPr>
          <p:spPr bwMode="auto">
            <a:xfrm>
              <a:off x="1725" y="2182"/>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94" name="Line 377">
              <a:extLst>
                <a:ext uri="{FF2B5EF4-FFF2-40B4-BE49-F238E27FC236}">
                  <a16:creationId xmlns:a16="http://schemas.microsoft.com/office/drawing/2014/main" id="{CC3CA548-82EE-2B55-0C88-DE4F26A827F7}"/>
                </a:ext>
              </a:extLst>
            </p:cNvPr>
            <p:cNvSpPr>
              <a:spLocks noChangeShapeType="1"/>
            </p:cNvSpPr>
            <p:nvPr/>
          </p:nvSpPr>
          <p:spPr bwMode="auto">
            <a:xfrm>
              <a:off x="1712" y="218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95" name="Line 378">
              <a:extLst>
                <a:ext uri="{FF2B5EF4-FFF2-40B4-BE49-F238E27FC236}">
                  <a16:creationId xmlns:a16="http://schemas.microsoft.com/office/drawing/2014/main" id="{7606DF2F-7939-8411-45AE-34AAE3456A8F}"/>
                </a:ext>
              </a:extLst>
            </p:cNvPr>
            <p:cNvSpPr>
              <a:spLocks noChangeShapeType="1"/>
            </p:cNvSpPr>
            <p:nvPr/>
          </p:nvSpPr>
          <p:spPr bwMode="auto">
            <a:xfrm>
              <a:off x="1739" y="219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96" name="Line 379">
              <a:extLst>
                <a:ext uri="{FF2B5EF4-FFF2-40B4-BE49-F238E27FC236}">
                  <a16:creationId xmlns:a16="http://schemas.microsoft.com/office/drawing/2014/main" id="{8CBE7840-D041-86DF-D668-C68B60852EEF}"/>
                </a:ext>
              </a:extLst>
            </p:cNvPr>
            <p:cNvSpPr>
              <a:spLocks noChangeShapeType="1"/>
            </p:cNvSpPr>
            <p:nvPr/>
          </p:nvSpPr>
          <p:spPr bwMode="auto">
            <a:xfrm>
              <a:off x="1781" y="2182"/>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97" name="Line 380">
              <a:extLst>
                <a:ext uri="{FF2B5EF4-FFF2-40B4-BE49-F238E27FC236}">
                  <a16:creationId xmlns:a16="http://schemas.microsoft.com/office/drawing/2014/main" id="{38431086-4EA9-7C0C-E171-E7E12917362D}"/>
                </a:ext>
              </a:extLst>
            </p:cNvPr>
            <p:cNvSpPr>
              <a:spLocks noChangeShapeType="1"/>
            </p:cNvSpPr>
            <p:nvPr/>
          </p:nvSpPr>
          <p:spPr bwMode="auto">
            <a:xfrm>
              <a:off x="1808" y="2196"/>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998" name="Rectangle 381">
              <a:extLst>
                <a:ext uri="{FF2B5EF4-FFF2-40B4-BE49-F238E27FC236}">
                  <a16:creationId xmlns:a16="http://schemas.microsoft.com/office/drawing/2014/main" id="{AC36D33D-DAF5-C567-740C-22A5DAD339F5}"/>
                </a:ext>
              </a:extLst>
            </p:cNvPr>
            <p:cNvSpPr>
              <a:spLocks noChangeArrowheads="1"/>
            </p:cNvSpPr>
            <p:nvPr/>
          </p:nvSpPr>
          <p:spPr bwMode="auto">
            <a:xfrm>
              <a:off x="1753" y="2085"/>
              <a:ext cx="28"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4999" name="Rectangle 382">
              <a:extLst>
                <a:ext uri="{FF2B5EF4-FFF2-40B4-BE49-F238E27FC236}">
                  <a16:creationId xmlns:a16="http://schemas.microsoft.com/office/drawing/2014/main" id="{BC22C234-B02A-0AE7-1C10-32247668DE19}"/>
                </a:ext>
              </a:extLst>
            </p:cNvPr>
            <p:cNvSpPr>
              <a:spLocks noChangeArrowheads="1"/>
            </p:cNvSpPr>
            <p:nvPr/>
          </p:nvSpPr>
          <p:spPr bwMode="auto">
            <a:xfrm>
              <a:off x="1753" y="2085"/>
              <a:ext cx="41" cy="42"/>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00" name="Freeform 383">
              <a:extLst>
                <a:ext uri="{FF2B5EF4-FFF2-40B4-BE49-F238E27FC236}">
                  <a16:creationId xmlns:a16="http://schemas.microsoft.com/office/drawing/2014/main" id="{8BE98C13-C235-0A38-7D26-F9948C629038}"/>
                </a:ext>
              </a:extLst>
            </p:cNvPr>
            <p:cNvSpPr>
              <a:spLocks/>
            </p:cNvSpPr>
            <p:nvPr/>
          </p:nvSpPr>
          <p:spPr bwMode="auto">
            <a:xfrm>
              <a:off x="1988" y="2168"/>
              <a:ext cx="41" cy="55"/>
            </a:xfrm>
            <a:custGeom>
              <a:avLst/>
              <a:gdLst>
                <a:gd name="T0" fmla="*/ 0 w 41"/>
                <a:gd name="T1" fmla="*/ 0 h 55"/>
                <a:gd name="T2" fmla="*/ 41 w 41"/>
                <a:gd name="T3" fmla="*/ 14 h 55"/>
                <a:gd name="T4" fmla="*/ 41 w 41"/>
                <a:gd name="T5" fmla="*/ 55 h 55"/>
                <a:gd name="T6" fmla="*/ 0 60000 65536"/>
                <a:gd name="T7" fmla="*/ 0 60000 65536"/>
                <a:gd name="T8" fmla="*/ 0 60000 65536"/>
                <a:gd name="T9" fmla="*/ 0 w 41"/>
                <a:gd name="T10" fmla="*/ 0 h 55"/>
                <a:gd name="T11" fmla="*/ 41 w 41"/>
                <a:gd name="T12" fmla="*/ 55 h 55"/>
              </a:gdLst>
              <a:ahLst/>
              <a:cxnLst>
                <a:cxn ang="T6">
                  <a:pos x="T0" y="T1"/>
                </a:cxn>
                <a:cxn ang="T7">
                  <a:pos x="T2" y="T3"/>
                </a:cxn>
                <a:cxn ang="T8">
                  <a:pos x="T4" y="T5"/>
                </a:cxn>
              </a:cxnLst>
              <a:rect l="T9" t="T10" r="T11" b="T12"/>
              <a:pathLst>
                <a:path w="41" h="55">
                  <a:moveTo>
                    <a:pt x="0" y="0"/>
                  </a:moveTo>
                  <a:lnTo>
                    <a:pt x="41" y="14"/>
                  </a:lnTo>
                  <a:lnTo>
                    <a:pt x="41"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01" name="AutoShape 384">
              <a:extLst>
                <a:ext uri="{FF2B5EF4-FFF2-40B4-BE49-F238E27FC236}">
                  <a16:creationId xmlns:a16="http://schemas.microsoft.com/office/drawing/2014/main" id="{61D874C8-B862-69FC-B59B-ECFBC8BD34B9}"/>
                </a:ext>
              </a:extLst>
            </p:cNvPr>
            <p:cNvSpPr>
              <a:spLocks noChangeArrowheads="1"/>
            </p:cNvSpPr>
            <p:nvPr/>
          </p:nvSpPr>
          <p:spPr bwMode="auto">
            <a:xfrm>
              <a:off x="1877" y="2071"/>
              <a:ext cx="124" cy="83"/>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02" name="AutoShape 385">
              <a:extLst>
                <a:ext uri="{FF2B5EF4-FFF2-40B4-BE49-F238E27FC236}">
                  <a16:creationId xmlns:a16="http://schemas.microsoft.com/office/drawing/2014/main" id="{088A25F2-D8AB-F20C-4D78-FBEF06EF3DA9}"/>
                </a:ext>
              </a:extLst>
            </p:cNvPr>
            <p:cNvSpPr>
              <a:spLocks noChangeArrowheads="1"/>
            </p:cNvSpPr>
            <p:nvPr/>
          </p:nvSpPr>
          <p:spPr bwMode="auto">
            <a:xfrm>
              <a:off x="1863" y="2058"/>
              <a:ext cx="152" cy="110"/>
            </a:xfrm>
            <a:prstGeom prst="roundRect">
              <a:avLst>
                <a:gd name="adj" fmla="val 40454"/>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03" name="Rectangle 386">
              <a:extLst>
                <a:ext uri="{FF2B5EF4-FFF2-40B4-BE49-F238E27FC236}">
                  <a16:creationId xmlns:a16="http://schemas.microsoft.com/office/drawing/2014/main" id="{CD6788F8-7E5C-3066-E559-2826BF8825E5}"/>
                </a:ext>
              </a:extLst>
            </p:cNvPr>
            <p:cNvSpPr>
              <a:spLocks noChangeArrowheads="1"/>
            </p:cNvSpPr>
            <p:nvPr/>
          </p:nvSpPr>
          <p:spPr bwMode="auto">
            <a:xfrm>
              <a:off x="1905" y="2099"/>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04" name="Rectangle 387">
              <a:extLst>
                <a:ext uri="{FF2B5EF4-FFF2-40B4-BE49-F238E27FC236}">
                  <a16:creationId xmlns:a16="http://schemas.microsoft.com/office/drawing/2014/main" id="{89BFDB1B-D54A-A2E5-3C77-FE7E5AC89A8A}"/>
                </a:ext>
              </a:extLst>
            </p:cNvPr>
            <p:cNvSpPr>
              <a:spLocks noChangeArrowheads="1"/>
            </p:cNvSpPr>
            <p:nvPr/>
          </p:nvSpPr>
          <p:spPr bwMode="auto">
            <a:xfrm>
              <a:off x="1905" y="2099"/>
              <a:ext cx="96"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05" name="Freeform 388">
              <a:extLst>
                <a:ext uri="{FF2B5EF4-FFF2-40B4-BE49-F238E27FC236}">
                  <a16:creationId xmlns:a16="http://schemas.microsoft.com/office/drawing/2014/main" id="{F6D5AEF0-2845-F26F-31B3-67C8549B8DB4}"/>
                </a:ext>
              </a:extLst>
            </p:cNvPr>
            <p:cNvSpPr>
              <a:spLocks/>
            </p:cNvSpPr>
            <p:nvPr/>
          </p:nvSpPr>
          <p:spPr bwMode="auto">
            <a:xfrm>
              <a:off x="2015" y="2223"/>
              <a:ext cx="28" cy="28"/>
            </a:xfrm>
            <a:custGeom>
              <a:avLst/>
              <a:gdLst>
                <a:gd name="T0" fmla="*/ 14 w 28"/>
                <a:gd name="T1" fmla="*/ 0 h 28"/>
                <a:gd name="T2" fmla="*/ 14 w 28"/>
                <a:gd name="T3" fmla="*/ 0 h 28"/>
                <a:gd name="T4" fmla="*/ 28 w 28"/>
                <a:gd name="T5" fmla="*/ 0 h 28"/>
                <a:gd name="T6" fmla="*/ 28 w 28"/>
                <a:gd name="T7" fmla="*/ 14 h 28"/>
                <a:gd name="T8" fmla="*/ 14 w 28"/>
                <a:gd name="T9" fmla="*/ 28 h 28"/>
                <a:gd name="T10" fmla="*/ 14 w 28"/>
                <a:gd name="T11" fmla="*/ 28 h 28"/>
                <a:gd name="T12" fmla="*/ 0 w 28"/>
                <a:gd name="T13" fmla="*/ 14 h 28"/>
                <a:gd name="T14" fmla="*/ 0 w 28"/>
                <a:gd name="T15" fmla="*/ 0 h 28"/>
                <a:gd name="T16" fmla="*/ 0 w 28"/>
                <a:gd name="T17" fmla="*/ 0 h 28"/>
                <a:gd name="T18" fmla="*/ 14 w 28"/>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8"/>
                <a:gd name="T32" fmla="*/ 28 w 28"/>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8">
                  <a:moveTo>
                    <a:pt x="14" y="0"/>
                  </a:moveTo>
                  <a:lnTo>
                    <a:pt x="14" y="0"/>
                  </a:lnTo>
                  <a:lnTo>
                    <a:pt x="28" y="0"/>
                  </a:lnTo>
                  <a:lnTo>
                    <a:pt x="28" y="14"/>
                  </a:lnTo>
                  <a:lnTo>
                    <a:pt x="14" y="28"/>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5006" name="Picture 389">
              <a:extLst>
                <a:ext uri="{FF2B5EF4-FFF2-40B4-BE49-F238E27FC236}">
                  <a16:creationId xmlns:a16="http://schemas.microsoft.com/office/drawing/2014/main" id="{D34DBF33-FDCE-022B-5156-F18567F331D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 y="2099"/>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007" name="Line 390">
              <a:extLst>
                <a:ext uri="{FF2B5EF4-FFF2-40B4-BE49-F238E27FC236}">
                  <a16:creationId xmlns:a16="http://schemas.microsoft.com/office/drawing/2014/main" id="{44D6D9A2-2D52-46CA-41BA-932FCCD4B5AF}"/>
                </a:ext>
              </a:extLst>
            </p:cNvPr>
            <p:cNvSpPr>
              <a:spLocks noChangeShapeType="1"/>
            </p:cNvSpPr>
            <p:nvPr/>
          </p:nvSpPr>
          <p:spPr bwMode="auto">
            <a:xfrm>
              <a:off x="2015"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08" name="Line 391">
              <a:extLst>
                <a:ext uri="{FF2B5EF4-FFF2-40B4-BE49-F238E27FC236}">
                  <a16:creationId xmlns:a16="http://schemas.microsoft.com/office/drawing/2014/main" id="{6B60A094-2D20-7821-8BB1-CFD2C8B1A483}"/>
                </a:ext>
              </a:extLst>
            </p:cNvPr>
            <p:cNvSpPr>
              <a:spLocks noChangeShapeType="1"/>
            </p:cNvSpPr>
            <p:nvPr/>
          </p:nvSpPr>
          <p:spPr bwMode="auto">
            <a:xfrm>
              <a:off x="2029"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09" name="Line 392">
              <a:extLst>
                <a:ext uri="{FF2B5EF4-FFF2-40B4-BE49-F238E27FC236}">
                  <a16:creationId xmlns:a16="http://schemas.microsoft.com/office/drawing/2014/main" id="{29A93434-1F8D-257A-1568-5869410FFC6F}"/>
                </a:ext>
              </a:extLst>
            </p:cNvPr>
            <p:cNvSpPr>
              <a:spLocks noChangeShapeType="1"/>
            </p:cNvSpPr>
            <p:nvPr/>
          </p:nvSpPr>
          <p:spPr bwMode="auto">
            <a:xfrm>
              <a:off x="2029"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10" name="Rectangle 393">
              <a:extLst>
                <a:ext uri="{FF2B5EF4-FFF2-40B4-BE49-F238E27FC236}">
                  <a16:creationId xmlns:a16="http://schemas.microsoft.com/office/drawing/2014/main" id="{4990502F-CCCA-F573-C869-8D73356F6E91}"/>
                </a:ext>
              </a:extLst>
            </p:cNvPr>
            <p:cNvSpPr>
              <a:spLocks noChangeArrowheads="1"/>
            </p:cNvSpPr>
            <p:nvPr/>
          </p:nvSpPr>
          <p:spPr bwMode="auto">
            <a:xfrm>
              <a:off x="1891" y="2154"/>
              <a:ext cx="97" cy="14"/>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11" name="Freeform 394">
              <a:extLst>
                <a:ext uri="{FF2B5EF4-FFF2-40B4-BE49-F238E27FC236}">
                  <a16:creationId xmlns:a16="http://schemas.microsoft.com/office/drawing/2014/main" id="{7971D355-CC93-B11E-81BE-9E1DDADD5FF3}"/>
                </a:ext>
              </a:extLst>
            </p:cNvPr>
            <p:cNvSpPr>
              <a:spLocks/>
            </p:cNvSpPr>
            <p:nvPr/>
          </p:nvSpPr>
          <p:spPr bwMode="auto">
            <a:xfrm>
              <a:off x="1877" y="2182"/>
              <a:ext cx="124" cy="14"/>
            </a:xfrm>
            <a:custGeom>
              <a:avLst/>
              <a:gdLst>
                <a:gd name="T0" fmla="*/ 14 w 124"/>
                <a:gd name="T1" fmla="*/ 0 h 14"/>
                <a:gd name="T2" fmla="*/ 0 w 124"/>
                <a:gd name="T3" fmla="*/ 14 h 14"/>
                <a:gd name="T4" fmla="*/ 124 w 124"/>
                <a:gd name="T5" fmla="*/ 14 h 14"/>
                <a:gd name="T6" fmla="*/ 124 w 124"/>
                <a:gd name="T7" fmla="*/ 0 h 14"/>
                <a:gd name="T8" fmla="*/ 14 w 124"/>
                <a:gd name="T9" fmla="*/ 0 h 14"/>
                <a:gd name="T10" fmla="*/ 0 60000 65536"/>
                <a:gd name="T11" fmla="*/ 0 60000 65536"/>
                <a:gd name="T12" fmla="*/ 0 60000 65536"/>
                <a:gd name="T13" fmla="*/ 0 60000 65536"/>
                <a:gd name="T14" fmla="*/ 0 60000 65536"/>
                <a:gd name="T15" fmla="*/ 0 w 124"/>
                <a:gd name="T16" fmla="*/ 0 h 14"/>
                <a:gd name="T17" fmla="*/ 124 w 124"/>
                <a:gd name="T18" fmla="*/ 14 h 14"/>
              </a:gdLst>
              <a:ahLst/>
              <a:cxnLst>
                <a:cxn ang="T10">
                  <a:pos x="T0" y="T1"/>
                </a:cxn>
                <a:cxn ang="T11">
                  <a:pos x="T2" y="T3"/>
                </a:cxn>
                <a:cxn ang="T12">
                  <a:pos x="T4" y="T5"/>
                </a:cxn>
                <a:cxn ang="T13">
                  <a:pos x="T6" y="T7"/>
                </a:cxn>
                <a:cxn ang="T14">
                  <a:pos x="T8" y="T9"/>
                </a:cxn>
              </a:cxnLst>
              <a:rect l="T15" t="T16" r="T17" b="T18"/>
              <a:pathLst>
                <a:path w="124" h="14">
                  <a:moveTo>
                    <a:pt x="14" y="0"/>
                  </a:moveTo>
                  <a:lnTo>
                    <a:pt x="0" y="14"/>
                  </a:lnTo>
                  <a:lnTo>
                    <a:pt x="124" y="14"/>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12" name="Line 395">
              <a:extLst>
                <a:ext uri="{FF2B5EF4-FFF2-40B4-BE49-F238E27FC236}">
                  <a16:creationId xmlns:a16="http://schemas.microsoft.com/office/drawing/2014/main" id="{13D19BF0-8CB3-B477-4170-A6D33B994ABC}"/>
                </a:ext>
              </a:extLst>
            </p:cNvPr>
            <p:cNvSpPr>
              <a:spLocks noChangeShapeType="1"/>
            </p:cNvSpPr>
            <p:nvPr/>
          </p:nvSpPr>
          <p:spPr bwMode="auto">
            <a:xfrm>
              <a:off x="1891" y="2196"/>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13" name="Line 396">
              <a:extLst>
                <a:ext uri="{FF2B5EF4-FFF2-40B4-BE49-F238E27FC236}">
                  <a16:creationId xmlns:a16="http://schemas.microsoft.com/office/drawing/2014/main" id="{0552C0EE-B515-76D3-7B7C-BCBFFEEBCD15}"/>
                </a:ext>
              </a:extLst>
            </p:cNvPr>
            <p:cNvSpPr>
              <a:spLocks noChangeShapeType="1"/>
            </p:cNvSpPr>
            <p:nvPr/>
          </p:nvSpPr>
          <p:spPr bwMode="auto">
            <a:xfrm>
              <a:off x="1905" y="2182"/>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14" name="Line 397">
              <a:extLst>
                <a:ext uri="{FF2B5EF4-FFF2-40B4-BE49-F238E27FC236}">
                  <a16:creationId xmlns:a16="http://schemas.microsoft.com/office/drawing/2014/main" id="{70603E56-DA8D-C4AB-338B-6D1AB2CF52F2}"/>
                </a:ext>
              </a:extLst>
            </p:cNvPr>
            <p:cNvSpPr>
              <a:spLocks noChangeShapeType="1"/>
            </p:cNvSpPr>
            <p:nvPr/>
          </p:nvSpPr>
          <p:spPr bwMode="auto">
            <a:xfrm>
              <a:off x="1891" y="218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15" name="Line 398">
              <a:extLst>
                <a:ext uri="{FF2B5EF4-FFF2-40B4-BE49-F238E27FC236}">
                  <a16:creationId xmlns:a16="http://schemas.microsoft.com/office/drawing/2014/main" id="{260A65BD-184A-FB1F-56D7-CA6B6338A44B}"/>
                </a:ext>
              </a:extLst>
            </p:cNvPr>
            <p:cNvSpPr>
              <a:spLocks noChangeShapeType="1"/>
            </p:cNvSpPr>
            <p:nvPr/>
          </p:nvSpPr>
          <p:spPr bwMode="auto">
            <a:xfrm>
              <a:off x="1919" y="219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16" name="Line 399">
              <a:extLst>
                <a:ext uri="{FF2B5EF4-FFF2-40B4-BE49-F238E27FC236}">
                  <a16:creationId xmlns:a16="http://schemas.microsoft.com/office/drawing/2014/main" id="{8C1459A5-0C4A-8670-17DA-37CE07F23ABF}"/>
                </a:ext>
              </a:extLst>
            </p:cNvPr>
            <p:cNvSpPr>
              <a:spLocks noChangeShapeType="1"/>
            </p:cNvSpPr>
            <p:nvPr/>
          </p:nvSpPr>
          <p:spPr bwMode="auto">
            <a:xfrm>
              <a:off x="1960" y="2182"/>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17" name="Line 400">
              <a:extLst>
                <a:ext uri="{FF2B5EF4-FFF2-40B4-BE49-F238E27FC236}">
                  <a16:creationId xmlns:a16="http://schemas.microsoft.com/office/drawing/2014/main" id="{52CBA255-90B1-BCCA-4633-79AEDE64273C}"/>
                </a:ext>
              </a:extLst>
            </p:cNvPr>
            <p:cNvSpPr>
              <a:spLocks noChangeShapeType="1"/>
            </p:cNvSpPr>
            <p:nvPr/>
          </p:nvSpPr>
          <p:spPr bwMode="auto">
            <a:xfrm>
              <a:off x="1988" y="2196"/>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18" name="Rectangle 401">
              <a:extLst>
                <a:ext uri="{FF2B5EF4-FFF2-40B4-BE49-F238E27FC236}">
                  <a16:creationId xmlns:a16="http://schemas.microsoft.com/office/drawing/2014/main" id="{C679B786-2CB8-4F33-4ED7-A2815D97A4E5}"/>
                </a:ext>
              </a:extLst>
            </p:cNvPr>
            <p:cNvSpPr>
              <a:spLocks noChangeArrowheads="1"/>
            </p:cNvSpPr>
            <p:nvPr/>
          </p:nvSpPr>
          <p:spPr bwMode="auto">
            <a:xfrm>
              <a:off x="1932" y="2085"/>
              <a:ext cx="28"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19" name="Rectangle 402">
              <a:extLst>
                <a:ext uri="{FF2B5EF4-FFF2-40B4-BE49-F238E27FC236}">
                  <a16:creationId xmlns:a16="http://schemas.microsoft.com/office/drawing/2014/main" id="{D863640F-1283-AD4F-9B6D-07D1206A650B}"/>
                </a:ext>
              </a:extLst>
            </p:cNvPr>
            <p:cNvSpPr>
              <a:spLocks noChangeArrowheads="1"/>
            </p:cNvSpPr>
            <p:nvPr/>
          </p:nvSpPr>
          <p:spPr bwMode="auto">
            <a:xfrm>
              <a:off x="1932" y="2085"/>
              <a:ext cx="42" cy="42"/>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20" name="Freeform 403">
              <a:extLst>
                <a:ext uri="{FF2B5EF4-FFF2-40B4-BE49-F238E27FC236}">
                  <a16:creationId xmlns:a16="http://schemas.microsoft.com/office/drawing/2014/main" id="{479E8DBF-BBA5-55AB-D293-878A4106E37F}"/>
                </a:ext>
              </a:extLst>
            </p:cNvPr>
            <p:cNvSpPr>
              <a:spLocks/>
            </p:cNvSpPr>
            <p:nvPr/>
          </p:nvSpPr>
          <p:spPr bwMode="auto">
            <a:xfrm>
              <a:off x="5120" y="2830"/>
              <a:ext cx="41" cy="69"/>
            </a:xfrm>
            <a:custGeom>
              <a:avLst/>
              <a:gdLst>
                <a:gd name="T0" fmla="*/ 0 w 41"/>
                <a:gd name="T1" fmla="*/ 0 h 69"/>
                <a:gd name="T2" fmla="*/ 41 w 41"/>
                <a:gd name="T3" fmla="*/ 14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4"/>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21" name="AutoShape 404">
              <a:extLst>
                <a:ext uri="{FF2B5EF4-FFF2-40B4-BE49-F238E27FC236}">
                  <a16:creationId xmlns:a16="http://schemas.microsoft.com/office/drawing/2014/main" id="{212A10A6-1FBE-C8EB-3599-2452F26D2F97}"/>
                </a:ext>
              </a:extLst>
            </p:cNvPr>
            <p:cNvSpPr>
              <a:spLocks noChangeArrowheads="1"/>
            </p:cNvSpPr>
            <p:nvPr/>
          </p:nvSpPr>
          <p:spPr bwMode="auto">
            <a:xfrm>
              <a:off x="5009" y="2748"/>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22" name="AutoShape 405">
              <a:extLst>
                <a:ext uri="{FF2B5EF4-FFF2-40B4-BE49-F238E27FC236}">
                  <a16:creationId xmlns:a16="http://schemas.microsoft.com/office/drawing/2014/main" id="{1487225D-4B4C-1E78-DCE8-DEB5A85FFEE0}"/>
                </a:ext>
              </a:extLst>
            </p:cNvPr>
            <p:cNvSpPr>
              <a:spLocks noChangeArrowheads="1"/>
            </p:cNvSpPr>
            <p:nvPr/>
          </p:nvSpPr>
          <p:spPr bwMode="auto">
            <a:xfrm>
              <a:off x="4996" y="2734"/>
              <a:ext cx="151" cy="96"/>
            </a:xfrm>
            <a:prstGeom prst="roundRect">
              <a:avLst>
                <a:gd name="adj" fmla="val 39065"/>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23" name="Rectangle 406">
              <a:extLst>
                <a:ext uri="{FF2B5EF4-FFF2-40B4-BE49-F238E27FC236}">
                  <a16:creationId xmlns:a16="http://schemas.microsoft.com/office/drawing/2014/main" id="{46F7514C-7B0A-C762-DDBA-EFC85346355E}"/>
                </a:ext>
              </a:extLst>
            </p:cNvPr>
            <p:cNvSpPr>
              <a:spLocks noChangeArrowheads="1"/>
            </p:cNvSpPr>
            <p:nvPr/>
          </p:nvSpPr>
          <p:spPr bwMode="auto">
            <a:xfrm>
              <a:off x="5037" y="2761"/>
              <a:ext cx="8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24" name="Rectangle 407">
              <a:extLst>
                <a:ext uri="{FF2B5EF4-FFF2-40B4-BE49-F238E27FC236}">
                  <a16:creationId xmlns:a16="http://schemas.microsoft.com/office/drawing/2014/main" id="{F3BF4143-4C59-F01D-51C2-31BE0EB4FA82}"/>
                </a:ext>
              </a:extLst>
            </p:cNvPr>
            <p:cNvSpPr>
              <a:spLocks noChangeArrowheads="1"/>
            </p:cNvSpPr>
            <p:nvPr/>
          </p:nvSpPr>
          <p:spPr bwMode="auto">
            <a:xfrm>
              <a:off x="5037" y="2761"/>
              <a:ext cx="96" cy="56"/>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25" name="Freeform 408">
              <a:extLst>
                <a:ext uri="{FF2B5EF4-FFF2-40B4-BE49-F238E27FC236}">
                  <a16:creationId xmlns:a16="http://schemas.microsoft.com/office/drawing/2014/main" id="{780D84F2-E0B5-6B48-C2D4-E66EBF58F289}"/>
                </a:ext>
              </a:extLst>
            </p:cNvPr>
            <p:cNvSpPr>
              <a:spLocks/>
            </p:cNvSpPr>
            <p:nvPr/>
          </p:nvSpPr>
          <p:spPr bwMode="auto">
            <a:xfrm>
              <a:off x="5147" y="2886"/>
              <a:ext cx="28" cy="41"/>
            </a:xfrm>
            <a:custGeom>
              <a:avLst/>
              <a:gdLst>
                <a:gd name="T0" fmla="*/ 14 w 28"/>
                <a:gd name="T1" fmla="*/ 0 h 41"/>
                <a:gd name="T2" fmla="*/ 14 w 28"/>
                <a:gd name="T3" fmla="*/ 0 h 41"/>
                <a:gd name="T4" fmla="*/ 28 w 28"/>
                <a:gd name="T5" fmla="*/ 13 h 41"/>
                <a:gd name="T6" fmla="*/ 28 w 28"/>
                <a:gd name="T7" fmla="*/ 27 h 41"/>
                <a:gd name="T8" fmla="*/ 14 w 28"/>
                <a:gd name="T9" fmla="*/ 41 h 41"/>
                <a:gd name="T10" fmla="*/ 14 w 28"/>
                <a:gd name="T11" fmla="*/ 41 h 41"/>
                <a:gd name="T12" fmla="*/ 0 w 28"/>
                <a:gd name="T13" fmla="*/ 27 h 41"/>
                <a:gd name="T14" fmla="*/ 0 w 28"/>
                <a:gd name="T15" fmla="*/ 13 h 41"/>
                <a:gd name="T16" fmla="*/ 0 w 28"/>
                <a:gd name="T17" fmla="*/ 0 h 41"/>
                <a:gd name="T18" fmla="*/ 14 w 28"/>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1"/>
                <a:gd name="T32" fmla="*/ 28 w 28"/>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1">
                  <a:moveTo>
                    <a:pt x="14" y="0"/>
                  </a:moveTo>
                  <a:lnTo>
                    <a:pt x="14" y="0"/>
                  </a:lnTo>
                  <a:lnTo>
                    <a:pt x="28" y="13"/>
                  </a:lnTo>
                  <a:lnTo>
                    <a:pt x="28" y="27"/>
                  </a:lnTo>
                  <a:lnTo>
                    <a:pt x="14" y="41"/>
                  </a:lnTo>
                  <a:lnTo>
                    <a:pt x="0" y="27"/>
                  </a:lnTo>
                  <a:lnTo>
                    <a:pt x="0" y="13"/>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5026" name="Picture 409">
              <a:extLst>
                <a:ext uri="{FF2B5EF4-FFF2-40B4-BE49-F238E27FC236}">
                  <a16:creationId xmlns:a16="http://schemas.microsoft.com/office/drawing/2014/main" id="{B252EC5E-C6EA-E0A6-655C-AFDA9D83EF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37" y="2761"/>
              <a:ext cx="69"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027" name="Line 410">
              <a:extLst>
                <a:ext uri="{FF2B5EF4-FFF2-40B4-BE49-F238E27FC236}">
                  <a16:creationId xmlns:a16="http://schemas.microsoft.com/office/drawing/2014/main" id="{BBC40534-7981-26FB-2D44-8D7FACE974B0}"/>
                </a:ext>
              </a:extLst>
            </p:cNvPr>
            <p:cNvSpPr>
              <a:spLocks noChangeShapeType="1"/>
            </p:cNvSpPr>
            <p:nvPr/>
          </p:nvSpPr>
          <p:spPr bwMode="auto">
            <a:xfrm>
              <a:off x="5147" y="2899"/>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28" name="Freeform 411">
              <a:extLst>
                <a:ext uri="{FF2B5EF4-FFF2-40B4-BE49-F238E27FC236}">
                  <a16:creationId xmlns:a16="http://schemas.microsoft.com/office/drawing/2014/main" id="{4D12CB2D-BA12-1CE0-97E9-AF126C344FE9}"/>
                </a:ext>
              </a:extLst>
            </p:cNvPr>
            <p:cNvSpPr>
              <a:spLocks/>
            </p:cNvSpPr>
            <p:nvPr/>
          </p:nvSpPr>
          <p:spPr bwMode="auto">
            <a:xfrm>
              <a:off x="5161" y="289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29" name="Rectangle 412">
              <a:extLst>
                <a:ext uri="{FF2B5EF4-FFF2-40B4-BE49-F238E27FC236}">
                  <a16:creationId xmlns:a16="http://schemas.microsoft.com/office/drawing/2014/main" id="{9EF42895-899E-070E-0A8D-217B1040DD0B}"/>
                </a:ext>
              </a:extLst>
            </p:cNvPr>
            <p:cNvSpPr>
              <a:spLocks noChangeArrowheads="1"/>
            </p:cNvSpPr>
            <p:nvPr/>
          </p:nvSpPr>
          <p:spPr bwMode="auto">
            <a:xfrm>
              <a:off x="5023" y="2817"/>
              <a:ext cx="97"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30" name="Freeform 413">
              <a:extLst>
                <a:ext uri="{FF2B5EF4-FFF2-40B4-BE49-F238E27FC236}">
                  <a16:creationId xmlns:a16="http://schemas.microsoft.com/office/drawing/2014/main" id="{98459CB5-D408-93E3-8A4E-1369657FC94E}"/>
                </a:ext>
              </a:extLst>
            </p:cNvPr>
            <p:cNvSpPr>
              <a:spLocks/>
            </p:cNvSpPr>
            <p:nvPr/>
          </p:nvSpPr>
          <p:spPr bwMode="auto">
            <a:xfrm>
              <a:off x="5009" y="2844"/>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31" name="Line 414">
              <a:extLst>
                <a:ext uri="{FF2B5EF4-FFF2-40B4-BE49-F238E27FC236}">
                  <a16:creationId xmlns:a16="http://schemas.microsoft.com/office/drawing/2014/main" id="{3C522A08-2018-C660-9E30-D54977E60D8A}"/>
                </a:ext>
              </a:extLst>
            </p:cNvPr>
            <p:cNvSpPr>
              <a:spLocks noChangeShapeType="1"/>
            </p:cNvSpPr>
            <p:nvPr/>
          </p:nvSpPr>
          <p:spPr bwMode="auto">
            <a:xfrm>
              <a:off x="5023" y="2858"/>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32" name="Line 415">
              <a:extLst>
                <a:ext uri="{FF2B5EF4-FFF2-40B4-BE49-F238E27FC236}">
                  <a16:creationId xmlns:a16="http://schemas.microsoft.com/office/drawing/2014/main" id="{2B054197-A4CE-51AB-BA15-D11000A657A9}"/>
                </a:ext>
              </a:extLst>
            </p:cNvPr>
            <p:cNvSpPr>
              <a:spLocks noChangeShapeType="1"/>
            </p:cNvSpPr>
            <p:nvPr/>
          </p:nvSpPr>
          <p:spPr bwMode="auto">
            <a:xfrm>
              <a:off x="5037" y="2844"/>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33" name="Line 416">
              <a:extLst>
                <a:ext uri="{FF2B5EF4-FFF2-40B4-BE49-F238E27FC236}">
                  <a16:creationId xmlns:a16="http://schemas.microsoft.com/office/drawing/2014/main" id="{9F6595D1-AE2E-D5CB-33FB-97501005B50B}"/>
                </a:ext>
              </a:extLst>
            </p:cNvPr>
            <p:cNvSpPr>
              <a:spLocks noChangeShapeType="1"/>
            </p:cNvSpPr>
            <p:nvPr/>
          </p:nvSpPr>
          <p:spPr bwMode="auto">
            <a:xfrm>
              <a:off x="5023" y="2858"/>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34" name="Line 417">
              <a:extLst>
                <a:ext uri="{FF2B5EF4-FFF2-40B4-BE49-F238E27FC236}">
                  <a16:creationId xmlns:a16="http://schemas.microsoft.com/office/drawing/2014/main" id="{729F6000-B01D-90D9-6E53-0D4A8E3E9C5D}"/>
                </a:ext>
              </a:extLst>
            </p:cNvPr>
            <p:cNvSpPr>
              <a:spLocks noChangeShapeType="1"/>
            </p:cNvSpPr>
            <p:nvPr/>
          </p:nvSpPr>
          <p:spPr bwMode="auto">
            <a:xfrm>
              <a:off x="5051" y="2858"/>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35" name="Freeform 418">
              <a:extLst>
                <a:ext uri="{FF2B5EF4-FFF2-40B4-BE49-F238E27FC236}">
                  <a16:creationId xmlns:a16="http://schemas.microsoft.com/office/drawing/2014/main" id="{CD60C621-14B0-36CC-5BEA-151D104AC162}"/>
                </a:ext>
              </a:extLst>
            </p:cNvPr>
            <p:cNvSpPr>
              <a:spLocks/>
            </p:cNvSpPr>
            <p:nvPr/>
          </p:nvSpPr>
          <p:spPr bwMode="auto">
            <a:xfrm>
              <a:off x="5092" y="2858"/>
              <a:ext cx="41" cy="1"/>
            </a:xfrm>
            <a:custGeom>
              <a:avLst/>
              <a:gdLst>
                <a:gd name="T0" fmla="*/ 0 w 41"/>
                <a:gd name="T1" fmla="*/ 0 h 1"/>
                <a:gd name="T2" fmla="*/ 28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8"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36" name="Rectangle 419">
              <a:extLst>
                <a:ext uri="{FF2B5EF4-FFF2-40B4-BE49-F238E27FC236}">
                  <a16:creationId xmlns:a16="http://schemas.microsoft.com/office/drawing/2014/main" id="{213501F7-E5AC-61DD-C3B7-23E3F7BB1408}"/>
                </a:ext>
              </a:extLst>
            </p:cNvPr>
            <p:cNvSpPr>
              <a:spLocks noChangeArrowheads="1"/>
            </p:cNvSpPr>
            <p:nvPr/>
          </p:nvSpPr>
          <p:spPr bwMode="auto">
            <a:xfrm>
              <a:off x="5064" y="2748"/>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37" name="Rectangle 420">
              <a:extLst>
                <a:ext uri="{FF2B5EF4-FFF2-40B4-BE49-F238E27FC236}">
                  <a16:creationId xmlns:a16="http://schemas.microsoft.com/office/drawing/2014/main" id="{7B1CFB24-5E9E-D3A4-DFF0-E8CB07A44F5B}"/>
                </a:ext>
              </a:extLst>
            </p:cNvPr>
            <p:cNvSpPr>
              <a:spLocks noChangeArrowheads="1"/>
            </p:cNvSpPr>
            <p:nvPr/>
          </p:nvSpPr>
          <p:spPr bwMode="auto">
            <a:xfrm>
              <a:off x="5064" y="2748"/>
              <a:ext cx="42"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38" name="Freeform 421">
              <a:extLst>
                <a:ext uri="{FF2B5EF4-FFF2-40B4-BE49-F238E27FC236}">
                  <a16:creationId xmlns:a16="http://schemas.microsoft.com/office/drawing/2014/main" id="{A7AE1C8D-2066-B50D-15B4-E42C90D74893}"/>
                </a:ext>
              </a:extLst>
            </p:cNvPr>
            <p:cNvSpPr>
              <a:spLocks/>
            </p:cNvSpPr>
            <p:nvPr/>
          </p:nvSpPr>
          <p:spPr bwMode="auto">
            <a:xfrm>
              <a:off x="5299" y="2830"/>
              <a:ext cx="41" cy="69"/>
            </a:xfrm>
            <a:custGeom>
              <a:avLst/>
              <a:gdLst>
                <a:gd name="T0" fmla="*/ 0 w 41"/>
                <a:gd name="T1" fmla="*/ 0 h 69"/>
                <a:gd name="T2" fmla="*/ 41 w 41"/>
                <a:gd name="T3" fmla="*/ 14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4"/>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39" name="AutoShape 422">
              <a:extLst>
                <a:ext uri="{FF2B5EF4-FFF2-40B4-BE49-F238E27FC236}">
                  <a16:creationId xmlns:a16="http://schemas.microsoft.com/office/drawing/2014/main" id="{B10F26E1-E3A5-626B-4840-37992B109ECF}"/>
                </a:ext>
              </a:extLst>
            </p:cNvPr>
            <p:cNvSpPr>
              <a:spLocks noChangeArrowheads="1"/>
            </p:cNvSpPr>
            <p:nvPr/>
          </p:nvSpPr>
          <p:spPr bwMode="auto">
            <a:xfrm>
              <a:off x="5189" y="2748"/>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40" name="AutoShape 423">
              <a:extLst>
                <a:ext uri="{FF2B5EF4-FFF2-40B4-BE49-F238E27FC236}">
                  <a16:creationId xmlns:a16="http://schemas.microsoft.com/office/drawing/2014/main" id="{2F781C19-6995-503F-3F31-068C85AB0503}"/>
                </a:ext>
              </a:extLst>
            </p:cNvPr>
            <p:cNvSpPr>
              <a:spLocks noChangeArrowheads="1"/>
            </p:cNvSpPr>
            <p:nvPr/>
          </p:nvSpPr>
          <p:spPr bwMode="auto">
            <a:xfrm>
              <a:off x="5175" y="2734"/>
              <a:ext cx="152" cy="96"/>
            </a:xfrm>
            <a:prstGeom prst="roundRect">
              <a:avLst>
                <a:gd name="adj" fmla="val 39065"/>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41" name="Rectangle 424">
              <a:extLst>
                <a:ext uri="{FF2B5EF4-FFF2-40B4-BE49-F238E27FC236}">
                  <a16:creationId xmlns:a16="http://schemas.microsoft.com/office/drawing/2014/main" id="{2CEE96BA-2F79-E361-BC28-8FFD293ECC60}"/>
                </a:ext>
              </a:extLst>
            </p:cNvPr>
            <p:cNvSpPr>
              <a:spLocks noChangeArrowheads="1"/>
            </p:cNvSpPr>
            <p:nvPr/>
          </p:nvSpPr>
          <p:spPr bwMode="auto">
            <a:xfrm>
              <a:off x="5216" y="2761"/>
              <a:ext cx="8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42" name="Rectangle 425">
              <a:extLst>
                <a:ext uri="{FF2B5EF4-FFF2-40B4-BE49-F238E27FC236}">
                  <a16:creationId xmlns:a16="http://schemas.microsoft.com/office/drawing/2014/main" id="{583F7C07-5FEC-2F28-4CFC-86E2117713F8}"/>
                </a:ext>
              </a:extLst>
            </p:cNvPr>
            <p:cNvSpPr>
              <a:spLocks noChangeArrowheads="1"/>
            </p:cNvSpPr>
            <p:nvPr/>
          </p:nvSpPr>
          <p:spPr bwMode="auto">
            <a:xfrm>
              <a:off x="5216" y="2761"/>
              <a:ext cx="97" cy="56"/>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43" name="Freeform 426">
              <a:extLst>
                <a:ext uri="{FF2B5EF4-FFF2-40B4-BE49-F238E27FC236}">
                  <a16:creationId xmlns:a16="http://schemas.microsoft.com/office/drawing/2014/main" id="{A486D431-B90A-AED7-2C61-E836FFCD6365}"/>
                </a:ext>
              </a:extLst>
            </p:cNvPr>
            <p:cNvSpPr>
              <a:spLocks/>
            </p:cNvSpPr>
            <p:nvPr/>
          </p:nvSpPr>
          <p:spPr bwMode="auto">
            <a:xfrm>
              <a:off x="5327" y="2886"/>
              <a:ext cx="27" cy="41"/>
            </a:xfrm>
            <a:custGeom>
              <a:avLst/>
              <a:gdLst>
                <a:gd name="T0" fmla="*/ 13 w 27"/>
                <a:gd name="T1" fmla="*/ 0 h 41"/>
                <a:gd name="T2" fmla="*/ 13 w 27"/>
                <a:gd name="T3" fmla="*/ 0 h 41"/>
                <a:gd name="T4" fmla="*/ 27 w 27"/>
                <a:gd name="T5" fmla="*/ 13 h 41"/>
                <a:gd name="T6" fmla="*/ 27 w 27"/>
                <a:gd name="T7" fmla="*/ 27 h 41"/>
                <a:gd name="T8" fmla="*/ 13 w 27"/>
                <a:gd name="T9" fmla="*/ 41 h 41"/>
                <a:gd name="T10" fmla="*/ 13 w 27"/>
                <a:gd name="T11" fmla="*/ 41 h 41"/>
                <a:gd name="T12" fmla="*/ 0 w 27"/>
                <a:gd name="T13" fmla="*/ 27 h 41"/>
                <a:gd name="T14" fmla="*/ 0 w 27"/>
                <a:gd name="T15" fmla="*/ 13 h 41"/>
                <a:gd name="T16" fmla="*/ 0 w 27"/>
                <a:gd name="T17" fmla="*/ 0 h 41"/>
                <a:gd name="T18" fmla="*/ 13 w 27"/>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41"/>
                <a:gd name="T32" fmla="*/ 27 w 27"/>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41">
                  <a:moveTo>
                    <a:pt x="13" y="0"/>
                  </a:moveTo>
                  <a:lnTo>
                    <a:pt x="13" y="0"/>
                  </a:lnTo>
                  <a:lnTo>
                    <a:pt x="27" y="13"/>
                  </a:lnTo>
                  <a:lnTo>
                    <a:pt x="27" y="27"/>
                  </a:lnTo>
                  <a:lnTo>
                    <a:pt x="13" y="41"/>
                  </a:lnTo>
                  <a:lnTo>
                    <a:pt x="0" y="27"/>
                  </a:lnTo>
                  <a:lnTo>
                    <a:pt x="0" y="13"/>
                  </a:lnTo>
                  <a:lnTo>
                    <a:pt x="0" y="0"/>
                  </a:lnTo>
                  <a:lnTo>
                    <a:pt x="13"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5044" name="Picture 427">
              <a:extLst>
                <a:ext uri="{FF2B5EF4-FFF2-40B4-BE49-F238E27FC236}">
                  <a16:creationId xmlns:a16="http://schemas.microsoft.com/office/drawing/2014/main" id="{69D7E176-76D3-568B-C16D-E1EEBC0B60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6" y="2761"/>
              <a:ext cx="69"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045" name="Line 428">
              <a:extLst>
                <a:ext uri="{FF2B5EF4-FFF2-40B4-BE49-F238E27FC236}">
                  <a16:creationId xmlns:a16="http://schemas.microsoft.com/office/drawing/2014/main" id="{0783274D-4C2D-7B60-338C-50B15B881EB1}"/>
                </a:ext>
              </a:extLst>
            </p:cNvPr>
            <p:cNvSpPr>
              <a:spLocks noChangeShapeType="1"/>
            </p:cNvSpPr>
            <p:nvPr/>
          </p:nvSpPr>
          <p:spPr bwMode="auto">
            <a:xfrm>
              <a:off x="5327" y="2899"/>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46" name="Freeform 429">
              <a:extLst>
                <a:ext uri="{FF2B5EF4-FFF2-40B4-BE49-F238E27FC236}">
                  <a16:creationId xmlns:a16="http://schemas.microsoft.com/office/drawing/2014/main" id="{2A16386C-6ABF-2913-4365-17EAE4B1ED74}"/>
                </a:ext>
              </a:extLst>
            </p:cNvPr>
            <p:cNvSpPr>
              <a:spLocks/>
            </p:cNvSpPr>
            <p:nvPr/>
          </p:nvSpPr>
          <p:spPr bwMode="auto">
            <a:xfrm>
              <a:off x="5340" y="289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47" name="Rectangle 430">
              <a:extLst>
                <a:ext uri="{FF2B5EF4-FFF2-40B4-BE49-F238E27FC236}">
                  <a16:creationId xmlns:a16="http://schemas.microsoft.com/office/drawing/2014/main" id="{EB4EE415-45A4-1A4D-7141-1CB8151774BA}"/>
                </a:ext>
              </a:extLst>
            </p:cNvPr>
            <p:cNvSpPr>
              <a:spLocks noChangeArrowheads="1"/>
            </p:cNvSpPr>
            <p:nvPr/>
          </p:nvSpPr>
          <p:spPr bwMode="auto">
            <a:xfrm>
              <a:off x="5202" y="2817"/>
              <a:ext cx="97"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48" name="Freeform 431">
              <a:extLst>
                <a:ext uri="{FF2B5EF4-FFF2-40B4-BE49-F238E27FC236}">
                  <a16:creationId xmlns:a16="http://schemas.microsoft.com/office/drawing/2014/main" id="{B7D8C695-AC13-4115-67A0-4B435E17B1EB}"/>
                </a:ext>
              </a:extLst>
            </p:cNvPr>
            <p:cNvSpPr>
              <a:spLocks/>
            </p:cNvSpPr>
            <p:nvPr/>
          </p:nvSpPr>
          <p:spPr bwMode="auto">
            <a:xfrm>
              <a:off x="5189" y="2844"/>
              <a:ext cx="124" cy="28"/>
            </a:xfrm>
            <a:custGeom>
              <a:avLst/>
              <a:gdLst>
                <a:gd name="T0" fmla="*/ 13 w 124"/>
                <a:gd name="T1" fmla="*/ 0 h 28"/>
                <a:gd name="T2" fmla="*/ 0 w 124"/>
                <a:gd name="T3" fmla="*/ 28 h 28"/>
                <a:gd name="T4" fmla="*/ 124 w 124"/>
                <a:gd name="T5" fmla="*/ 28 h 28"/>
                <a:gd name="T6" fmla="*/ 124 w 124"/>
                <a:gd name="T7" fmla="*/ 0 h 28"/>
                <a:gd name="T8" fmla="*/ 13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3" y="0"/>
                  </a:moveTo>
                  <a:lnTo>
                    <a:pt x="0" y="28"/>
                  </a:lnTo>
                  <a:lnTo>
                    <a:pt x="124" y="28"/>
                  </a:lnTo>
                  <a:lnTo>
                    <a:pt x="124" y="0"/>
                  </a:lnTo>
                  <a:lnTo>
                    <a:pt x="13"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49" name="Line 432">
              <a:extLst>
                <a:ext uri="{FF2B5EF4-FFF2-40B4-BE49-F238E27FC236}">
                  <a16:creationId xmlns:a16="http://schemas.microsoft.com/office/drawing/2014/main" id="{A8079251-7C8E-AC17-D16A-E7545E014660}"/>
                </a:ext>
              </a:extLst>
            </p:cNvPr>
            <p:cNvSpPr>
              <a:spLocks noChangeShapeType="1"/>
            </p:cNvSpPr>
            <p:nvPr/>
          </p:nvSpPr>
          <p:spPr bwMode="auto">
            <a:xfrm>
              <a:off x="5202" y="2858"/>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50" name="Line 433">
              <a:extLst>
                <a:ext uri="{FF2B5EF4-FFF2-40B4-BE49-F238E27FC236}">
                  <a16:creationId xmlns:a16="http://schemas.microsoft.com/office/drawing/2014/main" id="{2F23DC47-7485-67A0-3FF7-8D27211B3EC5}"/>
                </a:ext>
              </a:extLst>
            </p:cNvPr>
            <p:cNvSpPr>
              <a:spLocks noChangeShapeType="1"/>
            </p:cNvSpPr>
            <p:nvPr/>
          </p:nvSpPr>
          <p:spPr bwMode="auto">
            <a:xfrm>
              <a:off x="5216" y="2844"/>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51" name="Line 434">
              <a:extLst>
                <a:ext uri="{FF2B5EF4-FFF2-40B4-BE49-F238E27FC236}">
                  <a16:creationId xmlns:a16="http://schemas.microsoft.com/office/drawing/2014/main" id="{00896A94-A1EE-4D62-5D21-DDA5D1D561F8}"/>
                </a:ext>
              </a:extLst>
            </p:cNvPr>
            <p:cNvSpPr>
              <a:spLocks noChangeShapeType="1"/>
            </p:cNvSpPr>
            <p:nvPr/>
          </p:nvSpPr>
          <p:spPr bwMode="auto">
            <a:xfrm>
              <a:off x="5202" y="2858"/>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52" name="Line 435">
              <a:extLst>
                <a:ext uri="{FF2B5EF4-FFF2-40B4-BE49-F238E27FC236}">
                  <a16:creationId xmlns:a16="http://schemas.microsoft.com/office/drawing/2014/main" id="{80CCBA37-B559-72B9-4564-3DE5BD719243}"/>
                </a:ext>
              </a:extLst>
            </p:cNvPr>
            <p:cNvSpPr>
              <a:spLocks noChangeShapeType="1"/>
            </p:cNvSpPr>
            <p:nvPr/>
          </p:nvSpPr>
          <p:spPr bwMode="auto">
            <a:xfrm>
              <a:off x="5230" y="2858"/>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53" name="Freeform 436">
              <a:extLst>
                <a:ext uri="{FF2B5EF4-FFF2-40B4-BE49-F238E27FC236}">
                  <a16:creationId xmlns:a16="http://schemas.microsoft.com/office/drawing/2014/main" id="{9969F910-4495-2459-7207-119984FCF019}"/>
                </a:ext>
              </a:extLst>
            </p:cNvPr>
            <p:cNvSpPr>
              <a:spLocks/>
            </p:cNvSpPr>
            <p:nvPr/>
          </p:nvSpPr>
          <p:spPr bwMode="auto">
            <a:xfrm>
              <a:off x="5271" y="2858"/>
              <a:ext cx="42" cy="1"/>
            </a:xfrm>
            <a:custGeom>
              <a:avLst/>
              <a:gdLst>
                <a:gd name="T0" fmla="*/ 0 w 42"/>
                <a:gd name="T1" fmla="*/ 0 h 1"/>
                <a:gd name="T2" fmla="*/ 28 w 42"/>
                <a:gd name="T3" fmla="*/ 0 h 1"/>
                <a:gd name="T4" fmla="*/ 42 w 42"/>
                <a:gd name="T5" fmla="*/ 0 h 1"/>
                <a:gd name="T6" fmla="*/ 0 60000 65536"/>
                <a:gd name="T7" fmla="*/ 0 60000 65536"/>
                <a:gd name="T8" fmla="*/ 0 60000 65536"/>
                <a:gd name="T9" fmla="*/ 0 w 42"/>
                <a:gd name="T10" fmla="*/ 0 h 1"/>
                <a:gd name="T11" fmla="*/ 42 w 42"/>
                <a:gd name="T12" fmla="*/ 1 h 1"/>
              </a:gdLst>
              <a:ahLst/>
              <a:cxnLst>
                <a:cxn ang="T6">
                  <a:pos x="T0" y="T1"/>
                </a:cxn>
                <a:cxn ang="T7">
                  <a:pos x="T2" y="T3"/>
                </a:cxn>
                <a:cxn ang="T8">
                  <a:pos x="T4" y="T5"/>
                </a:cxn>
              </a:cxnLst>
              <a:rect l="T9" t="T10" r="T11" b="T12"/>
              <a:pathLst>
                <a:path w="42" h="1">
                  <a:moveTo>
                    <a:pt x="0" y="0"/>
                  </a:moveTo>
                  <a:lnTo>
                    <a:pt x="28" y="0"/>
                  </a:lnTo>
                  <a:lnTo>
                    <a:pt x="42"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54" name="Rectangle 437">
              <a:extLst>
                <a:ext uri="{FF2B5EF4-FFF2-40B4-BE49-F238E27FC236}">
                  <a16:creationId xmlns:a16="http://schemas.microsoft.com/office/drawing/2014/main" id="{92607EBA-68AA-5F49-3D12-B9A654A624D9}"/>
                </a:ext>
              </a:extLst>
            </p:cNvPr>
            <p:cNvSpPr>
              <a:spLocks noChangeArrowheads="1"/>
            </p:cNvSpPr>
            <p:nvPr/>
          </p:nvSpPr>
          <p:spPr bwMode="auto">
            <a:xfrm>
              <a:off x="5244" y="2748"/>
              <a:ext cx="27"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55" name="Rectangle 438">
              <a:extLst>
                <a:ext uri="{FF2B5EF4-FFF2-40B4-BE49-F238E27FC236}">
                  <a16:creationId xmlns:a16="http://schemas.microsoft.com/office/drawing/2014/main" id="{A3A426FB-8DC0-1708-D0C8-E6768DD2111D}"/>
                </a:ext>
              </a:extLst>
            </p:cNvPr>
            <p:cNvSpPr>
              <a:spLocks noChangeArrowheads="1"/>
            </p:cNvSpPr>
            <p:nvPr/>
          </p:nvSpPr>
          <p:spPr bwMode="auto">
            <a:xfrm>
              <a:off x="5244" y="2748"/>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56" name="Freeform 439">
              <a:extLst>
                <a:ext uri="{FF2B5EF4-FFF2-40B4-BE49-F238E27FC236}">
                  <a16:creationId xmlns:a16="http://schemas.microsoft.com/office/drawing/2014/main" id="{14DA97C0-BBA0-4D7D-D441-E9186D9F7FAE}"/>
                </a:ext>
              </a:extLst>
            </p:cNvPr>
            <p:cNvSpPr>
              <a:spLocks/>
            </p:cNvSpPr>
            <p:nvPr/>
          </p:nvSpPr>
          <p:spPr bwMode="auto">
            <a:xfrm>
              <a:off x="5478" y="2830"/>
              <a:ext cx="42" cy="69"/>
            </a:xfrm>
            <a:custGeom>
              <a:avLst/>
              <a:gdLst>
                <a:gd name="T0" fmla="*/ 0 w 42"/>
                <a:gd name="T1" fmla="*/ 0 h 69"/>
                <a:gd name="T2" fmla="*/ 42 w 42"/>
                <a:gd name="T3" fmla="*/ 14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4"/>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57" name="AutoShape 440">
              <a:extLst>
                <a:ext uri="{FF2B5EF4-FFF2-40B4-BE49-F238E27FC236}">
                  <a16:creationId xmlns:a16="http://schemas.microsoft.com/office/drawing/2014/main" id="{61011873-E307-7892-F31E-FF800F1E90E5}"/>
                </a:ext>
              </a:extLst>
            </p:cNvPr>
            <p:cNvSpPr>
              <a:spLocks noChangeArrowheads="1"/>
            </p:cNvSpPr>
            <p:nvPr/>
          </p:nvSpPr>
          <p:spPr bwMode="auto">
            <a:xfrm>
              <a:off x="5368" y="2748"/>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58" name="AutoShape 441">
              <a:extLst>
                <a:ext uri="{FF2B5EF4-FFF2-40B4-BE49-F238E27FC236}">
                  <a16:creationId xmlns:a16="http://schemas.microsoft.com/office/drawing/2014/main" id="{0BE0990B-69B9-9A34-B25F-A3E8FE19FDBA}"/>
                </a:ext>
              </a:extLst>
            </p:cNvPr>
            <p:cNvSpPr>
              <a:spLocks noChangeArrowheads="1"/>
            </p:cNvSpPr>
            <p:nvPr/>
          </p:nvSpPr>
          <p:spPr bwMode="auto">
            <a:xfrm>
              <a:off x="5354" y="2734"/>
              <a:ext cx="152" cy="96"/>
            </a:xfrm>
            <a:prstGeom prst="roundRect">
              <a:avLst>
                <a:gd name="adj" fmla="val 39065"/>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59" name="Rectangle 442">
              <a:extLst>
                <a:ext uri="{FF2B5EF4-FFF2-40B4-BE49-F238E27FC236}">
                  <a16:creationId xmlns:a16="http://schemas.microsoft.com/office/drawing/2014/main" id="{1AAD3E88-220C-E1B7-85E2-D056073F46A0}"/>
                </a:ext>
              </a:extLst>
            </p:cNvPr>
            <p:cNvSpPr>
              <a:spLocks noChangeArrowheads="1"/>
            </p:cNvSpPr>
            <p:nvPr/>
          </p:nvSpPr>
          <p:spPr bwMode="auto">
            <a:xfrm>
              <a:off x="5396" y="2761"/>
              <a:ext cx="82"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60" name="Rectangle 443">
              <a:extLst>
                <a:ext uri="{FF2B5EF4-FFF2-40B4-BE49-F238E27FC236}">
                  <a16:creationId xmlns:a16="http://schemas.microsoft.com/office/drawing/2014/main" id="{2221484B-847C-85CC-13B5-DEDFAB51EF9B}"/>
                </a:ext>
              </a:extLst>
            </p:cNvPr>
            <p:cNvSpPr>
              <a:spLocks noChangeArrowheads="1"/>
            </p:cNvSpPr>
            <p:nvPr/>
          </p:nvSpPr>
          <p:spPr bwMode="auto">
            <a:xfrm>
              <a:off x="5396" y="2761"/>
              <a:ext cx="96" cy="56"/>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61" name="Freeform 444">
              <a:extLst>
                <a:ext uri="{FF2B5EF4-FFF2-40B4-BE49-F238E27FC236}">
                  <a16:creationId xmlns:a16="http://schemas.microsoft.com/office/drawing/2014/main" id="{7EDF2244-E2D8-EE07-D191-5EA3D72CE509}"/>
                </a:ext>
              </a:extLst>
            </p:cNvPr>
            <p:cNvSpPr>
              <a:spLocks/>
            </p:cNvSpPr>
            <p:nvPr/>
          </p:nvSpPr>
          <p:spPr bwMode="auto">
            <a:xfrm>
              <a:off x="5506" y="2886"/>
              <a:ext cx="28" cy="41"/>
            </a:xfrm>
            <a:custGeom>
              <a:avLst/>
              <a:gdLst>
                <a:gd name="T0" fmla="*/ 14 w 28"/>
                <a:gd name="T1" fmla="*/ 0 h 41"/>
                <a:gd name="T2" fmla="*/ 14 w 28"/>
                <a:gd name="T3" fmla="*/ 0 h 41"/>
                <a:gd name="T4" fmla="*/ 28 w 28"/>
                <a:gd name="T5" fmla="*/ 13 h 41"/>
                <a:gd name="T6" fmla="*/ 28 w 28"/>
                <a:gd name="T7" fmla="*/ 27 h 41"/>
                <a:gd name="T8" fmla="*/ 14 w 28"/>
                <a:gd name="T9" fmla="*/ 41 h 41"/>
                <a:gd name="T10" fmla="*/ 14 w 28"/>
                <a:gd name="T11" fmla="*/ 41 h 41"/>
                <a:gd name="T12" fmla="*/ 0 w 28"/>
                <a:gd name="T13" fmla="*/ 27 h 41"/>
                <a:gd name="T14" fmla="*/ 0 w 28"/>
                <a:gd name="T15" fmla="*/ 13 h 41"/>
                <a:gd name="T16" fmla="*/ 0 w 28"/>
                <a:gd name="T17" fmla="*/ 0 h 41"/>
                <a:gd name="T18" fmla="*/ 14 w 28"/>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1"/>
                <a:gd name="T32" fmla="*/ 28 w 28"/>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1">
                  <a:moveTo>
                    <a:pt x="14" y="0"/>
                  </a:moveTo>
                  <a:lnTo>
                    <a:pt x="14" y="0"/>
                  </a:lnTo>
                  <a:lnTo>
                    <a:pt x="28" y="13"/>
                  </a:lnTo>
                  <a:lnTo>
                    <a:pt x="28" y="27"/>
                  </a:lnTo>
                  <a:lnTo>
                    <a:pt x="14" y="41"/>
                  </a:lnTo>
                  <a:lnTo>
                    <a:pt x="0" y="27"/>
                  </a:lnTo>
                  <a:lnTo>
                    <a:pt x="0" y="13"/>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5062" name="Picture 445">
              <a:extLst>
                <a:ext uri="{FF2B5EF4-FFF2-40B4-BE49-F238E27FC236}">
                  <a16:creationId xmlns:a16="http://schemas.microsoft.com/office/drawing/2014/main" id="{5F8820E0-E57C-05BE-A93D-6DD75DF3E5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6" y="2761"/>
              <a:ext cx="69"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063" name="Line 446">
              <a:extLst>
                <a:ext uri="{FF2B5EF4-FFF2-40B4-BE49-F238E27FC236}">
                  <a16:creationId xmlns:a16="http://schemas.microsoft.com/office/drawing/2014/main" id="{4B9589C9-A83C-E4DC-7644-E10A09279AC1}"/>
                </a:ext>
              </a:extLst>
            </p:cNvPr>
            <p:cNvSpPr>
              <a:spLocks noChangeShapeType="1"/>
            </p:cNvSpPr>
            <p:nvPr/>
          </p:nvSpPr>
          <p:spPr bwMode="auto">
            <a:xfrm>
              <a:off x="5506" y="2899"/>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64" name="Freeform 447">
              <a:extLst>
                <a:ext uri="{FF2B5EF4-FFF2-40B4-BE49-F238E27FC236}">
                  <a16:creationId xmlns:a16="http://schemas.microsoft.com/office/drawing/2014/main" id="{8A7DB435-45DF-F025-594B-0ECFDBD66BE2}"/>
                </a:ext>
              </a:extLst>
            </p:cNvPr>
            <p:cNvSpPr>
              <a:spLocks/>
            </p:cNvSpPr>
            <p:nvPr/>
          </p:nvSpPr>
          <p:spPr bwMode="auto">
            <a:xfrm>
              <a:off x="5520" y="289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65" name="Rectangle 448">
              <a:extLst>
                <a:ext uri="{FF2B5EF4-FFF2-40B4-BE49-F238E27FC236}">
                  <a16:creationId xmlns:a16="http://schemas.microsoft.com/office/drawing/2014/main" id="{FD33FA4C-3C6F-321E-EF9D-F747FE46E94B}"/>
                </a:ext>
              </a:extLst>
            </p:cNvPr>
            <p:cNvSpPr>
              <a:spLocks noChangeArrowheads="1"/>
            </p:cNvSpPr>
            <p:nvPr/>
          </p:nvSpPr>
          <p:spPr bwMode="auto">
            <a:xfrm>
              <a:off x="5382" y="2817"/>
              <a:ext cx="96"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66" name="Freeform 449">
              <a:extLst>
                <a:ext uri="{FF2B5EF4-FFF2-40B4-BE49-F238E27FC236}">
                  <a16:creationId xmlns:a16="http://schemas.microsoft.com/office/drawing/2014/main" id="{DC49272E-CD0E-5534-80F2-C67645928B46}"/>
                </a:ext>
              </a:extLst>
            </p:cNvPr>
            <p:cNvSpPr>
              <a:spLocks/>
            </p:cNvSpPr>
            <p:nvPr/>
          </p:nvSpPr>
          <p:spPr bwMode="auto">
            <a:xfrm>
              <a:off x="5368" y="2844"/>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67" name="Line 450">
              <a:extLst>
                <a:ext uri="{FF2B5EF4-FFF2-40B4-BE49-F238E27FC236}">
                  <a16:creationId xmlns:a16="http://schemas.microsoft.com/office/drawing/2014/main" id="{60EFB9B1-FAA7-C056-747E-C642CB84AAC7}"/>
                </a:ext>
              </a:extLst>
            </p:cNvPr>
            <p:cNvSpPr>
              <a:spLocks noChangeShapeType="1"/>
            </p:cNvSpPr>
            <p:nvPr/>
          </p:nvSpPr>
          <p:spPr bwMode="auto">
            <a:xfrm>
              <a:off x="5382" y="2858"/>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68" name="Line 451">
              <a:extLst>
                <a:ext uri="{FF2B5EF4-FFF2-40B4-BE49-F238E27FC236}">
                  <a16:creationId xmlns:a16="http://schemas.microsoft.com/office/drawing/2014/main" id="{370ABE12-38E0-1D02-183F-72BD5CF8E5A9}"/>
                </a:ext>
              </a:extLst>
            </p:cNvPr>
            <p:cNvSpPr>
              <a:spLocks noChangeShapeType="1"/>
            </p:cNvSpPr>
            <p:nvPr/>
          </p:nvSpPr>
          <p:spPr bwMode="auto">
            <a:xfrm>
              <a:off x="5396" y="2844"/>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69" name="Line 452">
              <a:extLst>
                <a:ext uri="{FF2B5EF4-FFF2-40B4-BE49-F238E27FC236}">
                  <a16:creationId xmlns:a16="http://schemas.microsoft.com/office/drawing/2014/main" id="{D085961D-A171-9EE3-7128-49BE8E4C3F94}"/>
                </a:ext>
              </a:extLst>
            </p:cNvPr>
            <p:cNvSpPr>
              <a:spLocks noChangeShapeType="1"/>
            </p:cNvSpPr>
            <p:nvPr/>
          </p:nvSpPr>
          <p:spPr bwMode="auto">
            <a:xfrm>
              <a:off x="5382" y="2858"/>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70" name="Line 453">
              <a:extLst>
                <a:ext uri="{FF2B5EF4-FFF2-40B4-BE49-F238E27FC236}">
                  <a16:creationId xmlns:a16="http://schemas.microsoft.com/office/drawing/2014/main" id="{14A3A951-FF96-3A5F-F8DB-AB3303776ED8}"/>
                </a:ext>
              </a:extLst>
            </p:cNvPr>
            <p:cNvSpPr>
              <a:spLocks noChangeShapeType="1"/>
            </p:cNvSpPr>
            <p:nvPr/>
          </p:nvSpPr>
          <p:spPr bwMode="auto">
            <a:xfrm>
              <a:off x="5409" y="2858"/>
              <a:ext cx="5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71" name="Freeform 454">
              <a:extLst>
                <a:ext uri="{FF2B5EF4-FFF2-40B4-BE49-F238E27FC236}">
                  <a16:creationId xmlns:a16="http://schemas.microsoft.com/office/drawing/2014/main" id="{F9C5D043-B999-A46D-FC9A-D12A7E0C34B2}"/>
                </a:ext>
              </a:extLst>
            </p:cNvPr>
            <p:cNvSpPr>
              <a:spLocks/>
            </p:cNvSpPr>
            <p:nvPr/>
          </p:nvSpPr>
          <p:spPr bwMode="auto">
            <a:xfrm>
              <a:off x="5451" y="2858"/>
              <a:ext cx="41" cy="1"/>
            </a:xfrm>
            <a:custGeom>
              <a:avLst/>
              <a:gdLst>
                <a:gd name="T0" fmla="*/ 0 w 41"/>
                <a:gd name="T1" fmla="*/ 0 h 1"/>
                <a:gd name="T2" fmla="*/ 27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7"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72" name="Rectangle 455">
              <a:extLst>
                <a:ext uri="{FF2B5EF4-FFF2-40B4-BE49-F238E27FC236}">
                  <a16:creationId xmlns:a16="http://schemas.microsoft.com/office/drawing/2014/main" id="{4BE2E489-DCF8-ED81-960E-E6718795C932}"/>
                </a:ext>
              </a:extLst>
            </p:cNvPr>
            <p:cNvSpPr>
              <a:spLocks noChangeArrowheads="1"/>
            </p:cNvSpPr>
            <p:nvPr/>
          </p:nvSpPr>
          <p:spPr bwMode="auto">
            <a:xfrm>
              <a:off x="5423" y="2748"/>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73" name="Rectangle 456">
              <a:extLst>
                <a:ext uri="{FF2B5EF4-FFF2-40B4-BE49-F238E27FC236}">
                  <a16:creationId xmlns:a16="http://schemas.microsoft.com/office/drawing/2014/main" id="{C29B7B18-EA62-B503-61EA-13CE38BF0A04}"/>
                </a:ext>
              </a:extLst>
            </p:cNvPr>
            <p:cNvSpPr>
              <a:spLocks noChangeArrowheads="1"/>
            </p:cNvSpPr>
            <p:nvPr/>
          </p:nvSpPr>
          <p:spPr bwMode="auto">
            <a:xfrm>
              <a:off x="5423" y="2748"/>
              <a:ext cx="42"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74" name="Freeform 457">
              <a:extLst>
                <a:ext uri="{FF2B5EF4-FFF2-40B4-BE49-F238E27FC236}">
                  <a16:creationId xmlns:a16="http://schemas.microsoft.com/office/drawing/2014/main" id="{28FACB31-29BF-6314-7253-BBBB3730727C}"/>
                </a:ext>
              </a:extLst>
            </p:cNvPr>
            <p:cNvSpPr>
              <a:spLocks/>
            </p:cNvSpPr>
            <p:nvPr/>
          </p:nvSpPr>
          <p:spPr bwMode="auto">
            <a:xfrm>
              <a:off x="4319" y="1064"/>
              <a:ext cx="42" cy="69"/>
            </a:xfrm>
            <a:custGeom>
              <a:avLst/>
              <a:gdLst>
                <a:gd name="T0" fmla="*/ 0 w 42"/>
                <a:gd name="T1" fmla="*/ 0 h 69"/>
                <a:gd name="T2" fmla="*/ 42 w 42"/>
                <a:gd name="T3" fmla="*/ 14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4"/>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75" name="AutoShape 458">
              <a:extLst>
                <a:ext uri="{FF2B5EF4-FFF2-40B4-BE49-F238E27FC236}">
                  <a16:creationId xmlns:a16="http://schemas.microsoft.com/office/drawing/2014/main" id="{68627A3B-A4B0-7E32-BF15-86699EDA5FE2}"/>
                </a:ext>
              </a:extLst>
            </p:cNvPr>
            <p:cNvSpPr>
              <a:spLocks noChangeArrowheads="1"/>
            </p:cNvSpPr>
            <p:nvPr/>
          </p:nvSpPr>
          <p:spPr bwMode="auto">
            <a:xfrm>
              <a:off x="4209" y="981"/>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76" name="AutoShape 459">
              <a:extLst>
                <a:ext uri="{FF2B5EF4-FFF2-40B4-BE49-F238E27FC236}">
                  <a16:creationId xmlns:a16="http://schemas.microsoft.com/office/drawing/2014/main" id="{4274C5B2-8D2F-F7BC-F953-6BCB1779B2EF}"/>
                </a:ext>
              </a:extLst>
            </p:cNvPr>
            <p:cNvSpPr>
              <a:spLocks noChangeArrowheads="1"/>
            </p:cNvSpPr>
            <p:nvPr/>
          </p:nvSpPr>
          <p:spPr bwMode="auto">
            <a:xfrm>
              <a:off x="4195" y="968"/>
              <a:ext cx="152" cy="96"/>
            </a:xfrm>
            <a:prstGeom prst="roundRect">
              <a:avLst>
                <a:gd name="adj" fmla="val 39065"/>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77" name="Rectangle 460">
              <a:extLst>
                <a:ext uri="{FF2B5EF4-FFF2-40B4-BE49-F238E27FC236}">
                  <a16:creationId xmlns:a16="http://schemas.microsoft.com/office/drawing/2014/main" id="{842CB485-CBD9-C3D4-BCD0-306EE858AFC1}"/>
                </a:ext>
              </a:extLst>
            </p:cNvPr>
            <p:cNvSpPr>
              <a:spLocks noChangeArrowheads="1"/>
            </p:cNvSpPr>
            <p:nvPr/>
          </p:nvSpPr>
          <p:spPr bwMode="auto">
            <a:xfrm>
              <a:off x="4237" y="995"/>
              <a:ext cx="82"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78" name="Rectangle 461">
              <a:extLst>
                <a:ext uri="{FF2B5EF4-FFF2-40B4-BE49-F238E27FC236}">
                  <a16:creationId xmlns:a16="http://schemas.microsoft.com/office/drawing/2014/main" id="{1DFD5D06-DCF9-C5AA-4F25-B69E0E0394BE}"/>
                </a:ext>
              </a:extLst>
            </p:cNvPr>
            <p:cNvSpPr>
              <a:spLocks noChangeArrowheads="1"/>
            </p:cNvSpPr>
            <p:nvPr/>
          </p:nvSpPr>
          <p:spPr bwMode="auto">
            <a:xfrm>
              <a:off x="4237" y="995"/>
              <a:ext cx="96"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79" name="Freeform 462">
              <a:extLst>
                <a:ext uri="{FF2B5EF4-FFF2-40B4-BE49-F238E27FC236}">
                  <a16:creationId xmlns:a16="http://schemas.microsoft.com/office/drawing/2014/main" id="{DC318EF6-4F6E-B78C-8039-AC69DF47B3EA}"/>
                </a:ext>
              </a:extLst>
            </p:cNvPr>
            <p:cNvSpPr>
              <a:spLocks/>
            </p:cNvSpPr>
            <p:nvPr/>
          </p:nvSpPr>
          <p:spPr bwMode="auto">
            <a:xfrm>
              <a:off x="4347" y="1119"/>
              <a:ext cx="28" cy="42"/>
            </a:xfrm>
            <a:custGeom>
              <a:avLst/>
              <a:gdLst>
                <a:gd name="T0" fmla="*/ 14 w 28"/>
                <a:gd name="T1" fmla="*/ 0 h 42"/>
                <a:gd name="T2" fmla="*/ 14 w 28"/>
                <a:gd name="T3" fmla="*/ 0 h 42"/>
                <a:gd name="T4" fmla="*/ 28 w 28"/>
                <a:gd name="T5" fmla="*/ 14 h 42"/>
                <a:gd name="T6" fmla="*/ 28 w 28"/>
                <a:gd name="T7" fmla="*/ 28 h 42"/>
                <a:gd name="T8" fmla="*/ 14 w 28"/>
                <a:gd name="T9" fmla="*/ 42 h 42"/>
                <a:gd name="T10" fmla="*/ 14 w 28"/>
                <a:gd name="T11" fmla="*/ 42 h 42"/>
                <a:gd name="T12" fmla="*/ 0 w 28"/>
                <a:gd name="T13" fmla="*/ 28 h 42"/>
                <a:gd name="T14" fmla="*/ 0 w 28"/>
                <a:gd name="T15" fmla="*/ 14 h 42"/>
                <a:gd name="T16" fmla="*/ 0 w 28"/>
                <a:gd name="T17" fmla="*/ 0 h 42"/>
                <a:gd name="T18" fmla="*/ 14 w 28"/>
                <a:gd name="T19" fmla="*/ 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2"/>
                <a:gd name="T32" fmla="*/ 28 w 28"/>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2">
                  <a:moveTo>
                    <a:pt x="14" y="0"/>
                  </a:moveTo>
                  <a:lnTo>
                    <a:pt x="14" y="0"/>
                  </a:lnTo>
                  <a:lnTo>
                    <a:pt x="28" y="14"/>
                  </a:lnTo>
                  <a:lnTo>
                    <a:pt x="28" y="28"/>
                  </a:lnTo>
                  <a:lnTo>
                    <a:pt x="14" y="42"/>
                  </a:lnTo>
                  <a:lnTo>
                    <a:pt x="0" y="28"/>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5080" name="Picture 463">
              <a:extLst>
                <a:ext uri="{FF2B5EF4-FFF2-40B4-BE49-F238E27FC236}">
                  <a16:creationId xmlns:a16="http://schemas.microsoft.com/office/drawing/2014/main" id="{B4B2C211-792B-ADD9-CAB6-B2DCC0299D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7" y="995"/>
              <a:ext cx="69"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081" name="Line 464">
              <a:extLst>
                <a:ext uri="{FF2B5EF4-FFF2-40B4-BE49-F238E27FC236}">
                  <a16:creationId xmlns:a16="http://schemas.microsoft.com/office/drawing/2014/main" id="{3A2BF4BC-21C5-BEA5-E656-E25BE92B6F00}"/>
                </a:ext>
              </a:extLst>
            </p:cNvPr>
            <p:cNvSpPr>
              <a:spLocks noChangeShapeType="1"/>
            </p:cNvSpPr>
            <p:nvPr/>
          </p:nvSpPr>
          <p:spPr bwMode="auto">
            <a:xfrm>
              <a:off x="4347" y="1133"/>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82" name="Freeform 465">
              <a:extLst>
                <a:ext uri="{FF2B5EF4-FFF2-40B4-BE49-F238E27FC236}">
                  <a16:creationId xmlns:a16="http://schemas.microsoft.com/office/drawing/2014/main" id="{7A2F805C-121A-8218-6DCC-8864C9917A37}"/>
                </a:ext>
              </a:extLst>
            </p:cNvPr>
            <p:cNvSpPr>
              <a:spLocks/>
            </p:cNvSpPr>
            <p:nvPr/>
          </p:nvSpPr>
          <p:spPr bwMode="auto">
            <a:xfrm>
              <a:off x="4361" y="11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83" name="Rectangle 466">
              <a:extLst>
                <a:ext uri="{FF2B5EF4-FFF2-40B4-BE49-F238E27FC236}">
                  <a16:creationId xmlns:a16="http://schemas.microsoft.com/office/drawing/2014/main" id="{9C411DF0-CBFF-095E-A5BD-C2FAA49C13A0}"/>
                </a:ext>
              </a:extLst>
            </p:cNvPr>
            <p:cNvSpPr>
              <a:spLocks noChangeArrowheads="1"/>
            </p:cNvSpPr>
            <p:nvPr/>
          </p:nvSpPr>
          <p:spPr bwMode="auto">
            <a:xfrm>
              <a:off x="4223" y="1050"/>
              <a:ext cx="96" cy="28"/>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84" name="Freeform 467">
              <a:extLst>
                <a:ext uri="{FF2B5EF4-FFF2-40B4-BE49-F238E27FC236}">
                  <a16:creationId xmlns:a16="http://schemas.microsoft.com/office/drawing/2014/main" id="{6088E8D9-9106-397E-72D4-4016B36064E3}"/>
                </a:ext>
              </a:extLst>
            </p:cNvPr>
            <p:cNvSpPr>
              <a:spLocks/>
            </p:cNvSpPr>
            <p:nvPr/>
          </p:nvSpPr>
          <p:spPr bwMode="auto">
            <a:xfrm>
              <a:off x="4209" y="1078"/>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85" name="Line 468">
              <a:extLst>
                <a:ext uri="{FF2B5EF4-FFF2-40B4-BE49-F238E27FC236}">
                  <a16:creationId xmlns:a16="http://schemas.microsoft.com/office/drawing/2014/main" id="{6DBC7FC8-BCE9-7A1B-2D5B-DADDE9B0A77A}"/>
                </a:ext>
              </a:extLst>
            </p:cNvPr>
            <p:cNvSpPr>
              <a:spLocks noChangeShapeType="1"/>
            </p:cNvSpPr>
            <p:nvPr/>
          </p:nvSpPr>
          <p:spPr bwMode="auto">
            <a:xfrm>
              <a:off x="4223" y="1092"/>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86" name="Line 469">
              <a:extLst>
                <a:ext uri="{FF2B5EF4-FFF2-40B4-BE49-F238E27FC236}">
                  <a16:creationId xmlns:a16="http://schemas.microsoft.com/office/drawing/2014/main" id="{14EA803F-71F3-88E0-BFD2-5D3DA61A37B0}"/>
                </a:ext>
              </a:extLst>
            </p:cNvPr>
            <p:cNvSpPr>
              <a:spLocks noChangeShapeType="1"/>
            </p:cNvSpPr>
            <p:nvPr/>
          </p:nvSpPr>
          <p:spPr bwMode="auto">
            <a:xfrm>
              <a:off x="4237" y="1078"/>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87" name="Line 470">
              <a:extLst>
                <a:ext uri="{FF2B5EF4-FFF2-40B4-BE49-F238E27FC236}">
                  <a16:creationId xmlns:a16="http://schemas.microsoft.com/office/drawing/2014/main" id="{4FA1D0CB-F9B7-3D1F-AB3A-DD9EE91210C6}"/>
                </a:ext>
              </a:extLst>
            </p:cNvPr>
            <p:cNvSpPr>
              <a:spLocks noChangeShapeType="1"/>
            </p:cNvSpPr>
            <p:nvPr/>
          </p:nvSpPr>
          <p:spPr bwMode="auto">
            <a:xfrm>
              <a:off x="4223" y="109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88" name="Line 471">
              <a:extLst>
                <a:ext uri="{FF2B5EF4-FFF2-40B4-BE49-F238E27FC236}">
                  <a16:creationId xmlns:a16="http://schemas.microsoft.com/office/drawing/2014/main" id="{5B22B152-8D51-35CC-1825-27B43EE49EE3}"/>
                </a:ext>
              </a:extLst>
            </p:cNvPr>
            <p:cNvSpPr>
              <a:spLocks noChangeShapeType="1"/>
            </p:cNvSpPr>
            <p:nvPr/>
          </p:nvSpPr>
          <p:spPr bwMode="auto">
            <a:xfrm>
              <a:off x="4250" y="1092"/>
              <a:ext cx="5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089" name="Freeform 472">
              <a:extLst>
                <a:ext uri="{FF2B5EF4-FFF2-40B4-BE49-F238E27FC236}">
                  <a16:creationId xmlns:a16="http://schemas.microsoft.com/office/drawing/2014/main" id="{069B6714-01AD-5C45-553D-973587A34279}"/>
                </a:ext>
              </a:extLst>
            </p:cNvPr>
            <p:cNvSpPr>
              <a:spLocks/>
            </p:cNvSpPr>
            <p:nvPr/>
          </p:nvSpPr>
          <p:spPr bwMode="auto">
            <a:xfrm>
              <a:off x="4292" y="1092"/>
              <a:ext cx="41" cy="1"/>
            </a:xfrm>
            <a:custGeom>
              <a:avLst/>
              <a:gdLst>
                <a:gd name="T0" fmla="*/ 0 w 41"/>
                <a:gd name="T1" fmla="*/ 0 h 1"/>
                <a:gd name="T2" fmla="*/ 27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7"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90" name="Rectangle 473">
              <a:extLst>
                <a:ext uri="{FF2B5EF4-FFF2-40B4-BE49-F238E27FC236}">
                  <a16:creationId xmlns:a16="http://schemas.microsoft.com/office/drawing/2014/main" id="{0B6105C6-A0D7-75A1-F586-7F6E4299E308}"/>
                </a:ext>
              </a:extLst>
            </p:cNvPr>
            <p:cNvSpPr>
              <a:spLocks noChangeArrowheads="1"/>
            </p:cNvSpPr>
            <p:nvPr/>
          </p:nvSpPr>
          <p:spPr bwMode="auto">
            <a:xfrm>
              <a:off x="4264" y="981"/>
              <a:ext cx="28"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91" name="Rectangle 474">
              <a:extLst>
                <a:ext uri="{FF2B5EF4-FFF2-40B4-BE49-F238E27FC236}">
                  <a16:creationId xmlns:a16="http://schemas.microsoft.com/office/drawing/2014/main" id="{127E9566-BEAA-78E4-3E2B-8D855AC8CE17}"/>
                </a:ext>
              </a:extLst>
            </p:cNvPr>
            <p:cNvSpPr>
              <a:spLocks noChangeArrowheads="1"/>
            </p:cNvSpPr>
            <p:nvPr/>
          </p:nvSpPr>
          <p:spPr bwMode="auto">
            <a:xfrm>
              <a:off x="4264" y="981"/>
              <a:ext cx="42" cy="56"/>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92" name="Freeform 475">
              <a:extLst>
                <a:ext uri="{FF2B5EF4-FFF2-40B4-BE49-F238E27FC236}">
                  <a16:creationId xmlns:a16="http://schemas.microsoft.com/office/drawing/2014/main" id="{89FC635A-4F94-9480-7C7D-D3FF710082C3}"/>
                </a:ext>
              </a:extLst>
            </p:cNvPr>
            <p:cNvSpPr>
              <a:spLocks/>
            </p:cNvSpPr>
            <p:nvPr/>
          </p:nvSpPr>
          <p:spPr bwMode="auto">
            <a:xfrm>
              <a:off x="4678" y="1064"/>
              <a:ext cx="42" cy="69"/>
            </a:xfrm>
            <a:custGeom>
              <a:avLst/>
              <a:gdLst>
                <a:gd name="T0" fmla="*/ 0 w 42"/>
                <a:gd name="T1" fmla="*/ 0 h 69"/>
                <a:gd name="T2" fmla="*/ 42 w 42"/>
                <a:gd name="T3" fmla="*/ 14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4"/>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093" name="AutoShape 476">
              <a:extLst>
                <a:ext uri="{FF2B5EF4-FFF2-40B4-BE49-F238E27FC236}">
                  <a16:creationId xmlns:a16="http://schemas.microsoft.com/office/drawing/2014/main" id="{7A4B8BD5-2E2F-0761-CABB-495C2A3AF837}"/>
                </a:ext>
              </a:extLst>
            </p:cNvPr>
            <p:cNvSpPr>
              <a:spLocks noChangeArrowheads="1"/>
            </p:cNvSpPr>
            <p:nvPr/>
          </p:nvSpPr>
          <p:spPr bwMode="auto">
            <a:xfrm>
              <a:off x="4568" y="981"/>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94" name="AutoShape 477">
              <a:extLst>
                <a:ext uri="{FF2B5EF4-FFF2-40B4-BE49-F238E27FC236}">
                  <a16:creationId xmlns:a16="http://schemas.microsoft.com/office/drawing/2014/main" id="{A6D6A724-BDF2-BC2E-9489-85ACCE4453C5}"/>
                </a:ext>
              </a:extLst>
            </p:cNvPr>
            <p:cNvSpPr>
              <a:spLocks noChangeArrowheads="1"/>
            </p:cNvSpPr>
            <p:nvPr/>
          </p:nvSpPr>
          <p:spPr bwMode="auto">
            <a:xfrm>
              <a:off x="4554" y="968"/>
              <a:ext cx="152" cy="96"/>
            </a:xfrm>
            <a:prstGeom prst="roundRect">
              <a:avLst>
                <a:gd name="adj" fmla="val 39065"/>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95" name="Rectangle 478">
              <a:extLst>
                <a:ext uri="{FF2B5EF4-FFF2-40B4-BE49-F238E27FC236}">
                  <a16:creationId xmlns:a16="http://schemas.microsoft.com/office/drawing/2014/main" id="{14074F53-46AB-3887-185B-89C87789C1E3}"/>
                </a:ext>
              </a:extLst>
            </p:cNvPr>
            <p:cNvSpPr>
              <a:spLocks noChangeArrowheads="1"/>
            </p:cNvSpPr>
            <p:nvPr/>
          </p:nvSpPr>
          <p:spPr bwMode="auto">
            <a:xfrm>
              <a:off x="4595" y="995"/>
              <a:ext cx="8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96" name="Rectangle 479">
              <a:extLst>
                <a:ext uri="{FF2B5EF4-FFF2-40B4-BE49-F238E27FC236}">
                  <a16:creationId xmlns:a16="http://schemas.microsoft.com/office/drawing/2014/main" id="{E51BBEB6-0CF2-532B-0DDA-55B9EF8DA7A5}"/>
                </a:ext>
              </a:extLst>
            </p:cNvPr>
            <p:cNvSpPr>
              <a:spLocks noChangeArrowheads="1"/>
            </p:cNvSpPr>
            <p:nvPr/>
          </p:nvSpPr>
          <p:spPr bwMode="auto">
            <a:xfrm>
              <a:off x="4595" y="995"/>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097" name="Freeform 480">
              <a:extLst>
                <a:ext uri="{FF2B5EF4-FFF2-40B4-BE49-F238E27FC236}">
                  <a16:creationId xmlns:a16="http://schemas.microsoft.com/office/drawing/2014/main" id="{B8FCEC36-FC84-4D7F-2B02-81BBF358AB19}"/>
                </a:ext>
              </a:extLst>
            </p:cNvPr>
            <p:cNvSpPr>
              <a:spLocks/>
            </p:cNvSpPr>
            <p:nvPr/>
          </p:nvSpPr>
          <p:spPr bwMode="auto">
            <a:xfrm>
              <a:off x="4706" y="1119"/>
              <a:ext cx="27" cy="42"/>
            </a:xfrm>
            <a:custGeom>
              <a:avLst/>
              <a:gdLst>
                <a:gd name="T0" fmla="*/ 14 w 27"/>
                <a:gd name="T1" fmla="*/ 0 h 42"/>
                <a:gd name="T2" fmla="*/ 14 w 27"/>
                <a:gd name="T3" fmla="*/ 0 h 42"/>
                <a:gd name="T4" fmla="*/ 27 w 27"/>
                <a:gd name="T5" fmla="*/ 14 h 42"/>
                <a:gd name="T6" fmla="*/ 27 w 27"/>
                <a:gd name="T7" fmla="*/ 28 h 42"/>
                <a:gd name="T8" fmla="*/ 14 w 27"/>
                <a:gd name="T9" fmla="*/ 42 h 42"/>
                <a:gd name="T10" fmla="*/ 14 w 27"/>
                <a:gd name="T11" fmla="*/ 42 h 42"/>
                <a:gd name="T12" fmla="*/ 0 w 27"/>
                <a:gd name="T13" fmla="*/ 28 h 42"/>
                <a:gd name="T14" fmla="*/ 0 w 27"/>
                <a:gd name="T15" fmla="*/ 14 h 42"/>
                <a:gd name="T16" fmla="*/ 0 w 27"/>
                <a:gd name="T17" fmla="*/ 0 h 42"/>
                <a:gd name="T18" fmla="*/ 14 w 27"/>
                <a:gd name="T19" fmla="*/ 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42"/>
                <a:gd name="T32" fmla="*/ 27 w 27"/>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42">
                  <a:moveTo>
                    <a:pt x="14" y="0"/>
                  </a:moveTo>
                  <a:lnTo>
                    <a:pt x="14" y="0"/>
                  </a:lnTo>
                  <a:lnTo>
                    <a:pt x="27" y="14"/>
                  </a:lnTo>
                  <a:lnTo>
                    <a:pt x="27" y="28"/>
                  </a:lnTo>
                  <a:lnTo>
                    <a:pt x="14" y="42"/>
                  </a:lnTo>
                  <a:lnTo>
                    <a:pt x="0" y="28"/>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1350"/>
            </a:p>
          </p:txBody>
        </p:sp>
        <p:pic>
          <p:nvPicPr>
            <p:cNvPr id="35098" name="Picture 481">
              <a:extLst>
                <a:ext uri="{FF2B5EF4-FFF2-40B4-BE49-F238E27FC236}">
                  <a16:creationId xmlns:a16="http://schemas.microsoft.com/office/drawing/2014/main" id="{601BD3CC-7D2E-1466-375D-C836E7A63C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5" y="995"/>
              <a:ext cx="69"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099" name="Line 482">
              <a:extLst>
                <a:ext uri="{FF2B5EF4-FFF2-40B4-BE49-F238E27FC236}">
                  <a16:creationId xmlns:a16="http://schemas.microsoft.com/office/drawing/2014/main" id="{90C595FB-C597-9D23-D0F8-1DA7FA5CBADB}"/>
                </a:ext>
              </a:extLst>
            </p:cNvPr>
            <p:cNvSpPr>
              <a:spLocks noChangeShapeType="1"/>
            </p:cNvSpPr>
            <p:nvPr/>
          </p:nvSpPr>
          <p:spPr bwMode="auto">
            <a:xfrm>
              <a:off x="4706" y="1133"/>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00" name="Freeform 483">
              <a:extLst>
                <a:ext uri="{FF2B5EF4-FFF2-40B4-BE49-F238E27FC236}">
                  <a16:creationId xmlns:a16="http://schemas.microsoft.com/office/drawing/2014/main" id="{E195FFD2-2F39-992F-4D8E-04FF76DF89FB}"/>
                </a:ext>
              </a:extLst>
            </p:cNvPr>
            <p:cNvSpPr>
              <a:spLocks/>
            </p:cNvSpPr>
            <p:nvPr/>
          </p:nvSpPr>
          <p:spPr bwMode="auto">
            <a:xfrm>
              <a:off x="4720" y="11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01" name="Rectangle 484">
              <a:extLst>
                <a:ext uri="{FF2B5EF4-FFF2-40B4-BE49-F238E27FC236}">
                  <a16:creationId xmlns:a16="http://schemas.microsoft.com/office/drawing/2014/main" id="{4C7B9FA3-773C-54C0-1045-2F1646C83339}"/>
                </a:ext>
              </a:extLst>
            </p:cNvPr>
            <p:cNvSpPr>
              <a:spLocks noChangeArrowheads="1"/>
            </p:cNvSpPr>
            <p:nvPr/>
          </p:nvSpPr>
          <p:spPr bwMode="auto">
            <a:xfrm>
              <a:off x="4582" y="1050"/>
              <a:ext cx="96" cy="28"/>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02" name="Freeform 485">
              <a:extLst>
                <a:ext uri="{FF2B5EF4-FFF2-40B4-BE49-F238E27FC236}">
                  <a16:creationId xmlns:a16="http://schemas.microsoft.com/office/drawing/2014/main" id="{1D60D0A7-38C8-BC82-9525-DA1D831A5417}"/>
                </a:ext>
              </a:extLst>
            </p:cNvPr>
            <p:cNvSpPr>
              <a:spLocks/>
            </p:cNvSpPr>
            <p:nvPr/>
          </p:nvSpPr>
          <p:spPr bwMode="auto">
            <a:xfrm>
              <a:off x="4568" y="1078"/>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03" name="Line 486">
              <a:extLst>
                <a:ext uri="{FF2B5EF4-FFF2-40B4-BE49-F238E27FC236}">
                  <a16:creationId xmlns:a16="http://schemas.microsoft.com/office/drawing/2014/main" id="{B37FBEA3-5AB7-3308-799F-4B2D3836C596}"/>
                </a:ext>
              </a:extLst>
            </p:cNvPr>
            <p:cNvSpPr>
              <a:spLocks noChangeShapeType="1"/>
            </p:cNvSpPr>
            <p:nvPr/>
          </p:nvSpPr>
          <p:spPr bwMode="auto">
            <a:xfrm>
              <a:off x="4582" y="1092"/>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04" name="Line 487">
              <a:extLst>
                <a:ext uri="{FF2B5EF4-FFF2-40B4-BE49-F238E27FC236}">
                  <a16:creationId xmlns:a16="http://schemas.microsoft.com/office/drawing/2014/main" id="{F90D9F3D-5542-89E8-B3EF-D8A87CAD4826}"/>
                </a:ext>
              </a:extLst>
            </p:cNvPr>
            <p:cNvSpPr>
              <a:spLocks noChangeShapeType="1"/>
            </p:cNvSpPr>
            <p:nvPr/>
          </p:nvSpPr>
          <p:spPr bwMode="auto">
            <a:xfrm>
              <a:off x="4595" y="1078"/>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05" name="Line 488">
              <a:extLst>
                <a:ext uri="{FF2B5EF4-FFF2-40B4-BE49-F238E27FC236}">
                  <a16:creationId xmlns:a16="http://schemas.microsoft.com/office/drawing/2014/main" id="{F5015D81-2B57-D307-577D-171F6F679A33}"/>
                </a:ext>
              </a:extLst>
            </p:cNvPr>
            <p:cNvSpPr>
              <a:spLocks noChangeShapeType="1"/>
            </p:cNvSpPr>
            <p:nvPr/>
          </p:nvSpPr>
          <p:spPr bwMode="auto">
            <a:xfrm>
              <a:off x="4582" y="109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06" name="Line 489">
              <a:extLst>
                <a:ext uri="{FF2B5EF4-FFF2-40B4-BE49-F238E27FC236}">
                  <a16:creationId xmlns:a16="http://schemas.microsoft.com/office/drawing/2014/main" id="{7FABF321-F226-EE68-19BA-2EEB2FD52639}"/>
                </a:ext>
              </a:extLst>
            </p:cNvPr>
            <p:cNvSpPr>
              <a:spLocks noChangeShapeType="1"/>
            </p:cNvSpPr>
            <p:nvPr/>
          </p:nvSpPr>
          <p:spPr bwMode="auto">
            <a:xfrm>
              <a:off x="4609" y="1092"/>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07" name="Freeform 490">
              <a:extLst>
                <a:ext uri="{FF2B5EF4-FFF2-40B4-BE49-F238E27FC236}">
                  <a16:creationId xmlns:a16="http://schemas.microsoft.com/office/drawing/2014/main" id="{60596654-99F0-6E84-2360-707F942B6682}"/>
                </a:ext>
              </a:extLst>
            </p:cNvPr>
            <p:cNvSpPr>
              <a:spLocks/>
            </p:cNvSpPr>
            <p:nvPr/>
          </p:nvSpPr>
          <p:spPr bwMode="auto">
            <a:xfrm>
              <a:off x="4651" y="1092"/>
              <a:ext cx="41" cy="1"/>
            </a:xfrm>
            <a:custGeom>
              <a:avLst/>
              <a:gdLst>
                <a:gd name="T0" fmla="*/ 0 w 41"/>
                <a:gd name="T1" fmla="*/ 0 h 1"/>
                <a:gd name="T2" fmla="*/ 27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7"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5108" name="Rectangle 491">
              <a:extLst>
                <a:ext uri="{FF2B5EF4-FFF2-40B4-BE49-F238E27FC236}">
                  <a16:creationId xmlns:a16="http://schemas.microsoft.com/office/drawing/2014/main" id="{FB41185A-7C9E-240F-6ADA-E5EA75E98392}"/>
                </a:ext>
              </a:extLst>
            </p:cNvPr>
            <p:cNvSpPr>
              <a:spLocks noChangeArrowheads="1"/>
            </p:cNvSpPr>
            <p:nvPr/>
          </p:nvSpPr>
          <p:spPr bwMode="auto">
            <a:xfrm>
              <a:off x="4623" y="981"/>
              <a:ext cx="28"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09" name="Rectangle 492">
              <a:extLst>
                <a:ext uri="{FF2B5EF4-FFF2-40B4-BE49-F238E27FC236}">
                  <a16:creationId xmlns:a16="http://schemas.microsoft.com/office/drawing/2014/main" id="{6AF7D3B9-B8B9-CE8D-2BBD-31C1EC224DD5}"/>
                </a:ext>
              </a:extLst>
            </p:cNvPr>
            <p:cNvSpPr>
              <a:spLocks noChangeArrowheads="1"/>
            </p:cNvSpPr>
            <p:nvPr/>
          </p:nvSpPr>
          <p:spPr bwMode="auto">
            <a:xfrm>
              <a:off x="4623" y="981"/>
              <a:ext cx="41" cy="56"/>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10" name="Rectangle 493">
              <a:extLst>
                <a:ext uri="{FF2B5EF4-FFF2-40B4-BE49-F238E27FC236}">
                  <a16:creationId xmlns:a16="http://schemas.microsoft.com/office/drawing/2014/main" id="{58D17C91-7031-FDCE-DCA4-C884FC11D32B}"/>
                </a:ext>
              </a:extLst>
            </p:cNvPr>
            <p:cNvSpPr>
              <a:spLocks noChangeArrowheads="1"/>
            </p:cNvSpPr>
            <p:nvPr/>
          </p:nvSpPr>
          <p:spPr bwMode="auto">
            <a:xfrm>
              <a:off x="1417" y="3416"/>
              <a:ext cx="63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Arial" panose="020B0604020202020204" pitchFamily="34" charset="0"/>
                </a:rPr>
                <a:t>network link:</a:t>
              </a:r>
              <a:endParaRPr lang="en-GB" altLang="en-US" sz="1800">
                <a:latin typeface="Times" panose="02020603050405020304" pitchFamily="18" charset="0"/>
              </a:endParaRPr>
            </a:p>
          </p:txBody>
        </p:sp>
        <p:sp>
          <p:nvSpPr>
            <p:cNvPr id="35111" name="Rectangle 494">
              <a:extLst>
                <a:ext uri="{FF2B5EF4-FFF2-40B4-BE49-F238E27FC236}">
                  <a16:creationId xmlns:a16="http://schemas.microsoft.com/office/drawing/2014/main" id="{7F8AB202-18E5-127A-4BA6-B436E2D16508}"/>
                </a:ext>
              </a:extLst>
            </p:cNvPr>
            <p:cNvSpPr>
              <a:spLocks noChangeArrowheads="1"/>
            </p:cNvSpPr>
            <p:nvPr/>
          </p:nvSpPr>
          <p:spPr bwMode="auto">
            <a:xfrm>
              <a:off x="2070" y="3451"/>
              <a:ext cx="249" cy="28"/>
            </a:xfrm>
            <a:prstGeom prst="rect">
              <a:avLst/>
            </a:prstGeom>
            <a:solidFill>
              <a:srgbClr val="FFD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12" name="Rectangle 495">
              <a:extLst>
                <a:ext uri="{FF2B5EF4-FFF2-40B4-BE49-F238E27FC236}">
                  <a16:creationId xmlns:a16="http://schemas.microsoft.com/office/drawing/2014/main" id="{8088081C-7FF0-BA2F-C62B-39DD194A177F}"/>
                </a:ext>
              </a:extLst>
            </p:cNvPr>
            <p:cNvSpPr>
              <a:spLocks noChangeArrowheads="1"/>
            </p:cNvSpPr>
            <p:nvPr/>
          </p:nvSpPr>
          <p:spPr bwMode="auto">
            <a:xfrm>
              <a:off x="2070" y="3451"/>
              <a:ext cx="263" cy="42"/>
            </a:xfrm>
            <a:prstGeom prst="rect">
              <a:avLst/>
            </a:prstGeom>
            <a:noFill/>
            <a:ln w="31750">
              <a:solidFill>
                <a:srgbClr val="FFDC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5113" name="Freeform 496">
              <a:extLst>
                <a:ext uri="{FF2B5EF4-FFF2-40B4-BE49-F238E27FC236}">
                  <a16:creationId xmlns:a16="http://schemas.microsoft.com/office/drawing/2014/main" id="{4CA3CF7C-9A4F-96EC-0D52-14B5720506FB}"/>
                </a:ext>
              </a:extLst>
            </p:cNvPr>
            <p:cNvSpPr>
              <a:spLocks/>
            </p:cNvSpPr>
            <p:nvPr/>
          </p:nvSpPr>
          <p:spPr bwMode="auto">
            <a:xfrm>
              <a:off x="3188" y="1837"/>
              <a:ext cx="69" cy="83"/>
            </a:xfrm>
            <a:custGeom>
              <a:avLst/>
              <a:gdLst>
                <a:gd name="T0" fmla="*/ 28 w 69"/>
                <a:gd name="T1" fmla="*/ 69 h 83"/>
                <a:gd name="T2" fmla="*/ 0 w 69"/>
                <a:gd name="T3" fmla="*/ 83 h 83"/>
                <a:gd name="T4" fmla="*/ 0 w 69"/>
                <a:gd name="T5" fmla="*/ 0 h 83"/>
                <a:gd name="T6" fmla="*/ 69 w 69"/>
                <a:gd name="T7" fmla="*/ 55 h 83"/>
                <a:gd name="T8" fmla="*/ 28 w 69"/>
                <a:gd name="T9" fmla="*/ 69 h 83"/>
                <a:gd name="T10" fmla="*/ 0 60000 65536"/>
                <a:gd name="T11" fmla="*/ 0 60000 65536"/>
                <a:gd name="T12" fmla="*/ 0 60000 65536"/>
                <a:gd name="T13" fmla="*/ 0 60000 65536"/>
                <a:gd name="T14" fmla="*/ 0 60000 65536"/>
                <a:gd name="T15" fmla="*/ 0 w 69"/>
                <a:gd name="T16" fmla="*/ 0 h 83"/>
                <a:gd name="T17" fmla="*/ 69 w 69"/>
                <a:gd name="T18" fmla="*/ 83 h 83"/>
              </a:gdLst>
              <a:ahLst/>
              <a:cxnLst>
                <a:cxn ang="T10">
                  <a:pos x="T0" y="T1"/>
                </a:cxn>
                <a:cxn ang="T11">
                  <a:pos x="T2" y="T3"/>
                </a:cxn>
                <a:cxn ang="T12">
                  <a:pos x="T4" y="T5"/>
                </a:cxn>
                <a:cxn ang="T13">
                  <a:pos x="T6" y="T7"/>
                </a:cxn>
                <a:cxn ang="T14">
                  <a:pos x="T8" y="T9"/>
                </a:cxn>
              </a:cxnLst>
              <a:rect l="T15" t="T16" r="T17" b="T18"/>
              <a:pathLst>
                <a:path w="69" h="83">
                  <a:moveTo>
                    <a:pt x="28" y="69"/>
                  </a:moveTo>
                  <a:lnTo>
                    <a:pt x="0" y="83"/>
                  </a:lnTo>
                  <a:lnTo>
                    <a:pt x="0" y="0"/>
                  </a:lnTo>
                  <a:lnTo>
                    <a:pt x="69" y="55"/>
                  </a:lnTo>
                  <a:lnTo>
                    <a:pt x="28" y="69"/>
                  </a:lnTo>
                  <a:close/>
                </a:path>
              </a:pathLst>
            </a:custGeom>
            <a:solidFill>
              <a:srgbClr val="000000"/>
            </a:solidFill>
            <a:ln w="31750">
              <a:solidFill>
                <a:srgbClr val="000000"/>
              </a:solidFill>
              <a:prstDash val="solid"/>
              <a:round/>
              <a:headEnd/>
              <a:tailEnd/>
            </a:ln>
          </p:spPr>
          <p:txBody>
            <a:bodyPr/>
            <a:lstStyle/>
            <a:p>
              <a:endParaRPr lang="en-US" sz="1350"/>
            </a:p>
          </p:txBody>
        </p:sp>
        <p:sp>
          <p:nvSpPr>
            <p:cNvPr id="35114" name="Line 497">
              <a:extLst>
                <a:ext uri="{FF2B5EF4-FFF2-40B4-BE49-F238E27FC236}">
                  <a16:creationId xmlns:a16="http://schemas.microsoft.com/office/drawing/2014/main" id="{006831F5-EC7C-54C8-9890-3E8FB95DC60B}"/>
                </a:ext>
              </a:extLst>
            </p:cNvPr>
            <p:cNvSpPr>
              <a:spLocks noChangeShapeType="1"/>
            </p:cNvSpPr>
            <p:nvPr/>
          </p:nvSpPr>
          <p:spPr bwMode="auto">
            <a:xfrm flipH="1" flipV="1">
              <a:off x="3216" y="1906"/>
              <a:ext cx="110" cy="26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15" name="Freeform 498">
              <a:extLst>
                <a:ext uri="{FF2B5EF4-FFF2-40B4-BE49-F238E27FC236}">
                  <a16:creationId xmlns:a16="http://schemas.microsoft.com/office/drawing/2014/main" id="{5DD11FDD-D885-D633-966E-CDB9BB035267}"/>
                </a:ext>
              </a:extLst>
            </p:cNvPr>
            <p:cNvSpPr>
              <a:spLocks/>
            </p:cNvSpPr>
            <p:nvPr/>
          </p:nvSpPr>
          <p:spPr bwMode="auto">
            <a:xfrm>
              <a:off x="3519" y="2527"/>
              <a:ext cx="69" cy="83"/>
            </a:xfrm>
            <a:custGeom>
              <a:avLst/>
              <a:gdLst>
                <a:gd name="T0" fmla="*/ 42 w 69"/>
                <a:gd name="T1" fmla="*/ 27 h 83"/>
                <a:gd name="T2" fmla="*/ 69 w 69"/>
                <a:gd name="T3" fmla="*/ 0 h 83"/>
                <a:gd name="T4" fmla="*/ 69 w 69"/>
                <a:gd name="T5" fmla="*/ 83 h 83"/>
                <a:gd name="T6" fmla="*/ 0 w 69"/>
                <a:gd name="T7" fmla="*/ 41 h 83"/>
                <a:gd name="T8" fmla="*/ 42 w 69"/>
                <a:gd name="T9" fmla="*/ 27 h 83"/>
                <a:gd name="T10" fmla="*/ 0 60000 65536"/>
                <a:gd name="T11" fmla="*/ 0 60000 65536"/>
                <a:gd name="T12" fmla="*/ 0 60000 65536"/>
                <a:gd name="T13" fmla="*/ 0 60000 65536"/>
                <a:gd name="T14" fmla="*/ 0 60000 65536"/>
                <a:gd name="T15" fmla="*/ 0 w 69"/>
                <a:gd name="T16" fmla="*/ 0 h 83"/>
                <a:gd name="T17" fmla="*/ 69 w 69"/>
                <a:gd name="T18" fmla="*/ 83 h 83"/>
              </a:gdLst>
              <a:ahLst/>
              <a:cxnLst>
                <a:cxn ang="T10">
                  <a:pos x="T0" y="T1"/>
                </a:cxn>
                <a:cxn ang="T11">
                  <a:pos x="T2" y="T3"/>
                </a:cxn>
                <a:cxn ang="T12">
                  <a:pos x="T4" y="T5"/>
                </a:cxn>
                <a:cxn ang="T13">
                  <a:pos x="T6" y="T7"/>
                </a:cxn>
                <a:cxn ang="T14">
                  <a:pos x="T8" y="T9"/>
                </a:cxn>
              </a:cxnLst>
              <a:rect l="T15" t="T16" r="T17" b="T18"/>
              <a:pathLst>
                <a:path w="69" h="83">
                  <a:moveTo>
                    <a:pt x="42" y="27"/>
                  </a:moveTo>
                  <a:lnTo>
                    <a:pt x="69" y="0"/>
                  </a:lnTo>
                  <a:lnTo>
                    <a:pt x="69" y="83"/>
                  </a:lnTo>
                  <a:lnTo>
                    <a:pt x="0" y="41"/>
                  </a:lnTo>
                  <a:lnTo>
                    <a:pt x="42" y="27"/>
                  </a:lnTo>
                  <a:close/>
                </a:path>
              </a:pathLst>
            </a:custGeom>
            <a:solidFill>
              <a:srgbClr val="000000"/>
            </a:solidFill>
            <a:ln w="31750">
              <a:solidFill>
                <a:srgbClr val="000000"/>
              </a:solidFill>
              <a:prstDash val="solid"/>
              <a:round/>
              <a:headEnd/>
              <a:tailEnd/>
            </a:ln>
          </p:spPr>
          <p:txBody>
            <a:bodyPr/>
            <a:lstStyle/>
            <a:p>
              <a:endParaRPr lang="en-US" sz="1350"/>
            </a:p>
          </p:txBody>
        </p:sp>
        <p:sp>
          <p:nvSpPr>
            <p:cNvPr id="35116" name="Line 499">
              <a:extLst>
                <a:ext uri="{FF2B5EF4-FFF2-40B4-BE49-F238E27FC236}">
                  <a16:creationId xmlns:a16="http://schemas.microsoft.com/office/drawing/2014/main" id="{1E086E43-3068-4A51-0AC9-952DEE089367}"/>
                </a:ext>
              </a:extLst>
            </p:cNvPr>
            <p:cNvSpPr>
              <a:spLocks noChangeShapeType="1"/>
            </p:cNvSpPr>
            <p:nvPr/>
          </p:nvSpPr>
          <p:spPr bwMode="auto">
            <a:xfrm>
              <a:off x="3423" y="2361"/>
              <a:ext cx="124"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17" name="Freeform 500">
              <a:extLst>
                <a:ext uri="{FF2B5EF4-FFF2-40B4-BE49-F238E27FC236}">
                  <a16:creationId xmlns:a16="http://schemas.microsoft.com/office/drawing/2014/main" id="{57A136B1-07D3-46DB-C1D8-C822E9C89EBE}"/>
                </a:ext>
              </a:extLst>
            </p:cNvPr>
            <p:cNvSpPr>
              <a:spLocks/>
            </p:cNvSpPr>
            <p:nvPr/>
          </p:nvSpPr>
          <p:spPr bwMode="auto">
            <a:xfrm>
              <a:off x="2953" y="2485"/>
              <a:ext cx="69" cy="69"/>
            </a:xfrm>
            <a:custGeom>
              <a:avLst/>
              <a:gdLst>
                <a:gd name="T0" fmla="*/ 42 w 69"/>
                <a:gd name="T1" fmla="*/ 28 h 69"/>
                <a:gd name="T2" fmla="*/ 69 w 69"/>
                <a:gd name="T3" fmla="*/ 56 h 69"/>
                <a:gd name="T4" fmla="*/ 0 w 69"/>
                <a:gd name="T5" fmla="*/ 69 h 69"/>
                <a:gd name="T6" fmla="*/ 28 w 69"/>
                <a:gd name="T7" fmla="*/ 0 h 69"/>
                <a:gd name="T8" fmla="*/ 42 w 69"/>
                <a:gd name="T9" fmla="*/ 28 h 69"/>
                <a:gd name="T10" fmla="*/ 0 60000 65536"/>
                <a:gd name="T11" fmla="*/ 0 60000 65536"/>
                <a:gd name="T12" fmla="*/ 0 60000 65536"/>
                <a:gd name="T13" fmla="*/ 0 60000 65536"/>
                <a:gd name="T14" fmla="*/ 0 60000 65536"/>
                <a:gd name="T15" fmla="*/ 0 w 69"/>
                <a:gd name="T16" fmla="*/ 0 h 69"/>
                <a:gd name="T17" fmla="*/ 69 w 69"/>
                <a:gd name="T18" fmla="*/ 69 h 69"/>
              </a:gdLst>
              <a:ahLst/>
              <a:cxnLst>
                <a:cxn ang="T10">
                  <a:pos x="T0" y="T1"/>
                </a:cxn>
                <a:cxn ang="T11">
                  <a:pos x="T2" y="T3"/>
                </a:cxn>
                <a:cxn ang="T12">
                  <a:pos x="T4" y="T5"/>
                </a:cxn>
                <a:cxn ang="T13">
                  <a:pos x="T6" y="T7"/>
                </a:cxn>
                <a:cxn ang="T14">
                  <a:pos x="T8" y="T9"/>
                </a:cxn>
              </a:cxnLst>
              <a:rect l="T15" t="T16" r="T17" b="T18"/>
              <a:pathLst>
                <a:path w="69" h="69">
                  <a:moveTo>
                    <a:pt x="42" y="28"/>
                  </a:moveTo>
                  <a:lnTo>
                    <a:pt x="69" y="56"/>
                  </a:lnTo>
                  <a:lnTo>
                    <a:pt x="0" y="69"/>
                  </a:lnTo>
                  <a:lnTo>
                    <a:pt x="28" y="0"/>
                  </a:lnTo>
                  <a:lnTo>
                    <a:pt x="42" y="28"/>
                  </a:lnTo>
                  <a:close/>
                </a:path>
              </a:pathLst>
            </a:custGeom>
            <a:solidFill>
              <a:srgbClr val="000000"/>
            </a:solidFill>
            <a:ln w="31750">
              <a:solidFill>
                <a:srgbClr val="000000"/>
              </a:solidFill>
              <a:prstDash val="solid"/>
              <a:round/>
              <a:headEnd/>
              <a:tailEnd/>
            </a:ln>
          </p:spPr>
          <p:txBody>
            <a:bodyPr/>
            <a:lstStyle/>
            <a:p>
              <a:endParaRPr lang="en-US" sz="1350"/>
            </a:p>
          </p:txBody>
        </p:sp>
        <p:sp>
          <p:nvSpPr>
            <p:cNvPr id="35118" name="Line 501">
              <a:extLst>
                <a:ext uri="{FF2B5EF4-FFF2-40B4-BE49-F238E27FC236}">
                  <a16:creationId xmlns:a16="http://schemas.microsoft.com/office/drawing/2014/main" id="{C7F05AEB-3AB3-F82B-121F-5D798DBEE7EF}"/>
                </a:ext>
              </a:extLst>
            </p:cNvPr>
            <p:cNvSpPr>
              <a:spLocks noChangeShapeType="1"/>
            </p:cNvSpPr>
            <p:nvPr/>
          </p:nvSpPr>
          <p:spPr bwMode="auto">
            <a:xfrm flipH="1">
              <a:off x="3009" y="2347"/>
              <a:ext cx="179" cy="15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19" name="Freeform 502">
              <a:extLst>
                <a:ext uri="{FF2B5EF4-FFF2-40B4-BE49-F238E27FC236}">
                  <a16:creationId xmlns:a16="http://schemas.microsoft.com/office/drawing/2014/main" id="{31C3EA39-1EE7-B870-976F-475BA556610B}"/>
                </a:ext>
              </a:extLst>
            </p:cNvPr>
            <p:cNvSpPr>
              <a:spLocks/>
            </p:cNvSpPr>
            <p:nvPr/>
          </p:nvSpPr>
          <p:spPr bwMode="auto">
            <a:xfrm>
              <a:off x="2746" y="2513"/>
              <a:ext cx="69" cy="83"/>
            </a:xfrm>
            <a:custGeom>
              <a:avLst/>
              <a:gdLst>
                <a:gd name="T0" fmla="*/ 42 w 69"/>
                <a:gd name="T1" fmla="*/ 55 h 83"/>
                <a:gd name="T2" fmla="*/ 0 w 69"/>
                <a:gd name="T3" fmla="*/ 41 h 83"/>
                <a:gd name="T4" fmla="*/ 69 w 69"/>
                <a:gd name="T5" fmla="*/ 0 h 83"/>
                <a:gd name="T6" fmla="*/ 69 w 69"/>
                <a:gd name="T7" fmla="*/ 83 h 83"/>
                <a:gd name="T8" fmla="*/ 42 w 69"/>
                <a:gd name="T9" fmla="*/ 55 h 83"/>
                <a:gd name="T10" fmla="*/ 0 60000 65536"/>
                <a:gd name="T11" fmla="*/ 0 60000 65536"/>
                <a:gd name="T12" fmla="*/ 0 60000 65536"/>
                <a:gd name="T13" fmla="*/ 0 60000 65536"/>
                <a:gd name="T14" fmla="*/ 0 60000 65536"/>
                <a:gd name="T15" fmla="*/ 0 w 69"/>
                <a:gd name="T16" fmla="*/ 0 h 83"/>
                <a:gd name="T17" fmla="*/ 69 w 69"/>
                <a:gd name="T18" fmla="*/ 83 h 83"/>
              </a:gdLst>
              <a:ahLst/>
              <a:cxnLst>
                <a:cxn ang="T10">
                  <a:pos x="T0" y="T1"/>
                </a:cxn>
                <a:cxn ang="T11">
                  <a:pos x="T2" y="T3"/>
                </a:cxn>
                <a:cxn ang="T12">
                  <a:pos x="T4" y="T5"/>
                </a:cxn>
                <a:cxn ang="T13">
                  <a:pos x="T6" y="T7"/>
                </a:cxn>
                <a:cxn ang="T14">
                  <a:pos x="T8" y="T9"/>
                </a:cxn>
              </a:cxnLst>
              <a:rect l="T15" t="T16" r="T17" b="T18"/>
              <a:pathLst>
                <a:path w="69" h="83">
                  <a:moveTo>
                    <a:pt x="42" y="55"/>
                  </a:moveTo>
                  <a:lnTo>
                    <a:pt x="0" y="41"/>
                  </a:lnTo>
                  <a:lnTo>
                    <a:pt x="69" y="0"/>
                  </a:lnTo>
                  <a:lnTo>
                    <a:pt x="69" y="83"/>
                  </a:lnTo>
                  <a:lnTo>
                    <a:pt x="42" y="55"/>
                  </a:lnTo>
                  <a:close/>
                </a:path>
              </a:pathLst>
            </a:custGeom>
            <a:solidFill>
              <a:srgbClr val="000000"/>
            </a:solidFill>
            <a:ln w="31750">
              <a:solidFill>
                <a:srgbClr val="000000"/>
              </a:solidFill>
              <a:prstDash val="solid"/>
              <a:round/>
              <a:headEnd/>
              <a:tailEnd/>
            </a:ln>
          </p:spPr>
          <p:txBody>
            <a:bodyPr/>
            <a:lstStyle/>
            <a:p>
              <a:endParaRPr lang="en-US" sz="1350"/>
            </a:p>
          </p:txBody>
        </p:sp>
        <p:sp>
          <p:nvSpPr>
            <p:cNvPr id="35120" name="Line 503">
              <a:extLst>
                <a:ext uri="{FF2B5EF4-FFF2-40B4-BE49-F238E27FC236}">
                  <a16:creationId xmlns:a16="http://schemas.microsoft.com/office/drawing/2014/main" id="{8E9FD268-FB85-C954-72BD-0EC255F98EBB}"/>
                </a:ext>
              </a:extLst>
            </p:cNvPr>
            <p:cNvSpPr>
              <a:spLocks noChangeShapeType="1"/>
            </p:cNvSpPr>
            <p:nvPr/>
          </p:nvSpPr>
          <p:spPr bwMode="auto">
            <a:xfrm flipV="1">
              <a:off x="2664" y="2582"/>
              <a:ext cx="110" cy="22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121" name="Rectangle 504">
              <a:extLst>
                <a:ext uri="{FF2B5EF4-FFF2-40B4-BE49-F238E27FC236}">
                  <a16:creationId xmlns:a16="http://schemas.microsoft.com/office/drawing/2014/main" id="{27D15324-AF6F-5165-3291-BAC8BDCF4CF0}"/>
                </a:ext>
              </a:extLst>
            </p:cNvPr>
            <p:cNvSpPr>
              <a:spLocks noChangeArrowheads="1"/>
            </p:cNvSpPr>
            <p:nvPr/>
          </p:nvSpPr>
          <p:spPr bwMode="auto">
            <a:xfrm>
              <a:off x="2286" y="1333"/>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Zapf Dingbats" charset="2"/>
                </a:rPr>
                <a:t>%</a:t>
              </a:r>
              <a:endParaRPr lang="en-GB" altLang="en-US" sz="1800">
                <a:latin typeface="Zapf Dingbats" charset="2"/>
              </a:endParaRPr>
            </a:p>
          </p:txBody>
        </p:sp>
        <p:sp>
          <p:nvSpPr>
            <p:cNvPr id="35122" name="Rectangle 505">
              <a:extLst>
                <a:ext uri="{FF2B5EF4-FFF2-40B4-BE49-F238E27FC236}">
                  <a16:creationId xmlns:a16="http://schemas.microsoft.com/office/drawing/2014/main" id="{800667D1-B249-AF51-0EEE-EB3BAAD465F9}"/>
                </a:ext>
              </a:extLst>
            </p:cNvPr>
            <p:cNvSpPr>
              <a:spLocks noChangeArrowheads="1"/>
            </p:cNvSpPr>
            <p:nvPr/>
          </p:nvSpPr>
          <p:spPr bwMode="auto">
            <a:xfrm>
              <a:off x="696" y="1754"/>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Zapf Dingbats" charset="2"/>
                </a:rPr>
                <a:t>%</a:t>
              </a:r>
              <a:endParaRPr lang="en-GB" altLang="en-US" sz="1800">
                <a:latin typeface="Zapf Dingbats" charset="2"/>
              </a:endParaRPr>
            </a:p>
          </p:txBody>
        </p:sp>
        <p:sp>
          <p:nvSpPr>
            <p:cNvPr id="35123" name="Rectangle 506">
              <a:extLst>
                <a:ext uri="{FF2B5EF4-FFF2-40B4-BE49-F238E27FC236}">
                  <a16:creationId xmlns:a16="http://schemas.microsoft.com/office/drawing/2014/main" id="{46A3D133-02B0-01E0-13A0-4616C02180F5}"/>
                </a:ext>
              </a:extLst>
            </p:cNvPr>
            <p:cNvSpPr>
              <a:spLocks noChangeArrowheads="1"/>
            </p:cNvSpPr>
            <p:nvPr/>
          </p:nvSpPr>
          <p:spPr bwMode="auto">
            <a:xfrm>
              <a:off x="592" y="1534"/>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050">
                  <a:solidFill>
                    <a:srgbClr val="000000"/>
                  </a:solidFill>
                  <a:latin typeface="Zapf Dingbats" charset="2"/>
                </a:rPr>
                <a:t>%</a:t>
              </a:r>
              <a:endParaRPr lang="en-GB" altLang="en-US" sz="1800">
                <a:latin typeface="Zapf Dingbats" charset="2"/>
              </a:endParaRPr>
            </a:p>
          </p:txBody>
        </p:sp>
      </p:grpSp>
      <p:sp>
        <p:nvSpPr>
          <p:cNvPr id="34820" name="Slide Number Placeholder 506">
            <a:extLst>
              <a:ext uri="{FF2B5EF4-FFF2-40B4-BE49-F238E27FC236}">
                <a16:creationId xmlns:a16="http://schemas.microsoft.com/office/drawing/2014/main" id="{0E874400-9AF9-08DA-38C7-C302DF5A1550}"/>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2BEFF210-52A1-4C6D-AF58-656C53A082CF}" type="slidenum">
              <a:rPr lang="en-US" altLang="en-US" smtClean="0"/>
              <a:pPr>
                <a:defRPr/>
              </a:pPr>
              <a:t>17</a:t>
            </a:fld>
            <a:endParaRPr lang="en-US" altLang="en-US" sz="1050">
              <a:solidFill>
                <a:srgbClr val="FFFFFF"/>
              </a:solidFill>
            </a:endParaRPr>
          </a:p>
        </p:txBody>
      </p:sp>
      <p:sp>
        <p:nvSpPr>
          <p:cNvPr id="2" name="object 2">
            <a:extLst>
              <a:ext uri="{FF2B5EF4-FFF2-40B4-BE49-F238E27FC236}">
                <a16:creationId xmlns:a16="http://schemas.microsoft.com/office/drawing/2014/main" id="{185FA973-1D97-4484-A724-815831D1725C}"/>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2.4  Internet</a:t>
            </a:r>
            <a:endParaRPr lang="en-US" sz="2800" kern="0"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D42AD50-6F97-FF88-AD3D-45FABE4DB741}"/>
              </a:ext>
            </a:extLst>
          </p:cNvPr>
          <p:cNvSpPr>
            <a:spLocks noGrp="1" noChangeArrowheads="1"/>
          </p:cNvSpPr>
          <p:nvPr>
            <p:ph type="title"/>
          </p:nvPr>
        </p:nvSpPr>
        <p:spPr>
          <a:xfrm>
            <a:off x="1294855" y="1149275"/>
            <a:ext cx="1420178" cy="3693319"/>
          </a:xfrm>
        </p:spPr>
        <p:txBody>
          <a:bodyPr/>
          <a:lstStyle/>
          <a:p>
            <a:pPr>
              <a:defRPr/>
            </a:pPr>
            <a:r>
              <a:rPr lang="en-US" altLang="zh-TW">
                <a:ea typeface="+mj-ea"/>
                <a:cs typeface="+mj-cs"/>
              </a:rPr>
              <a:t>2.4.1 World-Wide-Web</a:t>
            </a:r>
          </a:p>
        </p:txBody>
      </p:sp>
      <p:pic>
        <p:nvPicPr>
          <p:cNvPr id="36867" name="Picture 15">
            <a:extLst>
              <a:ext uri="{FF2B5EF4-FFF2-40B4-BE49-F238E27FC236}">
                <a16:creationId xmlns:a16="http://schemas.microsoft.com/office/drawing/2014/main" id="{12CD5CED-30D4-1DA9-4B26-DFBF71B446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629464"/>
            <a:ext cx="5253038" cy="4194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6868" name="Slide Number Placeholder 5">
            <a:extLst>
              <a:ext uri="{FF2B5EF4-FFF2-40B4-BE49-F238E27FC236}">
                <a16:creationId xmlns:a16="http://schemas.microsoft.com/office/drawing/2014/main" id="{908B64EF-90D3-D3E1-E108-A5FFE97BC597}"/>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18</a:t>
            </a:fld>
            <a:endParaRPr lang="en-US" altLang="en-US" sz="1050">
              <a:solidFill>
                <a:srgbClr val="FFFFFF"/>
              </a:solidFill>
            </a:endParaRPr>
          </a:p>
        </p:txBody>
      </p:sp>
      <p:sp>
        <p:nvSpPr>
          <p:cNvPr id="2" name="object 2">
            <a:extLst>
              <a:ext uri="{FF2B5EF4-FFF2-40B4-BE49-F238E27FC236}">
                <a16:creationId xmlns:a16="http://schemas.microsoft.com/office/drawing/2014/main" id="{0877BF98-465A-4AD2-2DB8-65E5573C732A}"/>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2.4.1 World-Wide-Web</a:t>
            </a:r>
            <a:endParaRPr lang="en-US" sz="2800" kern="0"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5" name="Group 93">
            <a:extLst>
              <a:ext uri="{FF2B5EF4-FFF2-40B4-BE49-F238E27FC236}">
                <a16:creationId xmlns:a16="http://schemas.microsoft.com/office/drawing/2014/main" id="{907ED143-C932-7CEB-F186-84B6C71BA59D}"/>
              </a:ext>
            </a:extLst>
          </p:cNvPr>
          <p:cNvGrpSpPr>
            <a:grpSpLocks/>
          </p:cNvGrpSpPr>
          <p:nvPr/>
        </p:nvGrpSpPr>
        <p:grpSpPr bwMode="auto">
          <a:xfrm>
            <a:off x="685800" y="819151"/>
            <a:ext cx="7153275" cy="3621882"/>
            <a:chOff x="480" y="1104"/>
            <a:chExt cx="5384" cy="2626"/>
          </a:xfrm>
        </p:grpSpPr>
        <p:sp>
          <p:nvSpPr>
            <p:cNvPr id="38917" name="Line 4">
              <a:extLst>
                <a:ext uri="{FF2B5EF4-FFF2-40B4-BE49-F238E27FC236}">
                  <a16:creationId xmlns:a16="http://schemas.microsoft.com/office/drawing/2014/main" id="{799876E8-6927-56E2-4D0F-3B431AF8F43F}"/>
                </a:ext>
              </a:extLst>
            </p:cNvPr>
            <p:cNvSpPr>
              <a:spLocks noChangeShapeType="1"/>
            </p:cNvSpPr>
            <p:nvPr/>
          </p:nvSpPr>
          <p:spPr bwMode="auto">
            <a:xfrm flipH="1">
              <a:off x="4392" y="1401"/>
              <a:ext cx="151" cy="1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18" name="Line 5">
              <a:extLst>
                <a:ext uri="{FF2B5EF4-FFF2-40B4-BE49-F238E27FC236}">
                  <a16:creationId xmlns:a16="http://schemas.microsoft.com/office/drawing/2014/main" id="{B2FFE54D-D257-3053-AC1A-45211BB7A2C2}"/>
                </a:ext>
              </a:extLst>
            </p:cNvPr>
            <p:cNvSpPr>
              <a:spLocks noChangeShapeType="1"/>
            </p:cNvSpPr>
            <p:nvPr/>
          </p:nvSpPr>
          <p:spPr bwMode="auto">
            <a:xfrm flipH="1" flipV="1">
              <a:off x="4593" y="2012"/>
              <a:ext cx="251"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19" name="Line 6">
              <a:extLst>
                <a:ext uri="{FF2B5EF4-FFF2-40B4-BE49-F238E27FC236}">
                  <a16:creationId xmlns:a16="http://schemas.microsoft.com/office/drawing/2014/main" id="{45ECB2F6-BB96-DC6A-813D-BFF332059E28}"/>
                </a:ext>
              </a:extLst>
            </p:cNvPr>
            <p:cNvSpPr>
              <a:spLocks noChangeShapeType="1"/>
            </p:cNvSpPr>
            <p:nvPr/>
          </p:nvSpPr>
          <p:spPr bwMode="auto">
            <a:xfrm flipH="1" flipV="1">
              <a:off x="4442" y="2546"/>
              <a:ext cx="285" cy="1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20" name="Line 7">
              <a:extLst>
                <a:ext uri="{FF2B5EF4-FFF2-40B4-BE49-F238E27FC236}">
                  <a16:creationId xmlns:a16="http://schemas.microsoft.com/office/drawing/2014/main" id="{22D41E84-D3EE-C517-0D2E-381245670F0F}"/>
                </a:ext>
              </a:extLst>
            </p:cNvPr>
            <p:cNvSpPr>
              <a:spLocks noChangeShapeType="1"/>
            </p:cNvSpPr>
            <p:nvPr/>
          </p:nvSpPr>
          <p:spPr bwMode="auto">
            <a:xfrm flipH="1" flipV="1">
              <a:off x="2151" y="1344"/>
              <a:ext cx="469" cy="2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21" name="Line 8">
              <a:extLst>
                <a:ext uri="{FF2B5EF4-FFF2-40B4-BE49-F238E27FC236}">
                  <a16:creationId xmlns:a16="http://schemas.microsoft.com/office/drawing/2014/main" id="{EE8A8D34-4F69-75DE-9D8B-735903900AA9}"/>
                </a:ext>
              </a:extLst>
            </p:cNvPr>
            <p:cNvSpPr>
              <a:spLocks noChangeShapeType="1"/>
            </p:cNvSpPr>
            <p:nvPr/>
          </p:nvSpPr>
          <p:spPr bwMode="auto">
            <a:xfrm flipH="1">
              <a:off x="1917" y="2107"/>
              <a:ext cx="502" cy="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22" name="Line 9">
              <a:extLst>
                <a:ext uri="{FF2B5EF4-FFF2-40B4-BE49-F238E27FC236}">
                  <a16:creationId xmlns:a16="http://schemas.microsoft.com/office/drawing/2014/main" id="{35BD58C5-46D8-200A-968F-726151807D1B}"/>
                </a:ext>
              </a:extLst>
            </p:cNvPr>
            <p:cNvSpPr>
              <a:spLocks noChangeShapeType="1"/>
            </p:cNvSpPr>
            <p:nvPr/>
          </p:nvSpPr>
          <p:spPr bwMode="auto">
            <a:xfrm flipH="1">
              <a:off x="2118" y="2565"/>
              <a:ext cx="484" cy="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23" name="Freeform 10">
              <a:extLst>
                <a:ext uri="{FF2B5EF4-FFF2-40B4-BE49-F238E27FC236}">
                  <a16:creationId xmlns:a16="http://schemas.microsoft.com/office/drawing/2014/main" id="{CA8DAAA6-1B1E-B3B9-A115-C1AFF21507E1}"/>
                </a:ext>
              </a:extLst>
            </p:cNvPr>
            <p:cNvSpPr>
              <a:spLocks/>
            </p:cNvSpPr>
            <p:nvPr/>
          </p:nvSpPr>
          <p:spPr bwMode="auto">
            <a:xfrm>
              <a:off x="2419" y="1287"/>
              <a:ext cx="2174" cy="1430"/>
            </a:xfrm>
            <a:custGeom>
              <a:avLst/>
              <a:gdLst>
                <a:gd name="T0" fmla="*/ 58 w 2131"/>
                <a:gd name="T1" fmla="*/ 1084 h 1229"/>
                <a:gd name="T2" fmla="*/ 116 w 2131"/>
                <a:gd name="T3" fmla="*/ 834 h 1229"/>
                <a:gd name="T4" fmla="*/ 255 w 2131"/>
                <a:gd name="T5" fmla="*/ 512 h 1229"/>
                <a:gd name="T6" fmla="*/ 393 w 2131"/>
                <a:gd name="T7" fmla="*/ 321 h 1229"/>
                <a:gd name="T8" fmla="*/ 511 w 2131"/>
                <a:gd name="T9" fmla="*/ 321 h 1229"/>
                <a:gd name="T10" fmla="*/ 589 w 2131"/>
                <a:gd name="T11" fmla="*/ 321 h 1229"/>
                <a:gd name="T12" fmla="*/ 746 w 2131"/>
                <a:gd name="T13" fmla="*/ 321 h 1229"/>
                <a:gd name="T14" fmla="*/ 943 w 2131"/>
                <a:gd name="T15" fmla="*/ 383 h 1229"/>
                <a:gd name="T16" fmla="*/ 1139 w 2131"/>
                <a:gd name="T17" fmla="*/ 446 h 1229"/>
                <a:gd name="T18" fmla="*/ 1332 w 2131"/>
                <a:gd name="T19" fmla="*/ 446 h 1229"/>
                <a:gd name="T20" fmla="*/ 1432 w 2131"/>
                <a:gd name="T21" fmla="*/ 254 h 1229"/>
                <a:gd name="T22" fmla="*/ 1529 w 2131"/>
                <a:gd name="T23" fmla="*/ 65 h 1229"/>
                <a:gd name="T24" fmla="*/ 1667 w 2131"/>
                <a:gd name="T25" fmla="*/ 0 h 1229"/>
                <a:gd name="T26" fmla="*/ 1824 w 2131"/>
                <a:gd name="T27" fmla="*/ 0 h 1229"/>
                <a:gd name="T28" fmla="*/ 1942 w 2131"/>
                <a:gd name="T29" fmla="*/ 65 h 1229"/>
                <a:gd name="T30" fmla="*/ 2041 w 2131"/>
                <a:gd name="T31" fmla="*/ 192 h 1229"/>
                <a:gd name="T32" fmla="*/ 2118 w 2131"/>
                <a:gd name="T33" fmla="*/ 321 h 1229"/>
                <a:gd name="T34" fmla="*/ 2216 w 2131"/>
                <a:gd name="T35" fmla="*/ 446 h 1229"/>
                <a:gd name="T36" fmla="*/ 2355 w 2131"/>
                <a:gd name="T37" fmla="*/ 834 h 1229"/>
                <a:gd name="T38" fmla="*/ 2432 w 2131"/>
                <a:gd name="T39" fmla="*/ 1152 h 1229"/>
                <a:gd name="T40" fmla="*/ 2492 w 2131"/>
                <a:gd name="T41" fmla="*/ 1535 h 1229"/>
                <a:gd name="T42" fmla="*/ 2530 w 2131"/>
                <a:gd name="T43" fmla="*/ 2368 h 1229"/>
                <a:gd name="T44" fmla="*/ 2552 w 2131"/>
                <a:gd name="T45" fmla="*/ 2881 h 1229"/>
                <a:gd name="T46" fmla="*/ 2512 w 2131"/>
                <a:gd name="T47" fmla="*/ 3393 h 1229"/>
                <a:gd name="T48" fmla="*/ 2454 w 2131"/>
                <a:gd name="T49" fmla="*/ 4162 h 1229"/>
                <a:gd name="T50" fmla="*/ 2315 w 2131"/>
                <a:gd name="T51" fmla="*/ 4549 h 1229"/>
                <a:gd name="T52" fmla="*/ 2138 w 2131"/>
                <a:gd name="T53" fmla="*/ 4804 h 1229"/>
                <a:gd name="T54" fmla="*/ 1942 w 2131"/>
                <a:gd name="T55" fmla="*/ 4677 h 1229"/>
                <a:gd name="T56" fmla="*/ 1766 w 2131"/>
                <a:gd name="T57" fmla="*/ 4613 h 1229"/>
                <a:gd name="T58" fmla="*/ 1609 w 2131"/>
                <a:gd name="T59" fmla="*/ 4485 h 1229"/>
                <a:gd name="T60" fmla="*/ 1432 w 2131"/>
                <a:gd name="T61" fmla="*/ 4419 h 1229"/>
                <a:gd name="T62" fmla="*/ 1274 w 2131"/>
                <a:gd name="T63" fmla="*/ 4419 h 1229"/>
                <a:gd name="T64" fmla="*/ 1099 w 2131"/>
                <a:gd name="T65" fmla="*/ 4419 h 1229"/>
                <a:gd name="T66" fmla="*/ 981 w 2131"/>
                <a:gd name="T67" fmla="*/ 4485 h 1229"/>
                <a:gd name="T68" fmla="*/ 844 w 2131"/>
                <a:gd name="T69" fmla="*/ 4549 h 1229"/>
                <a:gd name="T70" fmla="*/ 724 w 2131"/>
                <a:gd name="T71" fmla="*/ 4613 h 1229"/>
                <a:gd name="T72" fmla="*/ 608 w 2131"/>
                <a:gd name="T73" fmla="*/ 4677 h 1229"/>
                <a:gd name="T74" fmla="*/ 491 w 2131"/>
                <a:gd name="T75" fmla="*/ 4677 h 1229"/>
                <a:gd name="T76" fmla="*/ 372 w 2131"/>
                <a:gd name="T77" fmla="*/ 4613 h 1229"/>
                <a:gd name="T78" fmla="*/ 294 w 2131"/>
                <a:gd name="T79" fmla="*/ 4549 h 1229"/>
                <a:gd name="T80" fmla="*/ 216 w 2131"/>
                <a:gd name="T81" fmla="*/ 4355 h 1229"/>
                <a:gd name="T82" fmla="*/ 174 w 2131"/>
                <a:gd name="T83" fmla="*/ 4293 h 1229"/>
                <a:gd name="T84" fmla="*/ 158 w 2131"/>
                <a:gd name="T85" fmla="*/ 4162 h 1229"/>
                <a:gd name="T86" fmla="*/ 100 w 2131"/>
                <a:gd name="T87" fmla="*/ 3712 h 1229"/>
                <a:gd name="T88" fmla="*/ 42 w 2131"/>
                <a:gd name="T89" fmla="*/ 3201 h 1229"/>
                <a:gd name="T90" fmla="*/ 16 w 2131"/>
                <a:gd name="T91" fmla="*/ 2755 h 1229"/>
                <a:gd name="T92" fmla="*/ 0 w 2131"/>
                <a:gd name="T93" fmla="*/ 2368 h 1229"/>
                <a:gd name="T94" fmla="*/ 16 w 2131"/>
                <a:gd name="T95" fmla="*/ 1856 h 1229"/>
                <a:gd name="T96" fmla="*/ 42 w 2131"/>
                <a:gd name="T97" fmla="*/ 1409 h 1229"/>
                <a:gd name="T98" fmla="*/ 58 w 2131"/>
                <a:gd name="T99" fmla="*/ 1084 h 1229"/>
                <a:gd name="T100" fmla="*/ 58 w 2131"/>
                <a:gd name="T101" fmla="*/ 1084 h 122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131"/>
                <a:gd name="T154" fmla="*/ 0 h 1229"/>
                <a:gd name="T155" fmla="*/ 2131 w 2131"/>
                <a:gd name="T156" fmla="*/ 1229 h 122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131" h="1229">
                  <a:moveTo>
                    <a:pt x="49" y="278"/>
                  </a:moveTo>
                  <a:lnTo>
                    <a:pt x="98" y="213"/>
                  </a:lnTo>
                  <a:lnTo>
                    <a:pt x="213" y="131"/>
                  </a:lnTo>
                  <a:lnTo>
                    <a:pt x="328" y="82"/>
                  </a:lnTo>
                  <a:lnTo>
                    <a:pt x="426" y="82"/>
                  </a:lnTo>
                  <a:lnTo>
                    <a:pt x="492" y="82"/>
                  </a:lnTo>
                  <a:lnTo>
                    <a:pt x="623" y="82"/>
                  </a:lnTo>
                  <a:lnTo>
                    <a:pt x="787" y="98"/>
                  </a:lnTo>
                  <a:lnTo>
                    <a:pt x="951" y="114"/>
                  </a:lnTo>
                  <a:lnTo>
                    <a:pt x="1114" y="114"/>
                  </a:lnTo>
                  <a:lnTo>
                    <a:pt x="1196" y="65"/>
                  </a:lnTo>
                  <a:lnTo>
                    <a:pt x="1278" y="16"/>
                  </a:lnTo>
                  <a:lnTo>
                    <a:pt x="1393" y="0"/>
                  </a:lnTo>
                  <a:lnTo>
                    <a:pt x="1524" y="0"/>
                  </a:lnTo>
                  <a:lnTo>
                    <a:pt x="1623" y="16"/>
                  </a:lnTo>
                  <a:lnTo>
                    <a:pt x="1705" y="49"/>
                  </a:lnTo>
                  <a:lnTo>
                    <a:pt x="1770" y="82"/>
                  </a:lnTo>
                  <a:lnTo>
                    <a:pt x="1852" y="114"/>
                  </a:lnTo>
                  <a:lnTo>
                    <a:pt x="1967" y="213"/>
                  </a:lnTo>
                  <a:lnTo>
                    <a:pt x="2032" y="295"/>
                  </a:lnTo>
                  <a:lnTo>
                    <a:pt x="2082" y="393"/>
                  </a:lnTo>
                  <a:lnTo>
                    <a:pt x="2114" y="606"/>
                  </a:lnTo>
                  <a:lnTo>
                    <a:pt x="2131" y="737"/>
                  </a:lnTo>
                  <a:lnTo>
                    <a:pt x="2098" y="868"/>
                  </a:lnTo>
                  <a:lnTo>
                    <a:pt x="2049" y="1065"/>
                  </a:lnTo>
                  <a:lnTo>
                    <a:pt x="1934" y="1164"/>
                  </a:lnTo>
                  <a:lnTo>
                    <a:pt x="1786" y="1229"/>
                  </a:lnTo>
                  <a:lnTo>
                    <a:pt x="1623" y="1196"/>
                  </a:lnTo>
                  <a:lnTo>
                    <a:pt x="1475" y="1180"/>
                  </a:lnTo>
                  <a:lnTo>
                    <a:pt x="1344" y="1147"/>
                  </a:lnTo>
                  <a:lnTo>
                    <a:pt x="1196" y="1131"/>
                  </a:lnTo>
                  <a:lnTo>
                    <a:pt x="1065" y="1131"/>
                  </a:lnTo>
                  <a:lnTo>
                    <a:pt x="918" y="1131"/>
                  </a:lnTo>
                  <a:lnTo>
                    <a:pt x="819" y="1147"/>
                  </a:lnTo>
                  <a:lnTo>
                    <a:pt x="705" y="1164"/>
                  </a:lnTo>
                  <a:lnTo>
                    <a:pt x="606" y="1180"/>
                  </a:lnTo>
                  <a:lnTo>
                    <a:pt x="508" y="1196"/>
                  </a:lnTo>
                  <a:lnTo>
                    <a:pt x="410" y="1196"/>
                  </a:lnTo>
                  <a:lnTo>
                    <a:pt x="311" y="1180"/>
                  </a:lnTo>
                  <a:lnTo>
                    <a:pt x="246" y="1164"/>
                  </a:lnTo>
                  <a:lnTo>
                    <a:pt x="180" y="1114"/>
                  </a:lnTo>
                  <a:lnTo>
                    <a:pt x="147" y="1098"/>
                  </a:lnTo>
                  <a:lnTo>
                    <a:pt x="131" y="1065"/>
                  </a:lnTo>
                  <a:lnTo>
                    <a:pt x="82" y="950"/>
                  </a:lnTo>
                  <a:lnTo>
                    <a:pt x="33" y="819"/>
                  </a:lnTo>
                  <a:lnTo>
                    <a:pt x="16" y="705"/>
                  </a:lnTo>
                  <a:lnTo>
                    <a:pt x="0" y="606"/>
                  </a:lnTo>
                  <a:lnTo>
                    <a:pt x="16" y="475"/>
                  </a:lnTo>
                  <a:lnTo>
                    <a:pt x="33" y="360"/>
                  </a:lnTo>
                  <a:lnTo>
                    <a:pt x="49" y="278"/>
                  </a:lnTo>
                  <a:close/>
                </a:path>
              </a:pathLst>
            </a:custGeom>
            <a:solidFill>
              <a:srgbClr val="FFDC99"/>
            </a:solidFill>
            <a:ln w="25400">
              <a:solidFill>
                <a:srgbClr val="FFDC99"/>
              </a:solidFill>
              <a:prstDash val="solid"/>
              <a:round/>
              <a:headEnd/>
              <a:tailEnd/>
            </a:ln>
          </p:spPr>
          <p:txBody>
            <a:bodyPr/>
            <a:lstStyle/>
            <a:p>
              <a:endParaRPr lang="en-US" sz="1350"/>
            </a:p>
          </p:txBody>
        </p:sp>
        <p:sp>
          <p:nvSpPr>
            <p:cNvPr id="38924" name="Rectangle 11">
              <a:extLst>
                <a:ext uri="{FF2B5EF4-FFF2-40B4-BE49-F238E27FC236}">
                  <a16:creationId xmlns:a16="http://schemas.microsoft.com/office/drawing/2014/main" id="{A7BF6CCF-4FB2-1FAA-1288-580A4CADCB46}"/>
                </a:ext>
              </a:extLst>
            </p:cNvPr>
            <p:cNvSpPr>
              <a:spLocks noChangeArrowheads="1"/>
            </p:cNvSpPr>
            <p:nvPr/>
          </p:nvSpPr>
          <p:spPr bwMode="auto">
            <a:xfrm>
              <a:off x="3280" y="2001"/>
              <a:ext cx="46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Internet</a:t>
              </a:r>
              <a:endParaRPr lang="en-GB" altLang="en-US" sz="1800">
                <a:latin typeface="Times" panose="02020603050405020304" pitchFamily="18" charset="0"/>
              </a:endParaRPr>
            </a:p>
          </p:txBody>
        </p:sp>
        <p:sp>
          <p:nvSpPr>
            <p:cNvPr id="38925" name="Rectangle 12">
              <a:extLst>
                <a:ext uri="{FF2B5EF4-FFF2-40B4-BE49-F238E27FC236}">
                  <a16:creationId xmlns:a16="http://schemas.microsoft.com/office/drawing/2014/main" id="{A452AFA3-8F91-428C-E99A-3063269251A1}"/>
                </a:ext>
              </a:extLst>
            </p:cNvPr>
            <p:cNvSpPr>
              <a:spLocks noChangeArrowheads="1"/>
            </p:cNvSpPr>
            <p:nvPr/>
          </p:nvSpPr>
          <p:spPr bwMode="auto">
            <a:xfrm>
              <a:off x="4770" y="1581"/>
              <a:ext cx="5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Browsers</a:t>
              </a:r>
              <a:endParaRPr lang="en-GB" altLang="en-US" sz="1800">
                <a:latin typeface="Times" panose="02020603050405020304" pitchFamily="18" charset="0"/>
              </a:endParaRPr>
            </a:p>
          </p:txBody>
        </p:sp>
        <p:sp>
          <p:nvSpPr>
            <p:cNvPr id="38926" name="Rectangle 13">
              <a:extLst>
                <a:ext uri="{FF2B5EF4-FFF2-40B4-BE49-F238E27FC236}">
                  <a16:creationId xmlns:a16="http://schemas.microsoft.com/office/drawing/2014/main" id="{96AE4C2E-2FC5-D3BE-5CE1-CA8AC83093C6}"/>
                </a:ext>
              </a:extLst>
            </p:cNvPr>
            <p:cNvSpPr>
              <a:spLocks noChangeArrowheads="1"/>
            </p:cNvSpPr>
            <p:nvPr/>
          </p:nvSpPr>
          <p:spPr bwMode="auto">
            <a:xfrm>
              <a:off x="2017" y="1172"/>
              <a:ext cx="201" cy="267"/>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8927" name="Rectangle 14">
              <a:extLst>
                <a:ext uri="{FF2B5EF4-FFF2-40B4-BE49-F238E27FC236}">
                  <a16:creationId xmlns:a16="http://schemas.microsoft.com/office/drawing/2014/main" id="{488EA387-1567-D872-AF01-300A3C365704}"/>
                </a:ext>
              </a:extLst>
            </p:cNvPr>
            <p:cNvSpPr>
              <a:spLocks noChangeArrowheads="1"/>
            </p:cNvSpPr>
            <p:nvPr/>
          </p:nvSpPr>
          <p:spPr bwMode="auto">
            <a:xfrm>
              <a:off x="2017" y="1172"/>
              <a:ext cx="218" cy="286"/>
            </a:xfrm>
            <a:prstGeom prst="rect">
              <a:avLst/>
            </a:prstGeom>
            <a:noFill/>
            <a:ln w="25400">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8928" name="Rectangle 15">
              <a:extLst>
                <a:ext uri="{FF2B5EF4-FFF2-40B4-BE49-F238E27FC236}">
                  <a16:creationId xmlns:a16="http://schemas.microsoft.com/office/drawing/2014/main" id="{7EA69DAB-B33F-0A0A-1ECF-F95A6DB348D3}"/>
                </a:ext>
              </a:extLst>
            </p:cNvPr>
            <p:cNvSpPr>
              <a:spLocks noChangeArrowheads="1"/>
            </p:cNvSpPr>
            <p:nvPr/>
          </p:nvSpPr>
          <p:spPr bwMode="auto">
            <a:xfrm>
              <a:off x="1502" y="1658"/>
              <a:ext cx="7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Web servers</a:t>
              </a:r>
              <a:endParaRPr lang="en-GB" altLang="en-US" sz="1800">
                <a:latin typeface="Times" panose="02020603050405020304" pitchFamily="18" charset="0"/>
              </a:endParaRPr>
            </a:p>
          </p:txBody>
        </p:sp>
        <p:sp>
          <p:nvSpPr>
            <p:cNvPr id="38929" name="Rectangle 16">
              <a:extLst>
                <a:ext uri="{FF2B5EF4-FFF2-40B4-BE49-F238E27FC236}">
                  <a16:creationId xmlns:a16="http://schemas.microsoft.com/office/drawing/2014/main" id="{B2794782-4991-DCBB-2793-FD70C6612C6E}"/>
                </a:ext>
              </a:extLst>
            </p:cNvPr>
            <p:cNvSpPr>
              <a:spLocks noChangeArrowheads="1"/>
            </p:cNvSpPr>
            <p:nvPr/>
          </p:nvSpPr>
          <p:spPr bwMode="auto">
            <a:xfrm>
              <a:off x="953" y="1219"/>
              <a:ext cx="104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www.google.com</a:t>
              </a:r>
              <a:endParaRPr lang="en-GB" altLang="en-US" sz="1800">
                <a:latin typeface="Times" panose="02020603050405020304" pitchFamily="18" charset="0"/>
              </a:endParaRPr>
            </a:p>
          </p:txBody>
        </p:sp>
        <p:sp>
          <p:nvSpPr>
            <p:cNvPr id="38930" name="Rectangle 17">
              <a:extLst>
                <a:ext uri="{FF2B5EF4-FFF2-40B4-BE49-F238E27FC236}">
                  <a16:creationId xmlns:a16="http://schemas.microsoft.com/office/drawing/2014/main" id="{CC084C4E-A47A-CB2F-A202-138EE63B48C4}"/>
                </a:ext>
              </a:extLst>
            </p:cNvPr>
            <p:cNvSpPr>
              <a:spLocks noChangeArrowheads="1"/>
            </p:cNvSpPr>
            <p:nvPr/>
          </p:nvSpPr>
          <p:spPr bwMode="auto">
            <a:xfrm>
              <a:off x="816" y="2064"/>
              <a:ext cx="66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www.uu.se</a:t>
              </a:r>
              <a:endParaRPr lang="en-GB" altLang="en-US" sz="1800">
                <a:latin typeface="Times" panose="02020603050405020304" pitchFamily="18" charset="0"/>
              </a:endParaRPr>
            </a:p>
          </p:txBody>
        </p:sp>
        <p:sp>
          <p:nvSpPr>
            <p:cNvPr id="38931" name="Rectangle 18">
              <a:extLst>
                <a:ext uri="{FF2B5EF4-FFF2-40B4-BE49-F238E27FC236}">
                  <a16:creationId xmlns:a16="http://schemas.microsoft.com/office/drawing/2014/main" id="{0D23829B-DE14-A2B3-AA0F-FE81F6CF566D}"/>
                </a:ext>
              </a:extLst>
            </p:cNvPr>
            <p:cNvSpPr>
              <a:spLocks noChangeArrowheads="1"/>
            </p:cNvSpPr>
            <p:nvPr/>
          </p:nvSpPr>
          <p:spPr bwMode="auto">
            <a:xfrm>
              <a:off x="1105" y="2573"/>
              <a:ext cx="81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www.w3c.org</a:t>
              </a:r>
              <a:endParaRPr lang="en-GB" altLang="en-US" sz="1800">
                <a:latin typeface="Times" panose="02020603050405020304" pitchFamily="18" charset="0"/>
              </a:endParaRPr>
            </a:p>
          </p:txBody>
        </p:sp>
        <p:sp>
          <p:nvSpPr>
            <p:cNvPr id="38932" name="Line 19">
              <a:extLst>
                <a:ext uri="{FF2B5EF4-FFF2-40B4-BE49-F238E27FC236}">
                  <a16:creationId xmlns:a16="http://schemas.microsoft.com/office/drawing/2014/main" id="{95382689-9014-71F5-BF78-4DD2CD098112}"/>
                </a:ext>
              </a:extLst>
            </p:cNvPr>
            <p:cNvSpPr>
              <a:spLocks noChangeShapeType="1"/>
            </p:cNvSpPr>
            <p:nvPr/>
          </p:nvSpPr>
          <p:spPr bwMode="auto">
            <a:xfrm flipH="1">
              <a:off x="2034" y="2813"/>
              <a:ext cx="50" cy="2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33" name="Rectangle 20">
              <a:extLst>
                <a:ext uri="{FF2B5EF4-FFF2-40B4-BE49-F238E27FC236}">
                  <a16:creationId xmlns:a16="http://schemas.microsoft.com/office/drawing/2014/main" id="{00720DF8-82AC-4E0D-A9EF-EC56CE71CB0F}"/>
                </a:ext>
              </a:extLst>
            </p:cNvPr>
            <p:cNvSpPr>
              <a:spLocks noChangeArrowheads="1"/>
            </p:cNvSpPr>
            <p:nvPr/>
          </p:nvSpPr>
          <p:spPr bwMode="auto">
            <a:xfrm>
              <a:off x="1747" y="3107"/>
              <a:ext cx="5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Protocols</a:t>
              </a:r>
              <a:endParaRPr lang="en-GB" altLang="en-US" sz="1800">
                <a:latin typeface="Times" panose="02020603050405020304" pitchFamily="18" charset="0"/>
              </a:endParaRPr>
            </a:p>
          </p:txBody>
        </p:sp>
        <p:sp>
          <p:nvSpPr>
            <p:cNvPr id="38934" name="Line 21">
              <a:extLst>
                <a:ext uri="{FF2B5EF4-FFF2-40B4-BE49-F238E27FC236}">
                  <a16:creationId xmlns:a16="http://schemas.microsoft.com/office/drawing/2014/main" id="{EAD182D9-2AD7-02A4-8E26-B7E8B5679927}"/>
                </a:ext>
              </a:extLst>
            </p:cNvPr>
            <p:cNvSpPr>
              <a:spLocks noChangeShapeType="1"/>
            </p:cNvSpPr>
            <p:nvPr/>
          </p:nvSpPr>
          <p:spPr bwMode="auto">
            <a:xfrm flipH="1">
              <a:off x="1716" y="3252"/>
              <a:ext cx="301" cy="26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35" name="Rectangle 22">
              <a:extLst>
                <a:ext uri="{FF2B5EF4-FFF2-40B4-BE49-F238E27FC236}">
                  <a16:creationId xmlns:a16="http://schemas.microsoft.com/office/drawing/2014/main" id="{0028E464-9F23-2790-A353-D8D6A427259F}"/>
                </a:ext>
              </a:extLst>
            </p:cNvPr>
            <p:cNvSpPr>
              <a:spLocks noChangeArrowheads="1"/>
            </p:cNvSpPr>
            <p:nvPr/>
          </p:nvSpPr>
          <p:spPr bwMode="auto">
            <a:xfrm>
              <a:off x="1294" y="3546"/>
              <a:ext cx="72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Activity.html</a:t>
              </a:r>
              <a:endParaRPr lang="en-GB" altLang="en-US" sz="1800">
                <a:latin typeface="Times" panose="02020603050405020304" pitchFamily="18" charset="0"/>
              </a:endParaRPr>
            </a:p>
          </p:txBody>
        </p:sp>
        <p:sp>
          <p:nvSpPr>
            <p:cNvPr id="38936" name="Rectangle 23">
              <a:extLst>
                <a:ext uri="{FF2B5EF4-FFF2-40B4-BE49-F238E27FC236}">
                  <a16:creationId xmlns:a16="http://schemas.microsoft.com/office/drawing/2014/main" id="{68F1FCE0-1761-6AF5-8A84-B34F14CF63F0}"/>
                </a:ext>
              </a:extLst>
            </p:cNvPr>
            <p:cNvSpPr>
              <a:spLocks noChangeArrowheads="1"/>
            </p:cNvSpPr>
            <p:nvPr/>
          </p:nvSpPr>
          <p:spPr bwMode="auto">
            <a:xfrm>
              <a:off x="3340" y="2936"/>
              <a:ext cx="252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http://www.w3c.org/Protocols/Activity.html</a:t>
              </a:r>
              <a:endParaRPr lang="en-GB" altLang="en-US" sz="1800">
                <a:latin typeface="Times" panose="02020603050405020304" pitchFamily="18" charset="0"/>
              </a:endParaRPr>
            </a:p>
          </p:txBody>
        </p:sp>
        <p:sp>
          <p:nvSpPr>
            <p:cNvPr id="38937" name="Rectangle 24">
              <a:extLst>
                <a:ext uri="{FF2B5EF4-FFF2-40B4-BE49-F238E27FC236}">
                  <a16:creationId xmlns:a16="http://schemas.microsoft.com/office/drawing/2014/main" id="{A61FA83C-A1D0-3063-61AF-FE17696F3EC5}"/>
                </a:ext>
              </a:extLst>
            </p:cNvPr>
            <p:cNvSpPr>
              <a:spLocks noChangeArrowheads="1"/>
            </p:cNvSpPr>
            <p:nvPr/>
          </p:nvSpPr>
          <p:spPr bwMode="auto">
            <a:xfrm>
              <a:off x="3345" y="1104"/>
              <a:ext cx="223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http://www.google.comlsearch?q=lyu</a:t>
              </a:r>
              <a:endParaRPr lang="en-GB" altLang="en-US" sz="1800">
                <a:latin typeface="Times" panose="02020603050405020304" pitchFamily="18" charset="0"/>
              </a:endParaRPr>
            </a:p>
          </p:txBody>
        </p:sp>
        <p:sp>
          <p:nvSpPr>
            <p:cNvPr id="38938" name="Rectangle 25">
              <a:extLst>
                <a:ext uri="{FF2B5EF4-FFF2-40B4-BE49-F238E27FC236}">
                  <a16:creationId xmlns:a16="http://schemas.microsoft.com/office/drawing/2014/main" id="{93BF7B23-761E-F48D-5139-283BB7F69CCD}"/>
                </a:ext>
              </a:extLst>
            </p:cNvPr>
            <p:cNvSpPr>
              <a:spLocks noChangeArrowheads="1"/>
            </p:cNvSpPr>
            <p:nvPr/>
          </p:nvSpPr>
          <p:spPr bwMode="auto">
            <a:xfrm>
              <a:off x="4368" y="2256"/>
              <a:ext cx="104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http://www.uu.se/</a:t>
              </a:r>
              <a:endParaRPr lang="en-GB" altLang="en-US" sz="1800">
                <a:latin typeface="Times" panose="02020603050405020304" pitchFamily="18" charset="0"/>
              </a:endParaRPr>
            </a:p>
          </p:txBody>
        </p:sp>
        <p:sp>
          <p:nvSpPr>
            <p:cNvPr id="38939" name="Freeform 26">
              <a:extLst>
                <a:ext uri="{FF2B5EF4-FFF2-40B4-BE49-F238E27FC236}">
                  <a16:creationId xmlns:a16="http://schemas.microsoft.com/office/drawing/2014/main" id="{19B4A0EB-4ECC-D193-37E8-80C638EE3354}"/>
                </a:ext>
              </a:extLst>
            </p:cNvPr>
            <p:cNvSpPr>
              <a:spLocks/>
            </p:cNvSpPr>
            <p:nvPr/>
          </p:nvSpPr>
          <p:spPr bwMode="auto">
            <a:xfrm>
              <a:off x="2084" y="2794"/>
              <a:ext cx="16" cy="1"/>
            </a:xfrm>
            <a:custGeom>
              <a:avLst/>
              <a:gdLst>
                <a:gd name="T0" fmla="*/ 16 w 16"/>
                <a:gd name="T1" fmla="*/ 0 h 1"/>
                <a:gd name="T2" fmla="*/ 16 w 16"/>
                <a:gd name="T3" fmla="*/ 0 h 1"/>
                <a:gd name="T4" fmla="*/ 0 w 16"/>
                <a:gd name="T5" fmla="*/ 0 h 1"/>
                <a:gd name="T6" fmla="*/ 0 60000 65536"/>
                <a:gd name="T7" fmla="*/ 0 60000 65536"/>
                <a:gd name="T8" fmla="*/ 0 60000 65536"/>
                <a:gd name="T9" fmla="*/ 0 w 16"/>
                <a:gd name="T10" fmla="*/ 0 h 1"/>
                <a:gd name="T11" fmla="*/ 16 w 16"/>
                <a:gd name="T12" fmla="*/ 1 h 1"/>
              </a:gdLst>
              <a:ahLst/>
              <a:cxnLst>
                <a:cxn ang="T6">
                  <a:pos x="T0" y="T1"/>
                </a:cxn>
                <a:cxn ang="T7">
                  <a:pos x="T2" y="T3"/>
                </a:cxn>
                <a:cxn ang="T8">
                  <a:pos x="T4" y="T5"/>
                </a:cxn>
              </a:cxnLst>
              <a:rect l="T9" t="T10" r="T11" b="T12"/>
              <a:pathLst>
                <a:path w="16" h="1">
                  <a:moveTo>
                    <a:pt x="16" y="0"/>
                  </a:moveTo>
                  <a:lnTo>
                    <a:pt x="16" y="0"/>
                  </a:lnTo>
                  <a:lnTo>
                    <a:pt x="0" y="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8940" name="Line 27">
              <a:extLst>
                <a:ext uri="{FF2B5EF4-FFF2-40B4-BE49-F238E27FC236}">
                  <a16:creationId xmlns:a16="http://schemas.microsoft.com/office/drawing/2014/main" id="{7E061A8C-8AA5-FECA-0F54-AF89D833798A}"/>
                </a:ext>
              </a:extLst>
            </p:cNvPr>
            <p:cNvSpPr>
              <a:spLocks noChangeShapeType="1"/>
            </p:cNvSpPr>
            <p:nvPr/>
          </p:nvSpPr>
          <p:spPr bwMode="auto">
            <a:xfrm flipH="1">
              <a:off x="2000" y="2851"/>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41" name="Line 28">
              <a:extLst>
                <a:ext uri="{FF2B5EF4-FFF2-40B4-BE49-F238E27FC236}">
                  <a16:creationId xmlns:a16="http://schemas.microsoft.com/office/drawing/2014/main" id="{D78979D9-1EB2-868A-6825-DAE36A71A301}"/>
                </a:ext>
              </a:extLst>
            </p:cNvPr>
            <p:cNvSpPr>
              <a:spLocks noChangeShapeType="1"/>
            </p:cNvSpPr>
            <p:nvPr/>
          </p:nvSpPr>
          <p:spPr bwMode="auto">
            <a:xfrm flipH="1">
              <a:off x="1933" y="2908"/>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42" name="Line 29">
              <a:extLst>
                <a:ext uri="{FF2B5EF4-FFF2-40B4-BE49-F238E27FC236}">
                  <a16:creationId xmlns:a16="http://schemas.microsoft.com/office/drawing/2014/main" id="{31DC31BC-04DC-C0B4-C37A-74694CE1A59A}"/>
                </a:ext>
              </a:extLst>
            </p:cNvPr>
            <p:cNvSpPr>
              <a:spLocks noChangeShapeType="1"/>
            </p:cNvSpPr>
            <p:nvPr/>
          </p:nvSpPr>
          <p:spPr bwMode="auto">
            <a:xfrm flipH="1">
              <a:off x="1850" y="2965"/>
              <a:ext cx="17"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43" name="Line 30">
              <a:extLst>
                <a:ext uri="{FF2B5EF4-FFF2-40B4-BE49-F238E27FC236}">
                  <a16:creationId xmlns:a16="http://schemas.microsoft.com/office/drawing/2014/main" id="{B011B58F-BFF5-21FC-DFC5-44F87A30B0D3}"/>
                </a:ext>
              </a:extLst>
            </p:cNvPr>
            <p:cNvSpPr>
              <a:spLocks noChangeShapeType="1"/>
            </p:cNvSpPr>
            <p:nvPr/>
          </p:nvSpPr>
          <p:spPr bwMode="auto">
            <a:xfrm flipH="1">
              <a:off x="1767" y="3042"/>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44" name="Line 31">
              <a:extLst>
                <a:ext uri="{FF2B5EF4-FFF2-40B4-BE49-F238E27FC236}">
                  <a16:creationId xmlns:a16="http://schemas.microsoft.com/office/drawing/2014/main" id="{779B0E81-B25C-77DE-414A-3B4B1DD37141}"/>
                </a:ext>
              </a:extLst>
            </p:cNvPr>
            <p:cNvSpPr>
              <a:spLocks noChangeShapeType="1"/>
            </p:cNvSpPr>
            <p:nvPr/>
          </p:nvSpPr>
          <p:spPr bwMode="auto">
            <a:xfrm flipH="1">
              <a:off x="1683" y="3099"/>
              <a:ext cx="16"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45" name="Line 32">
              <a:extLst>
                <a:ext uri="{FF2B5EF4-FFF2-40B4-BE49-F238E27FC236}">
                  <a16:creationId xmlns:a16="http://schemas.microsoft.com/office/drawing/2014/main" id="{F14E93A4-07E3-F1C9-0721-D24E50AAB7BF}"/>
                </a:ext>
              </a:extLst>
            </p:cNvPr>
            <p:cNvSpPr>
              <a:spLocks noChangeShapeType="1"/>
            </p:cNvSpPr>
            <p:nvPr/>
          </p:nvSpPr>
          <p:spPr bwMode="auto">
            <a:xfrm flipH="1">
              <a:off x="1599" y="3156"/>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46" name="Line 33">
              <a:extLst>
                <a:ext uri="{FF2B5EF4-FFF2-40B4-BE49-F238E27FC236}">
                  <a16:creationId xmlns:a16="http://schemas.microsoft.com/office/drawing/2014/main" id="{84086252-12A3-F385-6181-D9153829F2DC}"/>
                </a:ext>
              </a:extLst>
            </p:cNvPr>
            <p:cNvSpPr>
              <a:spLocks noChangeShapeType="1"/>
            </p:cNvSpPr>
            <p:nvPr/>
          </p:nvSpPr>
          <p:spPr bwMode="auto">
            <a:xfrm flipH="1">
              <a:off x="1516" y="3213"/>
              <a:ext cx="32"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47" name="Line 34">
              <a:extLst>
                <a:ext uri="{FF2B5EF4-FFF2-40B4-BE49-F238E27FC236}">
                  <a16:creationId xmlns:a16="http://schemas.microsoft.com/office/drawing/2014/main" id="{EA4BFC25-BCC5-028F-9F68-235AF8B760AC}"/>
                </a:ext>
              </a:extLst>
            </p:cNvPr>
            <p:cNvSpPr>
              <a:spLocks noChangeShapeType="1"/>
            </p:cNvSpPr>
            <p:nvPr/>
          </p:nvSpPr>
          <p:spPr bwMode="auto">
            <a:xfrm flipH="1">
              <a:off x="1432" y="3290"/>
              <a:ext cx="33"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48" name="Line 35">
              <a:extLst>
                <a:ext uri="{FF2B5EF4-FFF2-40B4-BE49-F238E27FC236}">
                  <a16:creationId xmlns:a16="http://schemas.microsoft.com/office/drawing/2014/main" id="{59C7D958-ED9E-6D44-51EF-A365F43DAF8B}"/>
                </a:ext>
              </a:extLst>
            </p:cNvPr>
            <p:cNvSpPr>
              <a:spLocks noChangeShapeType="1"/>
            </p:cNvSpPr>
            <p:nvPr/>
          </p:nvSpPr>
          <p:spPr bwMode="auto">
            <a:xfrm flipH="1">
              <a:off x="1365" y="3347"/>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49" name="Line 36">
              <a:extLst>
                <a:ext uri="{FF2B5EF4-FFF2-40B4-BE49-F238E27FC236}">
                  <a16:creationId xmlns:a16="http://schemas.microsoft.com/office/drawing/2014/main" id="{59553FCA-998B-5549-464E-A091F509FF7A}"/>
                </a:ext>
              </a:extLst>
            </p:cNvPr>
            <p:cNvSpPr>
              <a:spLocks noChangeShapeType="1"/>
            </p:cNvSpPr>
            <p:nvPr/>
          </p:nvSpPr>
          <p:spPr bwMode="auto">
            <a:xfrm flipH="1">
              <a:off x="1281" y="3404"/>
              <a:ext cx="17"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50" name="Line 37">
              <a:extLst>
                <a:ext uri="{FF2B5EF4-FFF2-40B4-BE49-F238E27FC236}">
                  <a16:creationId xmlns:a16="http://schemas.microsoft.com/office/drawing/2014/main" id="{17595762-BCC1-42C5-CB44-49D71EB15CF4}"/>
                </a:ext>
              </a:extLst>
            </p:cNvPr>
            <p:cNvSpPr>
              <a:spLocks noChangeShapeType="1"/>
            </p:cNvSpPr>
            <p:nvPr/>
          </p:nvSpPr>
          <p:spPr bwMode="auto">
            <a:xfrm flipH="1">
              <a:off x="1197" y="3481"/>
              <a:ext cx="1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51" name="Line 38">
              <a:extLst>
                <a:ext uri="{FF2B5EF4-FFF2-40B4-BE49-F238E27FC236}">
                  <a16:creationId xmlns:a16="http://schemas.microsoft.com/office/drawing/2014/main" id="{FE1D7FCD-981B-9391-014B-EDA2B402D099}"/>
                </a:ext>
              </a:extLst>
            </p:cNvPr>
            <p:cNvSpPr>
              <a:spLocks noChangeShapeType="1"/>
            </p:cNvSpPr>
            <p:nvPr/>
          </p:nvSpPr>
          <p:spPr bwMode="auto">
            <a:xfrm flipH="1">
              <a:off x="1114" y="3538"/>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52" name="Line 39">
              <a:extLst>
                <a:ext uri="{FF2B5EF4-FFF2-40B4-BE49-F238E27FC236}">
                  <a16:creationId xmlns:a16="http://schemas.microsoft.com/office/drawing/2014/main" id="{B879CC77-1497-A1A6-50AF-89880994FC17}"/>
                </a:ext>
              </a:extLst>
            </p:cNvPr>
            <p:cNvSpPr>
              <a:spLocks noChangeShapeType="1"/>
            </p:cNvSpPr>
            <p:nvPr/>
          </p:nvSpPr>
          <p:spPr bwMode="auto">
            <a:xfrm flipH="1">
              <a:off x="1030" y="3595"/>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53" name="Line 40">
              <a:extLst>
                <a:ext uri="{FF2B5EF4-FFF2-40B4-BE49-F238E27FC236}">
                  <a16:creationId xmlns:a16="http://schemas.microsoft.com/office/drawing/2014/main" id="{46EA7C67-121F-263C-C726-0CA7314276DB}"/>
                </a:ext>
              </a:extLst>
            </p:cNvPr>
            <p:cNvSpPr>
              <a:spLocks noChangeShapeType="1"/>
            </p:cNvSpPr>
            <p:nvPr/>
          </p:nvSpPr>
          <p:spPr bwMode="auto">
            <a:xfrm flipH="1">
              <a:off x="946" y="3652"/>
              <a:ext cx="34"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54" name="Freeform 41">
              <a:extLst>
                <a:ext uri="{FF2B5EF4-FFF2-40B4-BE49-F238E27FC236}">
                  <a16:creationId xmlns:a16="http://schemas.microsoft.com/office/drawing/2014/main" id="{AFAD99C5-B547-7B2F-F5FB-7F703F385D28}"/>
                </a:ext>
              </a:extLst>
            </p:cNvPr>
            <p:cNvSpPr>
              <a:spLocks/>
            </p:cNvSpPr>
            <p:nvPr/>
          </p:nvSpPr>
          <p:spPr bwMode="auto">
            <a:xfrm>
              <a:off x="880" y="3729"/>
              <a:ext cx="16" cy="1"/>
            </a:xfrm>
            <a:custGeom>
              <a:avLst/>
              <a:gdLst>
                <a:gd name="T0" fmla="*/ 16 w 16"/>
                <a:gd name="T1" fmla="*/ 0 h 1"/>
                <a:gd name="T2" fmla="*/ 0 w 16"/>
                <a:gd name="T3" fmla="*/ 0 h 1"/>
                <a:gd name="T4" fmla="*/ 16 w 16"/>
                <a:gd name="T5" fmla="*/ 0 h 1"/>
                <a:gd name="T6" fmla="*/ 0 60000 65536"/>
                <a:gd name="T7" fmla="*/ 0 60000 65536"/>
                <a:gd name="T8" fmla="*/ 0 60000 65536"/>
                <a:gd name="T9" fmla="*/ 0 w 16"/>
                <a:gd name="T10" fmla="*/ 0 h 1"/>
                <a:gd name="T11" fmla="*/ 16 w 16"/>
                <a:gd name="T12" fmla="*/ 1 h 1"/>
              </a:gdLst>
              <a:ahLst/>
              <a:cxnLst>
                <a:cxn ang="T6">
                  <a:pos x="T0" y="T1"/>
                </a:cxn>
                <a:cxn ang="T7">
                  <a:pos x="T2" y="T3"/>
                </a:cxn>
                <a:cxn ang="T8">
                  <a:pos x="T4" y="T5"/>
                </a:cxn>
              </a:cxnLst>
              <a:rect l="T9" t="T10" r="T11" b="T12"/>
              <a:pathLst>
                <a:path w="16" h="1">
                  <a:moveTo>
                    <a:pt x="16" y="0"/>
                  </a:moveTo>
                  <a:lnTo>
                    <a:pt x="0" y="0"/>
                  </a:lnTo>
                  <a:lnTo>
                    <a:pt x="16"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8955" name="Line 42">
              <a:extLst>
                <a:ext uri="{FF2B5EF4-FFF2-40B4-BE49-F238E27FC236}">
                  <a16:creationId xmlns:a16="http://schemas.microsoft.com/office/drawing/2014/main" id="{106F92CD-5363-09D2-43C6-F9271DABFC2B}"/>
                </a:ext>
              </a:extLst>
            </p:cNvPr>
            <p:cNvSpPr>
              <a:spLocks noChangeShapeType="1"/>
            </p:cNvSpPr>
            <p:nvPr/>
          </p:nvSpPr>
          <p:spPr bwMode="auto">
            <a:xfrm>
              <a:off x="964"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56" name="Line 43">
              <a:extLst>
                <a:ext uri="{FF2B5EF4-FFF2-40B4-BE49-F238E27FC236}">
                  <a16:creationId xmlns:a16="http://schemas.microsoft.com/office/drawing/2014/main" id="{362190FA-8238-B7A3-7E6C-361A98733457}"/>
                </a:ext>
              </a:extLst>
            </p:cNvPr>
            <p:cNvSpPr>
              <a:spLocks noChangeShapeType="1"/>
            </p:cNvSpPr>
            <p:nvPr/>
          </p:nvSpPr>
          <p:spPr bwMode="auto">
            <a:xfrm>
              <a:off x="1064"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57" name="Line 44">
              <a:extLst>
                <a:ext uri="{FF2B5EF4-FFF2-40B4-BE49-F238E27FC236}">
                  <a16:creationId xmlns:a16="http://schemas.microsoft.com/office/drawing/2014/main" id="{7C0090A4-CD80-D46F-3DC4-9C844BBBCFB0}"/>
                </a:ext>
              </a:extLst>
            </p:cNvPr>
            <p:cNvSpPr>
              <a:spLocks noChangeShapeType="1"/>
            </p:cNvSpPr>
            <p:nvPr/>
          </p:nvSpPr>
          <p:spPr bwMode="auto">
            <a:xfrm>
              <a:off x="1164"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58" name="Line 45">
              <a:extLst>
                <a:ext uri="{FF2B5EF4-FFF2-40B4-BE49-F238E27FC236}">
                  <a16:creationId xmlns:a16="http://schemas.microsoft.com/office/drawing/2014/main" id="{C0653033-6DB1-2390-96CB-85B56B2F597A}"/>
                </a:ext>
              </a:extLst>
            </p:cNvPr>
            <p:cNvSpPr>
              <a:spLocks noChangeShapeType="1"/>
            </p:cNvSpPr>
            <p:nvPr/>
          </p:nvSpPr>
          <p:spPr bwMode="auto">
            <a:xfrm>
              <a:off x="1265" y="3729"/>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59" name="Line 46">
              <a:extLst>
                <a:ext uri="{FF2B5EF4-FFF2-40B4-BE49-F238E27FC236}">
                  <a16:creationId xmlns:a16="http://schemas.microsoft.com/office/drawing/2014/main" id="{870B9230-7AE6-3CC1-1687-601D222D64B1}"/>
                </a:ext>
              </a:extLst>
            </p:cNvPr>
            <p:cNvSpPr>
              <a:spLocks noChangeShapeType="1"/>
            </p:cNvSpPr>
            <p:nvPr/>
          </p:nvSpPr>
          <p:spPr bwMode="auto">
            <a:xfrm>
              <a:off x="1365"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60" name="Line 47">
              <a:extLst>
                <a:ext uri="{FF2B5EF4-FFF2-40B4-BE49-F238E27FC236}">
                  <a16:creationId xmlns:a16="http://schemas.microsoft.com/office/drawing/2014/main" id="{27921A59-A5C5-F055-F8D1-9ACF3F98F74A}"/>
                </a:ext>
              </a:extLst>
            </p:cNvPr>
            <p:cNvSpPr>
              <a:spLocks noChangeShapeType="1"/>
            </p:cNvSpPr>
            <p:nvPr/>
          </p:nvSpPr>
          <p:spPr bwMode="auto">
            <a:xfrm>
              <a:off x="1465"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61" name="Line 48">
              <a:extLst>
                <a:ext uri="{FF2B5EF4-FFF2-40B4-BE49-F238E27FC236}">
                  <a16:creationId xmlns:a16="http://schemas.microsoft.com/office/drawing/2014/main" id="{7C2FAAD8-B9F1-DA12-7928-0DC763386459}"/>
                </a:ext>
              </a:extLst>
            </p:cNvPr>
            <p:cNvSpPr>
              <a:spLocks noChangeShapeType="1"/>
            </p:cNvSpPr>
            <p:nvPr/>
          </p:nvSpPr>
          <p:spPr bwMode="auto">
            <a:xfrm>
              <a:off x="1566" y="3729"/>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62" name="Line 49">
              <a:extLst>
                <a:ext uri="{FF2B5EF4-FFF2-40B4-BE49-F238E27FC236}">
                  <a16:creationId xmlns:a16="http://schemas.microsoft.com/office/drawing/2014/main" id="{DB4E58DD-BE08-C609-2835-F65916CD4D1A}"/>
                </a:ext>
              </a:extLst>
            </p:cNvPr>
            <p:cNvSpPr>
              <a:spLocks noChangeShapeType="1"/>
            </p:cNvSpPr>
            <p:nvPr/>
          </p:nvSpPr>
          <p:spPr bwMode="auto">
            <a:xfrm>
              <a:off x="1666"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63" name="Line 50">
              <a:extLst>
                <a:ext uri="{FF2B5EF4-FFF2-40B4-BE49-F238E27FC236}">
                  <a16:creationId xmlns:a16="http://schemas.microsoft.com/office/drawing/2014/main" id="{37252296-A780-8D7C-D18B-4AB66D45DB54}"/>
                </a:ext>
              </a:extLst>
            </p:cNvPr>
            <p:cNvSpPr>
              <a:spLocks noChangeShapeType="1"/>
            </p:cNvSpPr>
            <p:nvPr/>
          </p:nvSpPr>
          <p:spPr bwMode="auto">
            <a:xfrm>
              <a:off x="1749"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64" name="Line 51">
              <a:extLst>
                <a:ext uri="{FF2B5EF4-FFF2-40B4-BE49-F238E27FC236}">
                  <a16:creationId xmlns:a16="http://schemas.microsoft.com/office/drawing/2014/main" id="{923C6892-E3C6-6E47-72D9-8E6703085FD1}"/>
                </a:ext>
              </a:extLst>
            </p:cNvPr>
            <p:cNvSpPr>
              <a:spLocks noChangeShapeType="1"/>
            </p:cNvSpPr>
            <p:nvPr/>
          </p:nvSpPr>
          <p:spPr bwMode="auto">
            <a:xfrm>
              <a:off x="1850"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65" name="Line 52">
              <a:extLst>
                <a:ext uri="{FF2B5EF4-FFF2-40B4-BE49-F238E27FC236}">
                  <a16:creationId xmlns:a16="http://schemas.microsoft.com/office/drawing/2014/main" id="{C153B0F0-10B4-23C2-C699-9EC02AB5D1B1}"/>
                </a:ext>
              </a:extLst>
            </p:cNvPr>
            <p:cNvSpPr>
              <a:spLocks noChangeShapeType="1"/>
            </p:cNvSpPr>
            <p:nvPr/>
          </p:nvSpPr>
          <p:spPr bwMode="auto">
            <a:xfrm>
              <a:off x="1950"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66" name="Line 53">
              <a:extLst>
                <a:ext uri="{FF2B5EF4-FFF2-40B4-BE49-F238E27FC236}">
                  <a16:creationId xmlns:a16="http://schemas.microsoft.com/office/drawing/2014/main" id="{6B6EA5EC-408E-C7E1-EE68-23A1B661D389}"/>
                </a:ext>
              </a:extLst>
            </p:cNvPr>
            <p:cNvSpPr>
              <a:spLocks noChangeShapeType="1"/>
            </p:cNvSpPr>
            <p:nvPr/>
          </p:nvSpPr>
          <p:spPr bwMode="auto">
            <a:xfrm>
              <a:off x="2050"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67" name="Line 54">
              <a:extLst>
                <a:ext uri="{FF2B5EF4-FFF2-40B4-BE49-F238E27FC236}">
                  <a16:creationId xmlns:a16="http://schemas.microsoft.com/office/drawing/2014/main" id="{CF16247C-AD91-FDEF-E5F2-A012B948FBE4}"/>
                </a:ext>
              </a:extLst>
            </p:cNvPr>
            <p:cNvSpPr>
              <a:spLocks noChangeShapeType="1"/>
            </p:cNvSpPr>
            <p:nvPr/>
          </p:nvSpPr>
          <p:spPr bwMode="auto">
            <a:xfrm>
              <a:off x="2151"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68" name="Line 55">
              <a:extLst>
                <a:ext uri="{FF2B5EF4-FFF2-40B4-BE49-F238E27FC236}">
                  <a16:creationId xmlns:a16="http://schemas.microsoft.com/office/drawing/2014/main" id="{FC72E2CD-2A95-1079-6037-EF32E0CDCF5C}"/>
                </a:ext>
              </a:extLst>
            </p:cNvPr>
            <p:cNvSpPr>
              <a:spLocks noChangeShapeType="1"/>
            </p:cNvSpPr>
            <p:nvPr/>
          </p:nvSpPr>
          <p:spPr bwMode="auto">
            <a:xfrm>
              <a:off x="2251"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69" name="Line 56">
              <a:extLst>
                <a:ext uri="{FF2B5EF4-FFF2-40B4-BE49-F238E27FC236}">
                  <a16:creationId xmlns:a16="http://schemas.microsoft.com/office/drawing/2014/main" id="{3A03DCDC-B128-A690-0582-C5F41328F711}"/>
                </a:ext>
              </a:extLst>
            </p:cNvPr>
            <p:cNvSpPr>
              <a:spLocks noChangeShapeType="1"/>
            </p:cNvSpPr>
            <p:nvPr/>
          </p:nvSpPr>
          <p:spPr bwMode="auto">
            <a:xfrm>
              <a:off x="2351" y="3729"/>
              <a:ext cx="1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70" name="Line 57">
              <a:extLst>
                <a:ext uri="{FF2B5EF4-FFF2-40B4-BE49-F238E27FC236}">
                  <a16:creationId xmlns:a16="http://schemas.microsoft.com/office/drawing/2014/main" id="{2D21D027-B3BB-A107-F644-A61D9F5E14AD}"/>
                </a:ext>
              </a:extLst>
            </p:cNvPr>
            <p:cNvSpPr>
              <a:spLocks noChangeShapeType="1"/>
            </p:cNvSpPr>
            <p:nvPr/>
          </p:nvSpPr>
          <p:spPr bwMode="auto">
            <a:xfrm>
              <a:off x="2452"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71" name="Line 58">
              <a:extLst>
                <a:ext uri="{FF2B5EF4-FFF2-40B4-BE49-F238E27FC236}">
                  <a16:creationId xmlns:a16="http://schemas.microsoft.com/office/drawing/2014/main" id="{F17F1DBA-B96F-25A6-478E-81B85AA69438}"/>
                </a:ext>
              </a:extLst>
            </p:cNvPr>
            <p:cNvSpPr>
              <a:spLocks noChangeShapeType="1"/>
            </p:cNvSpPr>
            <p:nvPr/>
          </p:nvSpPr>
          <p:spPr bwMode="auto">
            <a:xfrm>
              <a:off x="2552"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72" name="Line 59">
              <a:extLst>
                <a:ext uri="{FF2B5EF4-FFF2-40B4-BE49-F238E27FC236}">
                  <a16:creationId xmlns:a16="http://schemas.microsoft.com/office/drawing/2014/main" id="{B9900415-45AA-CCA8-CCB2-7847CBE83DA7}"/>
                </a:ext>
              </a:extLst>
            </p:cNvPr>
            <p:cNvSpPr>
              <a:spLocks noChangeShapeType="1"/>
            </p:cNvSpPr>
            <p:nvPr/>
          </p:nvSpPr>
          <p:spPr bwMode="auto">
            <a:xfrm>
              <a:off x="2636"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73" name="Line 60">
              <a:extLst>
                <a:ext uri="{FF2B5EF4-FFF2-40B4-BE49-F238E27FC236}">
                  <a16:creationId xmlns:a16="http://schemas.microsoft.com/office/drawing/2014/main" id="{29F405F4-4740-F075-ABB6-2D0916140887}"/>
                </a:ext>
              </a:extLst>
            </p:cNvPr>
            <p:cNvSpPr>
              <a:spLocks noChangeShapeType="1"/>
            </p:cNvSpPr>
            <p:nvPr/>
          </p:nvSpPr>
          <p:spPr bwMode="auto">
            <a:xfrm>
              <a:off x="2736"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74" name="Line 61">
              <a:extLst>
                <a:ext uri="{FF2B5EF4-FFF2-40B4-BE49-F238E27FC236}">
                  <a16:creationId xmlns:a16="http://schemas.microsoft.com/office/drawing/2014/main" id="{1B5354D2-FFF8-B9F5-5CAE-0159EEBEA50D}"/>
                </a:ext>
              </a:extLst>
            </p:cNvPr>
            <p:cNvSpPr>
              <a:spLocks noChangeShapeType="1"/>
            </p:cNvSpPr>
            <p:nvPr/>
          </p:nvSpPr>
          <p:spPr bwMode="auto">
            <a:xfrm>
              <a:off x="2837"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75" name="Line 62">
              <a:extLst>
                <a:ext uri="{FF2B5EF4-FFF2-40B4-BE49-F238E27FC236}">
                  <a16:creationId xmlns:a16="http://schemas.microsoft.com/office/drawing/2014/main" id="{CCF0AE36-E8C5-A881-4972-44591157C20B}"/>
                </a:ext>
              </a:extLst>
            </p:cNvPr>
            <p:cNvSpPr>
              <a:spLocks noChangeShapeType="1"/>
            </p:cNvSpPr>
            <p:nvPr/>
          </p:nvSpPr>
          <p:spPr bwMode="auto">
            <a:xfrm>
              <a:off x="2937"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76" name="Line 63">
              <a:extLst>
                <a:ext uri="{FF2B5EF4-FFF2-40B4-BE49-F238E27FC236}">
                  <a16:creationId xmlns:a16="http://schemas.microsoft.com/office/drawing/2014/main" id="{69BF85DC-744A-A92B-457A-74D0FAC93ED5}"/>
                </a:ext>
              </a:extLst>
            </p:cNvPr>
            <p:cNvSpPr>
              <a:spLocks noChangeShapeType="1"/>
            </p:cNvSpPr>
            <p:nvPr/>
          </p:nvSpPr>
          <p:spPr bwMode="auto">
            <a:xfrm>
              <a:off x="3037"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77" name="Line 64">
              <a:extLst>
                <a:ext uri="{FF2B5EF4-FFF2-40B4-BE49-F238E27FC236}">
                  <a16:creationId xmlns:a16="http://schemas.microsoft.com/office/drawing/2014/main" id="{F745FEC2-3EBC-2873-1F35-A851EE19E895}"/>
                </a:ext>
              </a:extLst>
            </p:cNvPr>
            <p:cNvSpPr>
              <a:spLocks noChangeShapeType="1"/>
            </p:cNvSpPr>
            <p:nvPr/>
          </p:nvSpPr>
          <p:spPr bwMode="auto">
            <a:xfrm>
              <a:off x="3138" y="3729"/>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78" name="Line 65">
              <a:extLst>
                <a:ext uri="{FF2B5EF4-FFF2-40B4-BE49-F238E27FC236}">
                  <a16:creationId xmlns:a16="http://schemas.microsoft.com/office/drawing/2014/main" id="{4746405F-B7C0-614F-6CD0-D2DAE6744664}"/>
                </a:ext>
              </a:extLst>
            </p:cNvPr>
            <p:cNvSpPr>
              <a:spLocks noChangeShapeType="1"/>
            </p:cNvSpPr>
            <p:nvPr/>
          </p:nvSpPr>
          <p:spPr bwMode="auto">
            <a:xfrm>
              <a:off x="3238" y="3729"/>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79" name="Freeform 66">
              <a:extLst>
                <a:ext uri="{FF2B5EF4-FFF2-40B4-BE49-F238E27FC236}">
                  <a16:creationId xmlns:a16="http://schemas.microsoft.com/office/drawing/2014/main" id="{689941C4-48D8-2D4E-91B8-CE0A311FF94C}"/>
                </a:ext>
              </a:extLst>
            </p:cNvPr>
            <p:cNvSpPr>
              <a:spLocks/>
            </p:cNvSpPr>
            <p:nvPr/>
          </p:nvSpPr>
          <p:spPr bwMode="auto">
            <a:xfrm>
              <a:off x="3338" y="3729"/>
              <a:ext cx="17" cy="1"/>
            </a:xfrm>
            <a:custGeom>
              <a:avLst/>
              <a:gdLst>
                <a:gd name="T0" fmla="*/ 0 w 17"/>
                <a:gd name="T1" fmla="*/ 0 h 1"/>
                <a:gd name="T2" fmla="*/ 17 w 17"/>
                <a:gd name="T3" fmla="*/ 0 h 1"/>
                <a:gd name="T4" fmla="*/ 0 w 17"/>
                <a:gd name="T5" fmla="*/ 0 h 1"/>
                <a:gd name="T6" fmla="*/ 0 60000 65536"/>
                <a:gd name="T7" fmla="*/ 0 60000 65536"/>
                <a:gd name="T8" fmla="*/ 0 60000 65536"/>
                <a:gd name="T9" fmla="*/ 0 w 17"/>
                <a:gd name="T10" fmla="*/ 0 h 1"/>
                <a:gd name="T11" fmla="*/ 17 w 17"/>
                <a:gd name="T12" fmla="*/ 1 h 1"/>
              </a:gdLst>
              <a:ahLst/>
              <a:cxnLst>
                <a:cxn ang="T6">
                  <a:pos x="T0" y="T1"/>
                </a:cxn>
                <a:cxn ang="T7">
                  <a:pos x="T2" y="T3"/>
                </a:cxn>
                <a:cxn ang="T8">
                  <a:pos x="T4" y="T5"/>
                </a:cxn>
              </a:cxnLst>
              <a:rect l="T9" t="T10" r="T11" b="T12"/>
              <a:pathLst>
                <a:path w="17" h="1">
                  <a:moveTo>
                    <a:pt x="0" y="0"/>
                  </a:moveTo>
                  <a:lnTo>
                    <a:pt x="17" y="0"/>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38980" name="Line 67">
              <a:extLst>
                <a:ext uri="{FF2B5EF4-FFF2-40B4-BE49-F238E27FC236}">
                  <a16:creationId xmlns:a16="http://schemas.microsoft.com/office/drawing/2014/main" id="{7A4C5059-5EA7-E260-60CD-26D9840B16E6}"/>
                </a:ext>
              </a:extLst>
            </p:cNvPr>
            <p:cNvSpPr>
              <a:spLocks noChangeShapeType="1"/>
            </p:cNvSpPr>
            <p:nvPr/>
          </p:nvSpPr>
          <p:spPr bwMode="auto">
            <a:xfrm flipH="1" flipV="1">
              <a:off x="3254" y="3652"/>
              <a:ext cx="18"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81" name="Line 68">
              <a:extLst>
                <a:ext uri="{FF2B5EF4-FFF2-40B4-BE49-F238E27FC236}">
                  <a16:creationId xmlns:a16="http://schemas.microsoft.com/office/drawing/2014/main" id="{D23D5B3A-AF13-C9E5-96F2-695552275292}"/>
                </a:ext>
              </a:extLst>
            </p:cNvPr>
            <p:cNvSpPr>
              <a:spLocks noChangeShapeType="1"/>
            </p:cNvSpPr>
            <p:nvPr/>
          </p:nvSpPr>
          <p:spPr bwMode="auto">
            <a:xfrm flipH="1" flipV="1">
              <a:off x="3171" y="3595"/>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82" name="Line 69">
              <a:extLst>
                <a:ext uri="{FF2B5EF4-FFF2-40B4-BE49-F238E27FC236}">
                  <a16:creationId xmlns:a16="http://schemas.microsoft.com/office/drawing/2014/main" id="{28C0FC36-5FC2-D4D6-8D21-FA970135E191}"/>
                </a:ext>
              </a:extLst>
            </p:cNvPr>
            <p:cNvSpPr>
              <a:spLocks noChangeShapeType="1"/>
            </p:cNvSpPr>
            <p:nvPr/>
          </p:nvSpPr>
          <p:spPr bwMode="auto">
            <a:xfrm flipH="1" flipV="1">
              <a:off x="3087" y="3538"/>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83" name="Line 70">
              <a:extLst>
                <a:ext uri="{FF2B5EF4-FFF2-40B4-BE49-F238E27FC236}">
                  <a16:creationId xmlns:a16="http://schemas.microsoft.com/office/drawing/2014/main" id="{C18E7039-702E-85B4-940E-A636FE5B05F5}"/>
                </a:ext>
              </a:extLst>
            </p:cNvPr>
            <p:cNvSpPr>
              <a:spLocks noChangeShapeType="1"/>
            </p:cNvSpPr>
            <p:nvPr/>
          </p:nvSpPr>
          <p:spPr bwMode="auto">
            <a:xfrm flipH="1">
              <a:off x="3004" y="3481"/>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84" name="Line 71">
              <a:extLst>
                <a:ext uri="{FF2B5EF4-FFF2-40B4-BE49-F238E27FC236}">
                  <a16:creationId xmlns:a16="http://schemas.microsoft.com/office/drawing/2014/main" id="{716C2AD7-D67A-C23F-B75F-924CC308E06C}"/>
                </a:ext>
              </a:extLst>
            </p:cNvPr>
            <p:cNvSpPr>
              <a:spLocks noChangeShapeType="1"/>
            </p:cNvSpPr>
            <p:nvPr/>
          </p:nvSpPr>
          <p:spPr bwMode="auto">
            <a:xfrm flipH="1" flipV="1">
              <a:off x="2921" y="3404"/>
              <a:ext cx="16"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85" name="Line 72">
              <a:extLst>
                <a:ext uri="{FF2B5EF4-FFF2-40B4-BE49-F238E27FC236}">
                  <a16:creationId xmlns:a16="http://schemas.microsoft.com/office/drawing/2014/main" id="{D6800CAE-6492-6311-B4F5-348EBD771AA2}"/>
                </a:ext>
              </a:extLst>
            </p:cNvPr>
            <p:cNvSpPr>
              <a:spLocks noChangeShapeType="1"/>
            </p:cNvSpPr>
            <p:nvPr/>
          </p:nvSpPr>
          <p:spPr bwMode="auto">
            <a:xfrm flipH="1" flipV="1">
              <a:off x="2837" y="3347"/>
              <a:ext cx="16"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86" name="Line 73">
              <a:extLst>
                <a:ext uri="{FF2B5EF4-FFF2-40B4-BE49-F238E27FC236}">
                  <a16:creationId xmlns:a16="http://schemas.microsoft.com/office/drawing/2014/main" id="{C411350B-17FF-5B2F-07AA-F23C7D1E3AD0}"/>
                </a:ext>
              </a:extLst>
            </p:cNvPr>
            <p:cNvSpPr>
              <a:spLocks noChangeShapeType="1"/>
            </p:cNvSpPr>
            <p:nvPr/>
          </p:nvSpPr>
          <p:spPr bwMode="auto">
            <a:xfrm flipH="1" flipV="1">
              <a:off x="2753" y="3290"/>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87" name="Line 74">
              <a:extLst>
                <a:ext uri="{FF2B5EF4-FFF2-40B4-BE49-F238E27FC236}">
                  <a16:creationId xmlns:a16="http://schemas.microsoft.com/office/drawing/2014/main" id="{DFF5F7AE-478B-31C9-46FE-39C0DAFFFC07}"/>
                </a:ext>
              </a:extLst>
            </p:cNvPr>
            <p:cNvSpPr>
              <a:spLocks noChangeShapeType="1"/>
            </p:cNvSpPr>
            <p:nvPr/>
          </p:nvSpPr>
          <p:spPr bwMode="auto">
            <a:xfrm flipH="1" flipV="1">
              <a:off x="2670" y="3213"/>
              <a:ext cx="16"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88" name="Line 75">
              <a:extLst>
                <a:ext uri="{FF2B5EF4-FFF2-40B4-BE49-F238E27FC236}">
                  <a16:creationId xmlns:a16="http://schemas.microsoft.com/office/drawing/2014/main" id="{964E0974-B9A1-C850-374E-5203F746A8D1}"/>
                </a:ext>
              </a:extLst>
            </p:cNvPr>
            <p:cNvSpPr>
              <a:spLocks noChangeShapeType="1"/>
            </p:cNvSpPr>
            <p:nvPr/>
          </p:nvSpPr>
          <p:spPr bwMode="auto">
            <a:xfrm flipH="1" flipV="1">
              <a:off x="2586" y="3156"/>
              <a:ext cx="16"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89" name="Line 76">
              <a:extLst>
                <a:ext uri="{FF2B5EF4-FFF2-40B4-BE49-F238E27FC236}">
                  <a16:creationId xmlns:a16="http://schemas.microsoft.com/office/drawing/2014/main" id="{F184B418-4851-FB0C-8C3B-4AE49163CE68}"/>
                </a:ext>
              </a:extLst>
            </p:cNvPr>
            <p:cNvSpPr>
              <a:spLocks noChangeShapeType="1"/>
            </p:cNvSpPr>
            <p:nvPr/>
          </p:nvSpPr>
          <p:spPr bwMode="auto">
            <a:xfrm flipH="1" flipV="1">
              <a:off x="2502" y="3099"/>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90" name="Line 77">
              <a:extLst>
                <a:ext uri="{FF2B5EF4-FFF2-40B4-BE49-F238E27FC236}">
                  <a16:creationId xmlns:a16="http://schemas.microsoft.com/office/drawing/2014/main" id="{89C0B182-0F2E-52AF-E731-7595917191D7}"/>
                </a:ext>
              </a:extLst>
            </p:cNvPr>
            <p:cNvSpPr>
              <a:spLocks noChangeShapeType="1"/>
            </p:cNvSpPr>
            <p:nvPr/>
          </p:nvSpPr>
          <p:spPr bwMode="auto">
            <a:xfrm flipH="1">
              <a:off x="2419" y="3042"/>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91" name="Line 78">
              <a:extLst>
                <a:ext uri="{FF2B5EF4-FFF2-40B4-BE49-F238E27FC236}">
                  <a16:creationId xmlns:a16="http://schemas.microsoft.com/office/drawing/2014/main" id="{AE374587-7EA7-E82A-BD23-0B2A8AE7BDB1}"/>
                </a:ext>
              </a:extLst>
            </p:cNvPr>
            <p:cNvSpPr>
              <a:spLocks noChangeShapeType="1"/>
            </p:cNvSpPr>
            <p:nvPr/>
          </p:nvSpPr>
          <p:spPr bwMode="auto">
            <a:xfrm flipH="1" flipV="1">
              <a:off x="2335" y="2965"/>
              <a:ext cx="16"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92" name="Line 79">
              <a:extLst>
                <a:ext uri="{FF2B5EF4-FFF2-40B4-BE49-F238E27FC236}">
                  <a16:creationId xmlns:a16="http://schemas.microsoft.com/office/drawing/2014/main" id="{ECC957E2-7E91-6604-5969-C69C45A63626}"/>
                </a:ext>
              </a:extLst>
            </p:cNvPr>
            <p:cNvSpPr>
              <a:spLocks noChangeShapeType="1"/>
            </p:cNvSpPr>
            <p:nvPr/>
          </p:nvSpPr>
          <p:spPr bwMode="auto">
            <a:xfrm flipH="1" flipV="1">
              <a:off x="2251" y="2908"/>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93" name="Line 80">
              <a:extLst>
                <a:ext uri="{FF2B5EF4-FFF2-40B4-BE49-F238E27FC236}">
                  <a16:creationId xmlns:a16="http://schemas.microsoft.com/office/drawing/2014/main" id="{F19CF96F-7F9D-D957-8845-3E9B147FA6FE}"/>
                </a:ext>
              </a:extLst>
            </p:cNvPr>
            <p:cNvSpPr>
              <a:spLocks noChangeShapeType="1"/>
            </p:cNvSpPr>
            <p:nvPr/>
          </p:nvSpPr>
          <p:spPr bwMode="auto">
            <a:xfrm flipH="1">
              <a:off x="2168" y="2851"/>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994" name="Rectangle 81">
              <a:extLst>
                <a:ext uri="{FF2B5EF4-FFF2-40B4-BE49-F238E27FC236}">
                  <a16:creationId xmlns:a16="http://schemas.microsoft.com/office/drawing/2014/main" id="{5F67867E-00BF-9DEF-3875-23B41E8F6D0A}"/>
                </a:ext>
              </a:extLst>
            </p:cNvPr>
            <p:cNvSpPr>
              <a:spLocks noChangeArrowheads="1"/>
            </p:cNvSpPr>
            <p:nvPr/>
          </p:nvSpPr>
          <p:spPr bwMode="auto">
            <a:xfrm>
              <a:off x="480" y="2993"/>
              <a:ext cx="84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File system of</a:t>
              </a:r>
              <a:endParaRPr lang="en-GB" altLang="en-US" sz="1800">
                <a:latin typeface="Times" panose="02020603050405020304" pitchFamily="18" charset="0"/>
              </a:endParaRPr>
            </a:p>
          </p:txBody>
        </p:sp>
        <p:sp>
          <p:nvSpPr>
            <p:cNvPr id="38995" name="Rectangle 82">
              <a:extLst>
                <a:ext uri="{FF2B5EF4-FFF2-40B4-BE49-F238E27FC236}">
                  <a16:creationId xmlns:a16="http://schemas.microsoft.com/office/drawing/2014/main" id="{D91872E2-4687-5AE0-4C17-DA3878618C98}"/>
                </a:ext>
              </a:extLst>
            </p:cNvPr>
            <p:cNvSpPr>
              <a:spLocks noChangeArrowheads="1"/>
            </p:cNvSpPr>
            <p:nvPr/>
          </p:nvSpPr>
          <p:spPr bwMode="auto">
            <a:xfrm>
              <a:off x="480" y="3165"/>
              <a:ext cx="81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en-US" sz="1275">
                  <a:solidFill>
                    <a:srgbClr val="000000"/>
                  </a:solidFill>
                  <a:latin typeface="Arial" panose="020B0604020202020204" pitchFamily="34" charset="0"/>
                </a:rPr>
                <a:t>www.w3c.org</a:t>
              </a:r>
              <a:endParaRPr lang="en-GB" altLang="en-US" sz="1800">
                <a:latin typeface="Times" panose="02020603050405020304" pitchFamily="18" charset="0"/>
              </a:endParaRPr>
            </a:p>
          </p:txBody>
        </p:sp>
        <p:sp>
          <p:nvSpPr>
            <p:cNvPr id="38996" name="Oval 83">
              <a:extLst>
                <a:ext uri="{FF2B5EF4-FFF2-40B4-BE49-F238E27FC236}">
                  <a16:creationId xmlns:a16="http://schemas.microsoft.com/office/drawing/2014/main" id="{BB9081A0-EA36-61DE-E8F6-DDFBE1BCFA29}"/>
                </a:ext>
              </a:extLst>
            </p:cNvPr>
            <p:cNvSpPr>
              <a:spLocks noChangeArrowheads="1"/>
            </p:cNvSpPr>
            <p:nvPr/>
          </p:nvSpPr>
          <p:spPr bwMode="auto">
            <a:xfrm>
              <a:off x="2034" y="1210"/>
              <a:ext cx="184" cy="191"/>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8997" name="Rectangle 84">
              <a:extLst>
                <a:ext uri="{FF2B5EF4-FFF2-40B4-BE49-F238E27FC236}">
                  <a16:creationId xmlns:a16="http://schemas.microsoft.com/office/drawing/2014/main" id="{05C41575-3043-08E7-471B-4D4158C194C7}"/>
                </a:ext>
              </a:extLst>
            </p:cNvPr>
            <p:cNvSpPr>
              <a:spLocks noChangeArrowheads="1"/>
            </p:cNvSpPr>
            <p:nvPr/>
          </p:nvSpPr>
          <p:spPr bwMode="auto">
            <a:xfrm>
              <a:off x="1767" y="2012"/>
              <a:ext cx="200" cy="248"/>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8998" name="Rectangle 85">
              <a:extLst>
                <a:ext uri="{FF2B5EF4-FFF2-40B4-BE49-F238E27FC236}">
                  <a16:creationId xmlns:a16="http://schemas.microsoft.com/office/drawing/2014/main" id="{F24C58A5-64DD-9F7C-DCED-F8FEBA1472AC}"/>
                </a:ext>
              </a:extLst>
            </p:cNvPr>
            <p:cNvSpPr>
              <a:spLocks noChangeArrowheads="1"/>
            </p:cNvSpPr>
            <p:nvPr/>
          </p:nvSpPr>
          <p:spPr bwMode="auto">
            <a:xfrm>
              <a:off x="1767" y="2012"/>
              <a:ext cx="217" cy="266"/>
            </a:xfrm>
            <a:prstGeom prst="rect">
              <a:avLst/>
            </a:prstGeom>
            <a:noFill/>
            <a:ln w="25400">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8999" name="Oval 86">
              <a:extLst>
                <a:ext uri="{FF2B5EF4-FFF2-40B4-BE49-F238E27FC236}">
                  <a16:creationId xmlns:a16="http://schemas.microsoft.com/office/drawing/2014/main" id="{1876C278-5F00-1771-F005-D57C1F44A552}"/>
                </a:ext>
              </a:extLst>
            </p:cNvPr>
            <p:cNvSpPr>
              <a:spLocks noChangeArrowheads="1"/>
            </p:cNvSpPr>
            <p:nvPr/>
          </p:nvSpPr>
          <p:spPr bwMode="auto">
            <a:xfrm>
              <a:off x="1783" y="2031"/>
              <a:ext cx="184" cy="209"/>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9000" name="Rectangle 87">
              <a:extLst>
                <a:ext uri="{FF2B5EF4-FFF2-40B4-BE49-F238E27FC236}">
                  <a16:creationId xmlns:a16="http://schemas.microsoft.com/office/drawing/2014/main" id="{1BC68408-27FF-4EFE-1FE3-58D057BE0A61}"/>
                </a:ext>
              </a:extLst>
            </p:cNvPr>
            <p:cNvSpPr>
              <a:spLocks noChangeArrowheads="1"/>
            </p:cNvSpPr>
            <p:nvPr/>
          </p:nvSpPr>
          <p:spPr bwMode="auto">
            <a:xfrm>
              <a:off x="2000" y="2508"/>
              <a:ext cx="201" cy="266"/>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9001" name="Rectangle 88">
              <a:extLst>
                <a:ext uri="{FF2B5EF4-FFF2-40B4-BE49-F238E27FC236}">
                  <a16:creationId xmlns:a16="http://schemas.microsoft.com/office/drawing/2014/main" id="{8EB31AD9-1270-2C92-9BAE-88759F717ADF}"/>
                </a:ext>
              </a:extLst>
            </p:cNvPr>
            <p:cNvSpPr>
              <a:spLocks noChangeArrowheads="1"/>
            </p:cNvSpPr>
            <p:nvPr/>
          </p:nvSpPr>
          <p:spPr bwMode="auto">
            <a:xfrm>
              <a:off x="2000" y="2508"/>
              <a:ext cx="218" cy="286"/>
            </a:xfrm>
            <a:prstGeom prst="rect">
              <a:avLst/>
            </a:prstGeom>
            <a:noFill/>
            <a:ln w="25400">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9002" name="Oval 89">
              <a:extLst>
                <a:ext uri="{FF2B5EF4-FFF2-40B4-BE49-F238E27FC236}">
                  <a16:creationId xmlns:a16="http://schemas.microsoft.com/office/drawing/2014/main" id="{BFC30AC4-85AA-021F-F324-7242D68F5012}"/>
                </a:ext>
              </a:extLst>
            </p:cNvPr>
            <p:cNvSpPr>
              <a:spLocks noChangeArrowheads="1"/>
            </p:cNvSpPr>
            <p:nvPr/>
          </p:nvSpPr>
          <p:spPr bwMode="auto">
            <a:xfrm>
              <a:off x="2017" y="2526"/>
              <a:ext cx="167" cy="210"/>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9003" name="Oval 90">
              <a:extLst>
                <a:ext uri="{FF2B5EF4-FFF2-40B4-BE49-F238E27FC236}">
                  <a16:creationId xmlns:a16="http://schemas.microsoft.com/office/drawing/2014/main" id="{72B0868C-29DC-4D2A-84FD-17F51A2A6713}"/>
                </a:ext>
              </a:extLst>
            </p:cNvPr>
            <p:cNvSpPr>
              <a:spLocks noChangeArrowheads="1"/>
            </p:cNvSpPr>
            <p:nvPr/>
          </p:nvSpPr>
          <p:spPr bwMode="auto">
            <a:xfrm>
              <a:off x="4492" y="1267"/>
              <a:ext cx="185" cy="211"/>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9004" name="Oval 91">
              <a:extLst>
                <a:ext uri="{FF2B5EF4-FFF2-40B4-BE49-F238E27FC236}">
                  <a16:creationId xmlns:a16="http://schemas.microsoft.com/office/drawing/2014/main" id="{AFBC8270-EB5E-DF0B-21D7-1F642428BCD4}"/>
                </a:ext>
              </a:extLst>
            </p:cNvPr>
            <p:cNvSpPr>
              <a:spLocks noChangeArrowheads="1"/>
            </p:cNvSpPr>
            <p:nvPr/>
          </p:nvSpPr>
          <p:spPr bwMode="auto">
            <a:xfrm>
              <a:off x="4810" y="1935"/>
              <a:ext cx="184" cy="210"/>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39005" name="Oval 92">
              <a:extLst>
                <a:ext uri="{FF2B5EF4-FFF2-40B4-BE49-F238E27FC236}">
                  <a16:creationId xmlns:a16="http://schemas.microsoft.com/office/drawing/2014/main" id="{DB45EAFA-B4E7-69BC-1267-7DAA3D6C53EA}"/>
                </a:ext>
              </a:extLst>
            </p:cNvPr>
            <p:cNvSpPr>
              <a:spLocks noChangeArrowheads="1"/>
            </p:cNvSpPr>
            <p:nvPr/>
          </p:nvSpPr>
          <p:spPr bwMode="auto">
            <a:xfrm>
              <a:off x="4693" y="2660"/>
              <a:ext cx="184" cy="210"/>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grpSp>
      <p:sp>
        <p:nvSpPr>
          <p:cNvPr id="38916" name="Slide Number Placeholder 92">
            <a:extLst>
              <a:ext uri="{FF2B5EF4-FFF2-40B4-BE49-F238E27FC236}">
                <a16:creationId xmlns:a16="http://schemas.microsoft.com/office/drawing/2014/main" id="{0E4FA645-9ECC-FB19-E5F0-81A82A7079EA}"/>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2BEFF210-52A1-4C6D-AF58-656C53A082CF}" type="slidenum">
              <a:rPr lang="en-US" altLang="en-US" smtClean="0"/>
              <a:pPr>
                <a:defRPr/>
              </a:pPr>
              <a:t>19</a:t>
            </a:fld>
            <a:endParaRPr lang="en-US" altLang="en-US" sz="1050">
              <a:solidFill>
                <a:srgbClr val="FFFFFF"/>
              </a:solidFill>
            </a:endParaRPr>
          </a:p>
        </p:txBody>
      </p:sp>
      <p:sp>
        <p:nvSpPr>
          <p:cNvPr id="4" name="object 2">
            <a:extLst>
              <a:ext uri="{FF2B5EF4-FFF2-40B4-BE49-F238E27FC236}">
                <a16:creationId xmlns:a16="http://schemas.microsoft.com/office/drawing/2014/main" id="{EAEF3330-F433-8D43-6DD9-526C4CBF9305}"/>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2.4.2  Web Servers and Web Browsers</a:t>
            </a:r>
            <a:endParaRPr lang="en-US" sz="2800" kern="0"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3" name="Group 99">
            <a:extLst>
              <a:ext uri="{FF2B5EF4-FFF2-40B4-BE49-F238E27FC236}">
                <a16:creationId xmlns:a16="http://schemas.microsoft.com/office/drawing/2014/main" id="{8C326F8B-34FD-675F-553F-529DC008326C}"/>
              </a:ext>
            </a:extLst>
          </p:cNvPr>
          <p:cNvGrpSpPr>
            <a:grpSpLocks/>
          </p:cNvGrpSpPr>
          <p:nvPr/>
        </p:nvGrpSpPr>
        <p:grpSpPr bwMode="auto">
          <a:xfrm>
            <a:off x="762001" y="819151"/>
            <a:ext cx="7256860" cy="3657600"/>
            <a:chOff x="353" y="1169"/>
            <a:chExt cx="5662" cy="2591"/>
          </a:xfrm>
        </p:grpSpPr>
        <p:sp>
          <p:nvSpPr>
            <p:cNvPr id="40965" name="Line 4">
              <a:extLst>
                <a:ext uri="{FF2B5EF4-FFF2-40B4-BE49-F238E27FC236}">
                  <a16:creationId xmlns:a16="http://schemas.microsoft.com/office/drawing/2014/main" id="{2C621614-61BE-050C-D54B-4141DF5C8AB0}"/>
                </a:ext>
              </a:extLst>
            </p:cNvPr>
            <p:cNvSpPr>
              <a:spLocks noChangeShapeType="1"/>
            </p:cNvSpPr>
            <p:nvPr/>
          </p:nvSpPr>
          <p:spPr bwMode="auto">
            <a:xfrm flipH="1">
              <a:off x="1482" y="1700"/>
              <a:ext cx="299" cy="515"/>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0966" name="Line 5">
              <a:extLst>
                <a:ext uri="{FF2B5EF4-FFF2-40B4-BE49-F238E27FC236}">
                  <a16:creationId xmlns:a16="http://schemas.microsoft.com/office/drawing/2014/main" id="{54069B6A-5888-4AE0-14AB-18539AE5EAC8}"/>
                </a:ext>
              </a:extLst>
            </p:cNvPr>
            <p:cNvSpPr>
              <a:spLocks noChangeShapeType="1"/>
            </p:cNvSpPr>
            <p:nvPr/>
          </p:nvSpPr>
          <p:spPr bwMode="auto">
            <a:xfrm>
              <a:off x="1316" y="2597"/>
              <a:ext cx="216" cy="79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0967" name="Line 6">
              <a:extLst>
                <a:ext uri="{FF2B5EF4-FFF2-40B4-BE49-F238E27FC236}">
                  <a16:creationId xmlns:a16="http://schemas.microsoft.com/office/drawing/2014/main" id="{0B7AE711-5876-1B98-C175-E38E6128F45D}"/>
                </a:ext>
              </a:extLst>
            </p:cNvPr>
            <p:cNvSpPr>
              <a:spLocks noChangeShapeType="1"/>
            </p:cNvSpPr>
            <p:nvPr/>
          </p:nvSpPr>
          <p:spPr bwMode="auto">
            <a:xfrm flipH="1">
              <a:off x="3723" y="1717"/>
              <a:ext cx="34" cy="332"/>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0968" name="Line 7">
              <a:extLst>
                <a:ext uri="{FF2B5EF4-FFF2-40B4-BE49-F238E27FC236}">
                  <a16:creationId xmlns:a16="http://schemas.microsoft.com/office/drawing/2014/main" id="{971AA57D-449B-63FF-5159-F51F89ACF9E4}"/>
                </a:ext>
              </a:extLst>
            </p:cNvPr>
            <p:cNvSpPr>
              <a:spLocks noChangeShapeType="1"/>
            </p:cNvSpPr>
            <p:nvPr/>
          </p:nvSpPr>
          <p:spPr bwMode="auto">
            <a:xfrm>
              <a:off x="4587" y="1667"/>
              <a:ext cx="398" cy="56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0969" name="Freeform 8">
              <a:extLst>
                <a:ext uri="{FF2B5EF4-FFF2-40B4-BE49-F238E27FC236}">
                  <a16:creationId xmlns:a16="http://schemas.microsoft.com/office/drawing/2014/main" id="{8D2677E5-DCBA-B7B0-429A-7601CB3B1917}"/>
                </a:ext>
              </a:extLst>
            </p:cNvPr>
            <p:cNvSpPr>
              <a:spLocks/>
            </p:cNvSpPr>
            <p:nvPr/>
          </p:nvSpPr>
          <p:spPr bwMode="auto">
            <a:xfrm>
              <a:off x="1183" y="1169"/>
              <a:ext cx="3819" cy="597"/>
            </a:xfrm>
            <a:custGeom>
              <a:avLst/>
              <a:gdLst>
                <a:gd name="T0" fmla="*/ 99 w 3819"/>
                <a:gd name="T1" fmla="*/ 132 h 597"/>
                <a:gd name="T2" fmla="*/ 166 w 3819"/>
                <a:gd name="T3" fmla="*/ 99 h 597"/>
                <a:gd name="T4" fmla="*/ 382 w 3819"/>
                <a:gd name="T5" fmla="*/ 66 h 597"/>
                <a:gd name="T6" fmla="*/ 598 w 3819"/>
                <a:gd name="T7" fmla="*/ 33 h 597"/>
                <a:gd name="T8" fmla="*/ 764 w 3819"/>
                <a:gd name="T9" fmla="*/ 49 h 597"/>
                <a:gd name="T10" fmla="*/ 896 w 3819"/>
                <a:gd name="T11" fmla="*/ 33 h 597"/>
                <a:gd name="T12" fmla="*/ 1129 w 3819"/>
                <a:gd name="T13" fmla="*/ 33 h 597"/>
                <a:gd name="T14" fmla="*/ 1428 w 3819"/>
                <a:gd name="T15" fmla="*/ 49 h 597"/>
                <a:gd name="T16" fmla="*/ 1727 w 3819"/>
                <a:gd name="T17" fmla="*/ 49 h 597"/>
                <a:gd name="T18" fmla="*/ 2009 w 3819"/>
                <a:gd name="T19" fmla="*/ 49 h 597"/>
                <a:gd name="T20" fmla="*/ 2158 w 3819"/>
                <a:gd name="T21" fmla="*/ 33 h 597"/>
                <a:gd name="T22" fmla="*/ 2308 w 3819"/>
                <a:gd name="T23" fmla="*/ 0 h 597"/>
                <a:gd name="T24" fmla="*/ 2524 w 3819"/>
                <a:gd name="T25" fmla="*/ 0 h 597"/>
                <a:gd name="T26" fmla="*/ 2740 w 3819"/>
                <a:gd name="T27" fmla="*/ 0 h 597"/>
                <a:gd name="T28" fmla="*/ 2922 w 3819"/>
                <a:gd name="T29" fmla="*/ 0 h 597"/>
                <a:gd name="T30" fmla="*/ 3072 w 3819"/>
                <a:gd name="T31" fmla="*/ 16 h 597"/>
                <a:gd name="T32" fmla="*/ 3171 w 3819"/>
                <a:gd name="T33" fmla="*/ 33 h 597"/>
                <a:gd name="T34" fmla="*/ 3337 w 3819"/>
                <a:gd name="T35" fmla="*/ 49 h 597"/>
                <a:gd name="T36" fmla="*/ 3537 w 3819"/>
                <a:gd name="T37" fmla="*/ 99 h 597"/>
                <a:gd name="T38" fmla="*/ 3752 w 3819"/>
                <a:gd name="T39" fmla="*/ 182 h 597"/>
                <a:gd name="T40" fmla="*/ 3802 w 3819"/>
                <a:gd name="T41" fmla="*/ 299 h 597"/>
                <a:gd name="T42" fmla="*/ 3819 w 3819"/>
                <a:gd name="T43" fmla="*/ 365 h 597"/>
                <a:gd name="T44" fmla="*/ 3786 w 3819"/>
                <a:gd name="T45" fmla="*/ 431 h 597"/>
                <a:gd name="T46" fmla="*/ 3686 w 3819"/>
                <a:gd name="T47" fmla="*/ 531 h 597"/>
                <a:gd name="T48" fmla="*/ 3470 w 3819"/>
                <a:gd name="T49" fmla="*/ 581 h 597"/>
                <a:gd name="T50" fmla="*/ 3221 w 3819"/>
                <a:gd name="T51" fmla="*/ 597 h 597"/>
                <a:gd name="T52" fmla="*/ 2939 w 3819"/>
                <a:gd name="T53" fmla="*/ 597 h 597"/>
                <a:gd name="T54" fmla="*/ 2657 w 3819"/>
                <a:gd name="T55" fmla="*/ 581 h 597"/>
                <a:gd name="T56" fmla="*/ 2408 w 3819"/>
                <a:gd name="T57" fmla="*/ 564 h 597"/>
                <a:gd name="T58" fmla="*/ 2158 w 3819"/>
                <a:gd name="T59" fmla="*/ 564 h 597"/>
                <a:gd name="T60" fmla="*/ 1909 w 3819"/>
                <a:gd name="T61" fmla="*/ 548 h 597"/>
                <a:gd name="T62" fmla="*/ 1677 w 3819"/>
                <a:gd name="T63" fmla="*/ 564 h 597"/>
                <a:gd name="T64" fmla="*/ 1478 w 3819"/>
                <a:gd name="T65" fmla="*/ 564 h 597"/>
                <a:gd name="T66" fmla="*/ 1278 w 3819"/>
                <a:gd name="T67" fmla="*/ 581 h 597"/>
                <a:gd name="T68" fmla="*/ 1096 w 3819"/>
                <a:gd name="T69" fmla="*/ 581 h 597"/>
                <a:gd name="T70" fmla="*/ 913 w 3819"/>
                <a:gd name="T71" fmla="*/ 581 h 597"/>
                <a:gd name="T72" fmla="*/ 747 w 3819"/>
                <a:gd name="T73" fmla="*/ 581 h 597"/>
                <a:gd name="T74" fmla="*/ 581 w 3819"/>
                <a:gd name="T75" fmla="*/ 581 h 597"/>
                <a:gd name="T76" fmla="*/ 448 w 3819"/>
                <a:gd name="T77" fmla="*/ 564 h 597"/>
                <a:gd name="T78" fmla="*/ 332 w 3819"/>
                <a:gd name="T79" fmla="*/ 548 h 597"/>
                <a:gd name="T80" fmla="*/ 282 w 3819"/>
                <a:gd name="T81" fmla="*/ 548 h 597"/>
                <a:gd name="T82" fmla="*/ 232 w 3819"/>
                <a:gd name="T83" fmla="*/ 531 h 597"/>
                <a:gd name="T84" fmla="*/ 149 w 3819"/>
                <a:gd name="T85" fmla="*/ 465 h 597"/>
                <a:gd name="T86" fmla="*/ 50 w 3819"/>
                <a:gd name="T87" fmla="*/ 398 h 597"/>
                <a:gd name="T88" fmla="*/ 16 w 3819"/>
                <a:gd name="T89" fmla="*/ 348 h 597"/>
                <a:gd name="T90" fmla="*/ 0 w 3819"/>
                <a:gd name="T91" fmla="*/ 299 h 597"/>
                <a:gd name="T92" fmla="*/ 33 w 3819"/>
                <a:gd name="T93" fmla="*/ 232 h 597"/>
                <a:gd name="T94" fmla="*/ 66 w 3819"/>
                <a:gd name="T95" fmla="*/ 182 h 597"/>
                <a:gd name="T96" fmla="*/ 99 w 3819"/>
                <a:gd name="T97" fmla="*/ 132 h 597"/>
                <a:gd name="T98" fmla="*/ 99 w 3819"/>
                <a:gd name="T99" fmla="*/ 132 h 59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819"/>
                <a:gd name="T151" fmla="*/ 0 h 597"/>
                <a:gd name="T152" fmla="*/ 3819 w 3819"/>
                <a:gd name="T153" fmla="*/ 597 h 59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819" h="597">
                  <a:moveTo>
                    <a:pt x="99" y="132"/>
                  </a:moveTo>
                  <a:lnTo>
                    <a:pt x="166" y="99"/>
                  </a:lnTo>
                  <a:lnTo>
                    <a:pt x="382" y="66"/>
                  </a:lnTo>
                  <a:lnTo>
                    <a:pt x="598" y="33"/>
                  </a:lnTo>
                  <a:lnTo>
                    <a:pt x="764" y="49"/>
                  </a:lnTo>
                  <a:lnTo>
                    <a:pt x="896" y="33"/>
                  </a:lnTo>
                  <a:lnTo>
                    <a:pt x="1129" y="33"/>
                  </a:lnTo>
                  <a:lnTo>
                    <a:pt x="1428" y="49"/>
                  </a:lnTo>
                  <a:lnTo>
                    <a:pt x="1727" y="49"/>
                  </a:lnTo>
                  <a:lnTo>
                    <a:pt x="2009" y="49"/>
                  </a:lnTo>
                  <a:lnTo>
                    <a:pt x="2158" y="33"/>
                  </a:lnTo>
                  <a:lnTo>
                    <a:pt x="2308" y="0"/>
                  </a:lnTo>
                  <a:lnTo>
                    <a:pt x="2524" y="0"/>
                  </a:lnTo>
                  <a:lnTo>
                    <a:pt x="2740" y="0"/>
                  </a:lnTo>
                  <a:lnTo>
                    <a:pt x="2922" y="0"/>
                  </a:lnTo>
                  <a:lnTo>
                    <a:pt x="3072" y="16"/>
                  </a:lnTo>
                  <a:lnTo>
                    <a:pt x="3171" y="33"/>
                  </a:lnTo>
                  <a:lnTo>
                    <a:pt x="3337" y="49"/>
                  </a:lnTo>
                  <a:lnTo>
                    <a:pt x="3537" y="99"/>
                  </a:lnTo>
                  <a:lnTo>
                    <a:pt x="3752" y="182"/>
                  </a:lnTo>
                  <a:lnTo>
                    <a:pt x="3802" y="299"/>
                  </a:lnTo>
                  <a:lnTo>
                    <a:pt x="3819" y="365"/>
                  </a:lnTo>
                  <a:lnTo>
                    <a:pt x="3786" y="431"/>
                  </a:lnTo>
                  <a:lnTo>
                    <a:pt x="3686" y="531"/>
                  </a:lnTo>
                  <a:lnTo>
                    <a:pt x="3470" y="581"/>
                  </a:lnTo>
                  <a:lnTo>
                    <a:pt x="3221" y="597"/>
                  </a:lnTo>
                  <a:lnTo>
                    <a:pt x="2939" y="597"/>
                  </a:lnTo>
                  <a:lnTo>
                    <a:pt x="2657" y="581"/>
                  </a:lnTo>
                  <a:lnTo>
                    <a:pt x="2408" y="564"/>
                  </a:lnTo>
                  <a:lnTo>
                    <a:pt x="2158" y="564"/>
                  </a:lnTo>
                  <a:lnTo>
                    <a:pt x="1909" y="548"/>
                  </a:lnTo>
                  <a:lnTo>
                    <a:pt x="1677" y="564"/>
                  </a:lnTo>
                  <a:lnTo>
                    <a:pt x="1478" y="564"/>
                  </a:lnTo>
                  <a:lnTo>
                    <a:pt x="1278" y="581"/>
                  </a:lnTo>
                  <a:lnTo>
                    <a:pt x="1096" y="581"/>
                  </a:lnTo>
                  <a:lnTo>
                    <a:pt x="913" y="581"/>
                  </a:lnTo>
                  <a:lnTo>
                    <a:pt x="747" y="581"/>
                  </a:lnTo>
                  <a:lnTo>
                    <a:pt x="581" y="581"/>
                  </a:lnTo>
                  <a:lnTo>
                    <a:pt x="448" y="564"/>
                  </a:lnTo>
                  <a:lnTo>
                    <a:pt x="332" y="548"/>
                  </a:lnTo>
                  <a:lnTo>
                    <a:pt x="282" y="548"/>
                  </a:lnTo>
                  <a:lnTo>
                    <a:pt x="232" y="531"/>
                  </a:lnTo>
                  <a:lnTo>
                    <a:pt x="149" y="465"/>
                  </a:lnTo>
                  <a:lnTo>
                    <a:pt x="50" y="398"/>
                  </a:lnTo>
                  <a:lnTo>
                    <a:pt x="16" y="348"/>
                  </a:lnTo>
                  <a:lnTo>
                    <a:pt x="0" y="299"/>
                  </a:lnTo>
                  <a:lnTo>
                    <a:pt x="33" y="232"/>
                  </a:lnTo>
                  <a:lnTo>
                    <a:pt x="66" y="182"/>
                  </a:lnTo>
                  <a:lnTo>
                    <a:pt x="99" y="132"/>
                  </a:lnTo>
                  <a:close/>
                </a:path>
              </a:pathLst>
            </a:custGeom>
            <a:solidFill>
              <a:srgbClr val="FFDC99"/>
            </a:solidFill>
            <a:ln w="26988">
              <a:solidFill>
                <a:srgbClr val="FFDC99"/>
              </a:solidFill>
              <a:prstDash val="solid"/>
              <a:round/>
              <a:headEnd/>
              <a:tailEnd/>
            </a:ln>
          </p:spPr>
          <p:txBody>
            <a:bodyPr/>
            <a:lstStyle/>
            <a:p>
              <a:endParaRPr lang="en-US" sz="1350"/>
            </a:p>
          </p:txBody>
        </p:sp>
        <p:sp>
          <p:nvSpPr>
            <p:cNvPr id="40970" name="Rectangle 9">
              <a:extLst>
                <a:ext uri="{FF2B5EF4-FFF2-40B4-BE49-F238E27FC236}">
                  <a16:creationId xmlns:a16="http://schemas.microsoft.com/office/drawing/2014/main" id="{BF795351-007F-B5F9-6612-94A200FEEE97}"/>
                </a:ext>
              </a:extLst>
            </p:cNvPr>
            <p:cNvSpPr>
              <a:spLocks noChangeArrowheads="1"/>
            </p:cNvSpPr>
            <p:nvPr/>
          </p:nvSpPr>
          <p:spPr bwMode="auto">
            <a:xfrm>
              <a:off x="2793" y="3394"/>
              <a:ext cx="42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Laptop</a:t>
              </a:r>
              <a:endParaRPr lang="en-US" altLang="zh-TW" sz="1800">
                <a:ea typeface="新細明體" panose="02020500000000000000" pitchFamily="18" charset="-120"/>
              </a:endParaRPr>
            </a:p>
          </p:txBody>
        </p:sp>
        <p:sp>
          <p:nvSpPr>
            <p:cNvPr id="40971" name="Rectangle 10">
              <a:extLst>
                <a:ext uri="{FF2B5EF4-FFF2-40B4-BE49-F238E27FC236}">
                  <a16:creationId xmlns:a16="http://schemas.microsoft.com/office/drawing/2014/main" id="{EFF38C6A-13B6-D6DA-B117-CDBA39E6612F}"/>
                </a:ext>
              </a:extLst>
            </p:cNvPr>
            <p:cNvSpPr>
              <a:spLocks noChangeArrowheads="1"/>
            </p:cNvSpPr>
            <p:nvPr/>
          </p:nvSpPr>
          <p:spPr bwMode="auto">
            <a:xfrm>
              <a:off x="2877" y="3045"/>
              <a:ext cx="40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Mobile</a:t>
              </a:r>
              <a:endParaRPr lang="en-US" altLang="zh-TW" sz="1800">
                <a:ea typeface="新細明體" panose="02020500000000000000" pitchFamily="18" charset="-120"/>
              </a:endParaRPr>
            </a:p>
          </p:txBody>
        </p:sp>
        <p:sp>
          <p:nvSpPr>
            <p:cNvPr id="40972" name="Rectangle 11">
              <a:extLst>
                <a:ext uri="{FF2B5EF4-FFF2-40B4-BE49-F238E27FC236}">
                  <a16:creationId xmlns:a16="http://schemas.microsoft.com/office/drawing/2014/main" id="{1A1D79F3-372A-F5F3-315C-DC6E1157BD4A}"/>
                </a:ext>
              </a:extLst>
            </p:cNvPr>
            <p:cNvSpPr>
              <a:spLocks noChangeArrowheads="1"/>
            </p:cNvSpPr>
            <p:nvPr/>
          </p:nvSpPr>
          <p:spPr bwMode="auto">
            <a:xfrm>
              <a:off x="1000" y="3361"/>
              <a:ext cx="40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Printer</a:t>
              </a:r>
              <a:endParaRPr lang="en-US" altLang="zh-TW" sz="1800">
                <a:ea typeface="新細明體" panose="02020500000000000000" pitchFamily="18" charset="-120"/>
              </a:endParaRPr>
            </a:p>
          </p:txBody>
        </p:sp>
        <p:sp>
          <p:nvSpPr>
            <p:cNvPr id="40973" name="Rectangle 12">
              <a:extLst>
                <a:ext uri="{FF2B5EF4-FFF2-40B4-BE49-F238E27FC236}">
                  <a16:creationId xmlns:a16="http://schemas.microsoft.com/office/drawing/2014/main" id="{82575F05-8EC1-EE40-A595-C431E3719038}"/>
                </a:ext>
              </a:extLst>
            </p:cNvPr>
            <p:cNvSpPr>
              <a:spLocks noChangeArrowheads="1"/>
            </p:cNvSpPr>
            <p:nvPr/>
          </p:nvSpPr>
          <p:spPr bwMode="auto">
            <a:xfrm>
              <a:off x="1980" y="3527"/>
              <a:ext cx="4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Camera</a:t>
              </a:r>
              <a:endParaRPr lang="en-US" altLang="zh-TW" sz="1800">
                <a:ea typeface="新細明體" panose="02020500000000000000" pitchFamily="18" charset="-120"/>
              </a:endParaRPr>
            </a:p>
          </p:txBody>
        </p:sp>
        <p:sp>
          <p:nvSpPr>
            <p:cNvPr id="40974" name="Rectangle 13">
              <a:extLst>
                <a:ext uri="{FF2B5EF4-FFF2-40B4-BE49-F238E27FC236}">
                  <a16:creationId xmlns:a16="http://schemas.microsoft.com/office/drawing/2014/main" id="{1F59D8BB-9610-CFA4-EAEE-6D251165A17F}"/>
                </a:ext>
              </a:extLst>
            </p:cNvPr>
            <p:cNvSpPr>
              <a:spLocks noChangeArrowheads="1"/>
            </p:cNvSpPr>
            <p:nvPr/>
          </p:nvSpPr>
          <p:spPr bwMode="auto">
            <a:xfrm>
              <a:off x="2893" y="1368"/>
              <a:ext cx="46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Internet</a:t>
              </a:r>
              <a:endParaRPr lang="en-US" altLang="zh-TW" sz="1800">
                <a:ea typeface="新細明體" panose="02020500000000000000" pitchFamily="18" charset="-120"/>
              </a:endParaRPr>
            </a:p>
          </p:txBody>
        </p:sp>
        <p:sp>
          <p:nvSpPr>
            <p:cNvPr id="40975" name="Rectangle 14">
              <a:extLst>
                <a:ext uri="{FF2B5EF4-FFF2-40B4-BE49-F238E27FC236}">
                  <a16:creationId xmlns:a16="http://schemas.microsoft.com/office/drawing/2014/main" id="{592AC601-2E5B-205D-3D1A-F18AA4804057}"/>
                </a:ext>
              </a:extLst>
            </p:cNvPr>
            <p:cNvSpPr>
              <a:spLocks noChangeArrowheads="1"/>
            </p:cNvSpPr>
            <p:nvPr/>
          </p:nvSpPr>
          <p:spPr bwMode="auto">
            <a:xfrm>
              <a:off x="3624" y="1999"/>
              <a:ext cx="216" cy="232"/>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76" name="Rectangle 15">
              <a:extLst>
                <a:ext uri="{FF2B5EF4-FFF2-40B4-BE49-F238E27FC236}">
                  <a16:creationId xmlns:a16="http://schemas.microsoft.com/office/drawing/2014/main" id="{89E13EDC-E6FC-AFB1-AFE9-F9914D2B4DA5}"/>
                </a:ext>
              </a:extLst>
            </p:cNvPr>
            <p:cNvSpPr>
              <a:spLocks noChangeArrowheads="1"/>
            </p:cNvSpPr>
            <p:nvPr/>
          </p:nvSpPr>
          <p:spPr bwMode="auto">
            <a:xfrm>
              <a:off x="3632" y="2007"/>
              <a:ext cx="216" cy="233"/>
            </a:xfrm>
            <a:prstGeom prst="rect">
              <a:avLst/>
            </a:prstGeom>
            <a:noFill/>
            <a:ln w="26988">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77" name="Freeform 16">
              <a:extLst>
                <a:ext uri="{FF2B5EF4-FFF2-40B4-BE49-F238E27FC236}">
                  <a16:creationId xmlns:a16="http://schemas.microsoft.com/office/drawing/2014/main" id="{5A7C91C8-EF89-6601-3107-01635BADE3B5}"/>
                </a:ext>
              </a:extLst>
            </p:cNvPr>
            <p:cNvSpPr>
              <a:spLocks/>
            </p:cNvSpPr>
            <p:nvPr/>
          </p:nvSpPr>
          <p:spPr bwMode="auto">
            <a:xfrm>
              <a:off x="386" y="2099"/>
              <a:ext cx="1395" cy="581"/>
            </a:xfrm>
            <a:custGeom>
              <a:avLst/>
              <a:gdLst>
                <a:gd name="T0" fmla="*/ 50 w 1395"/>
                <a:gd name="T1" fmla="*/ 132 h 581"/>
                <a:gd name="T2" fmla="*/ 66 w 1395"/>
                <a:gd name="T3" fmla="*/ 99 h 581"/>
                <a:gd name="T4" fmla="*/ 149 w 1395"/>
                <a:gd name="T5" fmla="*/ 66 h 581"/>
                <a:gd name="T6" fmla="*/ 232 w 1395"/>
                <a:gd name="T7" fmla="*/ 33 h 581"/>
                <a:gd name="T8" fmla="*/ 282 w 1395"/>
                <a:gd name="T9" fmla="*/ 49 h 581"/>
                <a:gd name="T10" fmla="*/ 332 w 1395"/>
                <a:gd name="T11" fmla="*/ 33 h 581"/>
                <a:gd name="T12" fmla="*/ 415 w 1395"/>
                <a:gd name="T13" fmla="*/ 33 h 581"/>
                <a:gd name="T14" fmla="*/ 515 w 1395"/>
                <a:gd name="T15" fmla="*/ 49 h 581"/>
                <a:gd name="T16" fmla="*/ 631 w 1395"/>
                <a:gd name="T17" fmla="*/ 49 h 581"/>
                <a:gd name="T18" fmla="*/ 730 w 1395"/>
                <a:gd name="T19" fmla="*/ 49 h 581"/>
                <a:gd name="T20" fmla="*/ 780 w 1395"/>
                <a:gd name="T21" fmla="*/ 33 h 581"/>
                <a:gd name="T22" fmla="*/ 847 w 1395"/>
                <a:gd name="T23" fmla="*/ 16 h 581"/>
                <a:gd name="T24" fmla="*/ 913 w 1395"/>
                <a:gd name="T25" fmla="*/ 0 h 581"/>
                <a:gd name="T26" fmla="*/ 996 w 1395"/>
                <a:gd name="T27" fmla="*/ 0 h 581"/>
                <a:gd name="T28" fmla="*/ 1063 w 1395"/>
                <a:gd name="T29" fmla="*/ 0 h 581"/>
                <a:gd name="T30" fmla="*/ 1112 w 1395"/>
                <a:gd name="T31" fmla="*/ 16 h 581"/>
                <a:gd name="T32" fmla="*/ 1162 w 1395"/>
                <a:gd name="T33" fmla="*/ 33 h 581"/>
                <a:gd name="T34" fmla="*/ 1212 w 1395"/>
                <a:gd name="T35" fmla="*/ 49 h 581"/>
                <a:gd name="T36" fmla="*/ 1295 w 1395"/>
                <a:gd name="T37" fmla="*/ 99 h 581"/>
                <a:gd name="T38" fmla="*/ 1361 w 1395"/>
                <a:gd name="T39" fmla="*/ 182 h 581"/>
                <a:gd name="T40" fmla="*/ 1378 w 1395"/>
                <a:gd name="T41" fmla="*/ 299 h 581"/>
                <a:gd name="T42" fmla="*/ 1395 w 1395"/>
                <a:gd name="T43" fmla="*/ 365 h 581"/>
                <a:gd name="T44" fmla="*/ 1378 w 1395"/>
                <a:gd name="T45" fmla="*/ 415 h 581"/>
                <a:gd name="T46" fmla="*/ 1345 w 1395"/>
                <a:gd name="T47" fmla="*/ 514 h 581"/>
                <a:gd name="T48" fmla="*/ 1262 w 1395"/>
                <a:gd name="T49" fmla="*/ 564 h 581"/>
                <a:gd name="T50" fmla="*/ 1179 w 1395"/>
                <a:gd name="T51" fmla="*/ 581 h 581"/>
                <a:gd name="T52" fmla="*/ 1063 w 1395"/>
                <a:gd name="T53" fmla="*/ 581 h 581"/>
                <a:gd name="T54" fmla="*/ 963 w 1395"/>
                <a:gd name="T55" fmla="*/ 564 h 581"/>
                <a:gd name="T56" fmla="*/ 880 w 1395"/>
                <a:gd name="T57" fmla="*/ 548 h 581"/>
                <a:gd name="T58" fmla="*/ 797 w 1395"/>
                <a:gd name="T59" fmla="*/ 548 h 581"/>
                <a:gd name="T60" fmla="*/ 697 w 1395"/>
                <a:gd name="T61" fmla="*/ 548 h 581"/>
                <a:gd name="T62" fmla="*/ 614 w 1395"/>
                <a:gd name="T63" fmla="*/ 548 h 581"/>
                <a:gd name="T64" fmla="*/ 531 w 1395"/>
                <a:gd name="T65" fmla="*/ 548 h 581"/>
                <a:gd name="T66" fmla="*/ 465 w 1395"/>
                <a:gd name="T67" fmla="*/ 564 h 581"/>
                <a:gd name="T68" fmla="*/ 398 w 1395"/>
                <a:gd name="T69" fmla="*/ 564 h 581"/>
                <a:gd name="T70" fmla="*/ 332 w 1395"/>
                <a:gd name="T71" fmla="*/ 564 h 581"/>
                <a:gd name="T72" fmla="*/ 282 w 1395"/>
                <a:gd name="T73" fmla="*/ 564 h 581"/>
                <a:gd name="T74" fmla="*/ 216 w 1395"/>
                <a:gd name="T75" fmla="*/ 564 h 581"/>
                <a:gd name="T76" fmla="*/ 166 w 1395"/>
                <a:gd name="T77" fmla="*/ 564 h 581"/>
                <a:gd name="T78" fmla="*/ 116 w 1395"/>
                <a:gd name="T79" fmla="*/ 548 h 581"/>
                <a:gd name="T80" fmla="*/ 99 w 1395"/>
                <a:gd name="T81" fmla="*/ 531 h 581"/>
                <a:gd name="T82" fmla="*/ 83 w 1395"/>
                <a:gd name="T83" fmla="*/ 514 h 581"/>
                <a:gd name="T84" fmla="*/ 66 w 1395"/>
                <a:gd name="T85" fmla="*/ 465 h 581"/>
                <a:gd name="T86" fmla="*/ 33 w 1395"/>
                <a:gd name="T87" fmla="*/ 398 h 581"/>
                <a:gd name="T88" fmla="*/ 16 w 1395"/>
                <a:gd name="T89" fmla="*/ 332 h 581"/>
                <a:gd name="T90" fmla="*/ 0 w 1395"/>
                <a:gd name="T91" fmla="*/ 282 h 581"/>
                <a:gd name="T92" fmla="*/ 16 w 1395"/>
                <a:gd name="T93" fmla="*/ 232 h 581"/>
                <a:gd name="T94" fmla="*/ 33 w 1395"/>
                <a:gd name="T95" fmla="*/ 166 h 581"/>
                <a:gd name="T96" fmla="*/ 50 w 1395"/>
                <a:gd name="T97" fmla="*/ 132 h 581"/>
                <a:gd name="T98" fmla="*/ 50 w 1395"/>
                <a:gd name="T99" fmla="*/ 132 h 5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395"/>
                <a:gd name="T151" fmla="*/ 0 h 581"/>
                <a:gd name="T152" fmla="*/ 1395 w 1395"/>
                <a:gd name="T153" fmla="*/ 581 h 5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395" h="581">
                  <a:moveTo>
                    <a:pt x="50" y="132"/>
                  </a:moveTo>
                  <a:lnTo>
                    <a:pt x="66" y="99"/>
                  </a:lnTo>
                  <a:lnTo>
                    <a:pt x="149" y="66"/>
                  </a:lnTo>
                  <a:lnTo>
                    <a:pt x="232" y="33"/>
                  </a:lnTo>
                  <a:lnTo>
                    <a:pt x="282" y="49"/>
                  </a:lnTo>
                  <a:lnTo>
                    <a:pt x="332" y="33"/>
                  </a:lnTo>
                  <a:lnTo>
                    <a:pt x="415" y="33"/>
                  </a:lnTo>
                  <a:lnTo>
                    <a:pt x="515" y="49"/>
                  </a:lnTo>
                  <a:lnTo>
                    <a:pt x="631" y="49"/>
                  </a:lnTo>
                  <a:lnTo>
                    <a:pt x="730" y="49"/>
                  </a:lnTo>
                  <a:lnTo>
                    <a:pt x="780" y="33"/>
                  </a:lnTo>
                  <a:lnTo>
                    <a:pt x="847" y="16"/>
                  </a:lnTo>
                  <a:lnTo>
                    <a:pt x="913" y="0"/>
                  </a:lnTo>
                  <a:lnTo>
                    <a:pt x="996" y="0"/>
                  </a:lnTo>
                  <a:lnTo>
                    <a:pt x="1063" y="0"/>
                  </a:lnTo>
                  <a:lnTo>
                    <a:pt x="1112" y="16"/>
                  </a:lnTo>
                  <a:lnTo>
                    <a:pt x="1162" y="33"/>
                  </a:lnTo>
                  <a:lnTo>
                    <a:pt x="1212" y="49"/>
                  </a:lnTo>
                  <a:lnTo>
                    <a:pt x="1295" y="99"/>
                  </a:lnTo>
                  <a:lnTo>
                    <a:pt x="1361" y="182"/>
                  </a:lnTo>
                  <a:lnTo>
                    <a:pt x="1378" y="299"/>
                  </a:lnTo>
                  <a:lnTo>
                    <a:pt x="1395" y="365"/>
                  </a:lnTo>
                  <a:lnTo>
                    <a:pt x="1378" y="415"/>
                  </a:lnTo>
                  <a:lnTo>
                    <a:pt x="1345" y="514"/>
                  </a:lnTo>
                  <a:lnTo>
                    <a:pt x="1262" y="564"/>
                  </a:lnTo>
                  <a:lnTo>
                    <a:pt x="1179" y="581"/>
                  </a:lnTo>
                  <a:lnTo>
                    <a:pt x="1063" y="581"/>
                  </a:lnTo>
                  <a:lnTo>
                    <a:pt x="963" y="564"/>
                  </a:lnTo>
                  <a:lnTo>
                    <a:pt x="880" y="548"/>
                  </a:lnTo>
                  <a:lnTo>
                    <a:pt x="797" y="548"/>
                  </a:lnTo>
                  <a:lnTo>
                    <a:pt x="697" y="548"/>
                  </a:lnTo>
                  <a:lnTo>
                    <a:pt x="614" y="548"/>
                  </a:lnTo>
                  <a:lnTo>
                    <a:pt x="531" y="548"/>
                  </a:lnTo>
                  <a:lnTo>
                    <a:pt x="465" y="564"/>
                  </a:lnTo>
                  <a:lnTo>
                    <a:pt x="398" y="564"/>
                  </a:lnTo>
                  <a:lnTo>
                    <a:pt x="332" y="564"/>
                  </a:lnTo>
                  <a:lnTo>
                    <a:pt x="282" y="564"/>
                  </a:lnTo>
                  <a:lnTo>
                    <a:pt x="216" y="564"/>
                  </a:lnTo>
                  <a:lnTo>
                    <a:pt x="166" y="564"/>
                  </a:lnTo>
                  <a:lnTo>
                    <a:pt x="116" y="548"/>
                  </a:lnTo>
                  <a:lnTo>
                    <a:pt x="99" y="531"/>
                  </a:lnTo>
                  <a:lnTo>
                    <a:pt x="83" y="514"/>
                  </a:lnTo>
                  <a:lnTo>
                    <a:pt x="66" y="465"/>
                  </a:lnTo>
                  <a:lnTo>
                    <a:pt x="33" y="398"/>
                  </a:lnTo>
                  <a:lnTo>
                    <a:pt x="16" y="332"/>
                  </a:lnTo>
                  <a:lnTo>
                    <a:pt x="0" y="282"/>
                  </a:lnTo>
                  <a:lnTo>
                    <a:pt x="16" y="232"/>
                  </a:lnTo>
                  <a:lnTo>
                    <a:pt x="33" y="166"/>
                  </a:lnTo>
                  <a:lnTo>
                    <a:pt x="50" y="132"/>
                  </a:lnTo>
                  <a:close/>
                </a:path>
              </a:pathLst>
            </a:custGeom>
            <a:solidFill>
              <a:srgbClr val="FFDC99"/>
            </a:solidFill>
            <a:ln w="26988">
              <a:solidFill>
                <a:srgbClr val="FFDC99"/>
              </a:solidFill>
              <a:prstDash val="solid"/>
              <a:round/>
              <a:headEnd/>
              <a:tailEnd/>
            </a:ln>
          </p:spPr>
          <p:txBody>
            <a:bodyPr/>
            <a:lstStyle/>
            <a:p>
              <a:endParaRPr lang="en-US" sz="1350"/>
            </a:p>
          </p:txBody>
        </p:sp>
        <p:sp>
          <p:nvSpPr>
            <p:cNvPr id="40978" name="Freeform 17">
              <a:extLst>
                <a:ext uri="{FF2B5EF4-FFF2-40B4-BE49-F238E27FC236}">
                  <a16:creationId xmlns:a16="http://schemas.microsoft.com/office/drawing/2014/main" id="{835FA675-C0D7-3BD7-40D6-A89049607526}"/>
                </a:ext>
              </a:extLst>
            </p:cNvPr>
            <p:cNvSpPr>
              <a:spLocks/>
            </p:cNvSpPr>
            <p:nvPr/>
          </p:nvSpPr>
          <p:spPr bwMode="auto">
            <a:xfrm>
              <a:off x="4620" y="2082"/>
              <a:ext cx="1395" cy="714"/>
            </a:xfrm>
            <a:custGeom>
              <a:avLst/>
              <a:gdLst>
                <a:gd name="T0" fmla="*/ 50 w 1395"/>
                <a:gd name="T1" fmla="*/ 166 h 714"/>
                <a:gd name="T2" fmla="*/ 66 w 1395"/>
                <a:gd name="T3" fmla="*/ 133 h 714"/>
                <a:gd name="T4" fmla="*/ 149 w 1395"/>
                <a:gd name="T5" fmla="*/ 83 h 714"/>
                <a:gd name="T6" fmla="*/ 232 w 1395"/>
                <a:gd name="T7" fmla="*/ 50 h 714"/>
                <a:gd name="T8" fmla="*/ 282 w 1395"/>
                <a:gd name="T9" fmla="*/ 66 h 714"/>
                <a:gd name="T10" fmla="*/ 332 w 1395"/>
                <a:gd name="T11" fmla="*/ 50 h 714"/>
                <a:gd name="T12" fmla="*/ 415 w 1395"/>
                <a:gd name="T13" fmla="*/ 50 h 714"/>
                <a:gd name="T14" fmla="*/ 515 w 1395"/>
                <a:gd name="T15" fmla="*/ 66 h 714"/>
                <a:gd name="T16" fmla="*/ 631 w 1395"/>
                <a:gd name="T17" fmla="*/ 66 h 714"/>
                <a:gd name="T18" fmla="*/ 731 w 1395"/>
                <a:gd name="T19" fmla="*/ 66 h 714"/>
                <a:gd name="T20" fmla="*/ 780 w 1395"/>
                <a:gd name="T21" fmla="*/ 50 h 714"/>
                <a:gd name="T22" fmla="*/ 847 w 1395"/>
                <a:gd name="T23" fmla="*/ 17 h 714"/>
                <a:gd name="T24" fmla="*/ 913 w 1395"/>
                <a:gd name="T25" fmla="*/ 17 h 714"/>
                <a:gd name="T26" fmla="*/ 996 w 1395"/>
                <a:gd name="T27" fmla="*/ 0 h 714"/>
                <a:gd name="T28" fmla="*/ 1063 w 1395"/>
                <a:gd name="T29" fmla="*/ 17 h 714"/>
                <a:gd name="T30" fmla="*/ 1113 w 1395"/>
                <a:gd name="T31" fmla="*/ 33 h 714"/>
                <a:gd name="T32" fmla="*/ 1162 w 1395"/>
                <a:gd name="T33" fmla="*/ 50 h 714"/>
                <a:gd name="T34" fmla="*/ 1212 w 1395"/>
                <a:gd name="T35" fmla="*/ 66 h 714"/>
                <a:gd name="T36" fmla="*/ 1295 w 1395"/>
                <a:gd name="T37" fmla="*/ 133 h 714"/>
                <a:gd name="T38" fmla="*/ 1362 w 1395"/>
                <a:gd name="T39" fmla="*/ 233 h 714"/>
                <a:gd name="T40" fmla="*/ 1378 w 1395"/>
                <a:gd name="T41" fmla="*/ 349 h 714"/>
                <a:gd name="T42" fmla="*/ 1395 w 1395"/>
                <a:gd name="T43" fmla="*/ 432 h 714"/>
                <a:gd name="T44" fmla="*/ 1378 w 1395"/>
                <a:gd name="T45" fmla="*/ 498 h 714"/>
                <a:gd name="T46" fmla="*/ 1345 w 1395"/>
                <a:gd name="T47" fmla="*/ 615 h 714"/>
                <a:gd name="T48" fmla="*/ 1262 w 1395"/>
                <a:gd name="T49" fmla="*/ 681 h 714"/>
                <a:gd name="T50" fmla="*/ 1179 w 1395"/>
                <a:gd name="T51" fmla="*/ 714 h 714"/>
                <a:gd name="T52" fmla="*/ 1063 w 1395"/>
                <a:gd name="T53" fmla="*/ 698 h 714"/>
                <a:gd name="T54" fmla="*/ 963 w 1395"/>
                <a:gd name="T55" fmla="*/ 681 h 714"/>
                <a:gd name="T56" fmla="*/ 880 w 1395"/>
                <a:gd name="T57" fmla="*/ 664 h 714"/>
                <a:gd name="T58" fmla="*/ 797 w 1395"/>
                <a:gd name="T59" fmla="*/ 648 h 714"/>
                <a:gd name="T60" fmla="*/ 697 w 1395"/>
                <a:gd name="T61" fmla="*/ 648 h 714"/>
                <a:gd name="T62" fmla="*/ 614 w 1395"/>
                <a:gd name="T63" fmla="*/ 648 h 714"/>
                <a:gd name="T64" fmla="*/ 531 w 1395"/>
                <a:gd name="T65" fmla="*/ 664 h 714"/>
                <a:gd name="T66" fmla="*/ 465 w 1395"/>
                <a:gd name="T67" fmla="*/ 681 h 714"/>
                <a:gd name="T68" fmla="*/ 399 w 1395"/>
                <a:gd name="T69" fmla="*/ 681 h 714"/>
                <a:gd name="T70" fmla="*/ 332 w 1395"/>
                <a:gd name="T71" fmla="*/ 698 h 714"/>
                <a:gd name="T72" fmla="*/ 282 w 1395"/>
                <a:gd name="T73" fmla="*/ 698 h 714"/>
                <a:gd name="T74" fmla="*/ 216 w 1395"/>
                <a:gd name="T75" fmla="*/ 681 h 714"/>
                <a:gd name="T76" fmla="*/ 166 w 1395"/>
                <a:gd name="T77" fmla="*/ 664 h 714"/>
                <a:gd name="T78" fmla="*/ 133 w 1395"/>
                <a:gd name="T79" fmla="*/ 648 h 714"/>
                <a:gd name="T80" fmla="*/ 100 w 1395"/>
                <a:gd name="T81" fmla="*/ 631 h 714"/>
                <a:gd name="T82" fmla="*/ 100 w 1395"/>
                <a:gd name="T83" fmla="*/ 615 h 714"/>
                <a:gd name="T84" fmla="*/ 66 w 1395"/>
                <a:gd name="T85" fmla="*/ 548 h 714"/>
                <a:gd name="T86" fmla="*/ 33 w 1395"/>
                <a:gd name="T87" fmla="*/ 482 h 714"/>
                <a:gd name="T88" fmla="*/ 17 w 1395"/>
                <a:gd name="T89" fmla="*/ 415 h 714"/>
                <a:gd name="T90" fmla="*/ 0 w 1395"/>
                <a:gd name="T91" fmla="*/ 349 h 714"/>
                <a:gd name="T92" fmla="*/ 17 w 1395"/>
                <a:gd name="T93" fmla="*/ 282 h 714"/>
                <a:gd name="T94" fmla="*/ 33 w 1395"/>
                <a:gd name="T95" fmla="*/ 216 h 714"/>
                <a:gd name="T96" fmla="*/ 50 w 1395"/>
                <a:gd name="T97" fmla="*/ 166 h 714"/>
                <a:gd name="T98" fmla="*/ 50 w 1395"/>
                <a:gd name="T99" fmla="*/ 166 h 71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395"/>
                <a:gd name="T151" fmla="*/ 0 h 714"/>
                <a:gd name="T152" fmla="*/ 1395 w 1395"/>
                <a:gd name="T153" fmla="*/ 714 h 71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395" h="714">
                  <a:moveTo>
                    <a:pt x="50" y="166"/>
                  </a:moveTo>
                  <a:lnTo>
                    <a:pt x="66" y="133"/>
                  </a:lnTo>
                  <a:lnTo>
                    <a:pt x="149" y="83"/>
                  </a:lnTo>
                  <a:lnTo>
                    <a:pt x="232" y="50"/>
                  </a:lnTo>
                  <a:lnTo>
                    <a:pt x="282" y="66"/>
                  </a:lnTo>
                  <a:lnTo>
                    <a:pt x="332" y="50"/>
                  </a:lnTo>
                  <a:lnTo>
                    <a:pt x="415" y="50"/>
                  </a:lnTo>
                  <a:lnTo>
                    <a:pt x="515" y="66"/>
                  </a:lnTo>
                  <a:lnTo>
                    <a:pt x="631" y="66"/>
                  </a:lnTo>
                  <a:lnTo>
                    <a:pt x="731" y="66"/>
                  </a:lnTo>
                  <a:lnTo>
                    <a:pt x="780" y="50"/>
                  </a:lnTo>
                  <a:lnTo>
                    <a:pt x="847" y="17"/>
                  </a:lnTo>
                  <a:lnTo>
                    <a:pt x="913" y="17"/>
                  </a:lnTo>
                  <a:lnTo>
                    <a:pt x="996" y="0"/>
                  </a:lnTo>
                  <a:lnTo>
                    <a:pt x="1063" y="17"/>
                  </a:lnTo>
                  <a:lnTo>
                    <a:pt x="1113" y="33"/>
                  </a:lnTo>
                  <a:lnTo>
                    <a:pt x="1162" y="50"/>
                  </a:lnTo>
                  <a:lnTo>
                    <a:pt x="1212" y="66"/>
                  </a:lnTo>
                  <a:lnTo>
                    <a:pt x="1295" y="133"/>
                  </a:lnTo>
                  <a:lnTo>
                    <a:pt x="1362" y="233"/>
                  </a:lnTo>
                  <a:lnTo>
                    <a:pt x="1378" y="349"/>
                  </a:lnTo>
                  <a:lnTo>
                    <a:pt x="1395" y="432"/>
                  </a:lnTo>
                  <a:lnTo>
                    <a:pt x="1378" y="498"/>
                  </a:lnTo>
                  <a:lnTo>
                    <a:pt x="1345" y="615"/>
                  </a:lnTo>
                  <a:lnTo>
                    <a:pt x="1262" y="681"/>
                  </a:lnTo>
                  <a:lnTo>
                    <a:pt x="1179" y="714"/>
                  </a:lnTo>
                  <a:lnTo>
                    <a:pt x="1063" y="698"/>
                  </a:lnTo>
                  <a:lnTo>
                    <a:pt x="963" y="681"/>
                  </a:lnTo>
                  <a:lnTo>
                    <a:pt x="880" y="664"/>
                  </a:lnTo>
                  <a:lnTo>
                    <a:pt x="797" y="648"/>
                  </a:lnTo>
                  <a:lnTo>
                    <a:pt x="697" y="648"/>
                  </a:lnTo>
                  <a:lnTo>
                    <a:pt x="614" y="648"/>
                  </a:lnTo>
                  <a:lnTo>
                    <a:pt x="531" y="664"/>
                  </a:lnTo>
                  <a:lnTo>
                    <a:pt x="465" y="681"/>
                  </a:lnTo>
                  <a:lnTo>
                    <a:pt x="399" y="681"/>
                  </a:lnTo>
                  <a:lnTo>
                    <a:pt x="332" y="698"/>
                  </a:lnTo>
                  <a:lnTo>
                    <a:pt x="282" y="698"/>
                  </a:lnTo>
                  <a:lnTo>
                    <a:pt x="216" y="681"/>
                  </a:lnTo>
                  <a:lnTo>
                    <a:pt x="166" y="664"/>
                  </a:lnTo>
                  <a:lnTo>
                    <a:pt x="133" y="648"/>
                  </a:lnTo>
                  <a:lnTo>
                    <a:pt x="100" y="631"/>
                  </a:lnTo>
                  <a:lnTo>
                    <a:pt x="100" y="615"/>
                  </a:lnTo>
                  <a:lnTo>
                    <a:pt x="66" y="548"/>
                  </a:lnTo>
                  <a:lnTo>
                    <a:pt x="33" y="482"/>
                  </a:lnTo>
                  <a:lnTo>
                    <a:pt x="17" y="415"/>
                  </a:lnTo>
                  <a:lnTo>
                    <a:pt x="0" y="349"/>
                  </a:lnTo>
                  <a:lnTo>
                    <a:pt x="17" y="282"/>
                  </a:lnTo>
                  <a:lnTo>
                    <a:pt x="33" y="216"/>
                  </a:lnTo>
                  <a:lnTo>
                    <a:pt x="50" y="166"/>
                  </a:lnTo>
                  <a:close/>
                </a:path>
              </a:pathLst>
            </a:custGeom>
            <a:solidFill>
              <a:srgbClr val="FFDC99"/>
            </a:solidFill>
            <a:ln w="26988">
              <a:solidFill>
                <a:srgbClr val="FFDC99"/>
              </a:solidFill>
              <a:prstDash val="solid"/>
              <a:round/>
              <a:headEnd/>
              <a:tailEnd/>
            </a:ln>
          </p:spPr>
          <p:txBody>
            <a:bodyPr/>
            <a:lstStyle/>
            <a:p>
              <a:endParaRPr lang="en-US" sz="1350"/>
            </a:p>
          </p:txBody>
        </p:sp>
        <p:sp>
          <p:nvSpPr>
            <p:cNvPr id="40979" name="Freeform 18">
              <a:extLst>
                <a:ext uri="{FF2B5EF4-FFF2-40B4-BE49-F238E27FC236}">
                  <a16:creationId xmlns:a16="http://schemas.microsoft.com/office/drawing/2014/main" id="{81D281E2-B02A-C476-9115-F8F1E034C071}"/>
                </a:ext>
              </a:extLst>
            </p:cNvPr>
            <p:cNvSpPr>
              <a:spLocks/>
            </p:cNvSpPr>
            <p:nvPr/>
          </p:nvSpPr>
          <p:spPr bwMode="auto">
            <a:xfrm>
              <a:off x="1631" y="2464"/>
              <a:ext cx="266" cy="316"/>
            </a:xfrm>
            <a:custGeom>
              <a:avLst/>
              <a:gdLst>
                <a:gd name="T0" fmla="*/ 0 w 266"/>
                <a:gd name="T1" fmla="*/ 50 h 316"/>
                <a:gd name="T2" fmla="*/ 83 w 266"/>
                <a:gd name="T3" fmla="*/ 0 h 316"/>
                <a:gd name="T4" fmla="*/ 266 w 266"/>
                <a:gd name="T5" fmla="*/ 249 h 316"/>
                <a:gd name="T6" fmla="*/ 183 w 266"/>
                <a:gd name="T7" fmla="*/ 316 h 316"/>
                <a:gd name="T8" fmla="*/ 0 w 266"/>
                <a:gd name="T9" fmla="*/ 50 h 316"/>
                <a:gd name="T10" fmla="*/ 0 60000 65536"/>
                <a:gd name="T11" fmla="*/ 0 60000 65536"/>
                <a:gd name="T12" fmla="*/ 0 60000 65536"/>
                <a:gd name="T13" fmla="*/ 0 60000 65536"/>
                <a:gd name="T14" fmla="*/ 0 60000 65536"/>
                <a:gd name="T15" fmla="*/ 0 w 266"/>
                <a:gd name="T16" fmla="*/ 0 h 316"/>
                <a:gd name="T17" fmla="*/ 266 w 266"/>
                <a:gd name="T18" fmla="*/ 316 h 316"/>
              </a:gdLst>
              <a:ahLst/>
              <a:cxnLst>
                <a:cxn ang="T10">
                  <a:pos x="T0" y="T1"/>
                </a:cxn>
                <a:cxn ang="T11">
                  <a:pos x="T2" y="T3"/>
                </a:cxn>
                <a:cxn ang="T12">
                  <a:pos x="T4" y="T5"/>
                </a:cxn>
                <a:cxn ang="T13">
                  <a:pos x="T6" y="T7"/>
                </a:cxn>
                <a:cxn ang="T14">
                  <a:pos x="T8" y="T9"/>
                </a:cxn>
              </a:cxnLst>
              <a:rect l="T15" t="T16" r="T17" b="T18"/>
              <a:pathLst>
                <a:path w="266" h="316">
                  <a:moveTo>
                    <a:pt x="0" y="50"/>
                  </a:moveTo>
                  <a:lnTo>
                    <a:pt x="83" y="0"/>
                  </a:lnTo>
                  <a:lnTo>
                    <a:pt x="266" y="249"/>
                  </a:lnTo>
                  <a:lnTo>
                    <a:pt x="183" y="316"/>
                  </a:lnTo>
                  <a:lnTo>
                    <a:pt x="0" y="50"/>
                  </a:lnTo>
                  <a:close/>
                </a:path>
              </a:pathLst>
            </a:custGeom>
            <a:solidFill>
              <a:srgbClr val="FFDC99"/>
            </a:solidFill>
            <a:ln w="26988">
              <a:solidFill>
                <a:srgbClr val="FFDC99"/>
              </a:solidFill>
              <a:prstDash val="solid"/>
              <a:round/>
              <a:headEnd/>
              <a:tailEnd/>
            </a:ln>
          </p:spPr>
          <p:txBody>
            <a:bodyPr/>
            <a:lstStyle/>
            <a:p>
              <a:endParaRPr lang="en-US" sz="1350"/>
            </a:p>
          </p:txBody>
        </p:sp>
        <p:sp>
          <p:nvSpPr>
            <p:cNvPr id="40980" name="Rectangle 19">
              <a:extLst>
                <a:ext uri="{FF2B5EF4-FFF2-40B4-BE49-F238E27FC236}">
                  <a16:creationId xmlns:a16="http://schemas.microsoft.com/office/drawing/2014/main" id="{CDDD8891-9F09-C7B3-7750-3D7C4CB68195}"/>
                </a:ext>
              </a:extLst>
            </p:cNvPr>
            <p:cNvSpPr>
              <a:spLocks noChangeArrowheads="1"/>
            </p:cNvSpPr>
            <p:nvPr/>
          </p:nvSpPr>
          <p:spPr bwMode="auto">
            <a:xfrm>
              <a:off x="1465" y="3328"/>
              <a:ext cx="199" cy="215"/>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81" name="Rectangle 20">
              <a:extLst>
                <a:ext uri="{FF2B5EF4-FFF2-40B4-BE49-F238E27FC236}">
                  <a16:creationId xmlns:a16="http://schemas.microsoft.com/office/drawing/2014/main" id="{6E0EB65A-BF35-29A5-DFAE-9DFE423A2745}"/>
                </a:ext>
              </a:extLst>
            </p:cNvPr>
            <p:cNvSpPr>
              <a:spLocks noChangeArrowheads="1"/>
            </p:cNvSpPr>
            <p:nvPr/>
          </p:nvSpPr>
          <p:spPr bwMode="auto">
            <a:xfrm>
              <a:off x="1473" y="3336"/>
              <a:ext cx="200" cy="216"/>
            </a:xfrm>
            <a:prstGeom prst="rect">
              <a:avLst/>
            </a:prstGeom>
            <a:noFill/>
            <a:ln w="26988">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82" name="Rectangle 21">
              <a:extLst>
                <a:ext uri="{FF2B5EF4-FFF2-40B4-BE49-F238E27FC236}">
                  <a16:creationId xmlns:a16="http://schemas.microsoft.com/office/drawing/2014/main" id="{58605E5D-B03D-8986-A2C7-2EF789CA262D}"/>
                </a:ext>
              </a:extLst>
            </p:cNvPr>
            <p:cNvSpPr>
              <a:spLocks noChangeArrowheads="1"/>
            </p:cNvSpPr>
            <p:nvPr/>
          </p:nvSpPr>
          <p:spPr bwMode="auto">
            <a:xfrm>
              <a:off x="2129" y="3344"/>
              <a:ext cx="83" cy="150"/>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83" name="Rectangle 22">
              <a:extLst>
                <a:ext uri="{FF2B5EF4-FFF2-40B4-BE49-F238E27FC236}">
                  <a16:creationId xmlns:a16="http://schemas.microsoft.com/office/drawing/2014/main" id="{FE473328-CDAA-E8AE-8A72-CB0E4CD7A920}"/>
                </a:ext>
              </a:extLst>
            </p:cNvPr>
            <p:cNvSpPr>
              <a:spLocks noChangeArrowheads="1"/>
            </p:cNvSpPr>
            <p:nvPr/>
          </p:nvSpPr>
          <p:spPr bwMode="auto">
            <a:xfrm>
              <a:off x="2137" y="3352"/>
              <a:ext cx="84" cy="150"/>
            </a:xfrm>
            <a:prstGeom prst="rect">
              <a:avLst/>
            </a:prstGeom>
            <a:noFill/>
            <a:ln w="26988">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84" name="Rectangle 23">
              <a:extLst>
                <a:ext uri="{FF2B5EF4-FFF2-40B4-BE49-F238E27FC236}">
                  <a16:creationId xmlns:a16="http://schemas.microsoft.com/office/drawing/2014/main" id="{D217DD66-2AAC-9908-58A9-352D660A47B7}"/>
                </a:ext>
              </a:extLst>
            </p:cNvPr>
            <p:cNvSpPr>
              <a:spLocks noChangeArrowheads="1"/>
            </p:cNvSpPr>
            <p:nvPr/>
          </p:nvSpPr>
          <p:spPr bwMode="auto">
            <a:xfrm>
              <a:off x="2461" y="3394"/>
              <a:ext cx="266" cy="66"/>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85" name="Rectangle 24">
              <a:extLst>
                <a:ext uri="{FF2B5EF4-FFF2-40B4-BE49-F238E27FC236}">
                  <a16:creationId xmlns:a16="http://schemas.microsoft.com/office/drawing/2014/main" id="{0C1FDBB5-D58D-48DA-7462-567A093638BB}"/>
                </a:ext>
              </a:extLst>
            </p:cNvPr>
            <p:cNvSpPr>
              <a:spLocks noChangeArrowheads="1"/>
            </p:cNvSpPr>
            <p:nvPr/>
          </p:nvSpPr>
          <p:spPr bwMode="auto">
            <a:xfrm>
              <a:off x="2469" y="3402"/>
              <a:ext cx="267" cy="67"/>
            </a:xfrm>
            <a:prstGeom prst="rect">
              <a:avLst/>
            </a:prstGeom>
            <a:noFill/>
            <a:ln w="26988">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86" name="Oval 25">
              <a:extLst>
                <a:ext uri="{FF2B5EF4-FFF2-40B4-BE49-F238E27FC236}">
                  <a16:creationId xmlns:a16="http://schemas.microsoft.com/office/drawing/2014/main" id="{0C0CA004-D8A4-54AB-42C3-02F027A2334A}"/>
                </a:ext>
              </a:extLst>
            </p:cNvPr>
            <p:cNvSpPr>
              <a:spLocks noChangeArrowheads="1"/>
            </p:cNvSpPr>
            <p:nvPr/>
          </p:nvSpPr>
          <p:spPr bwMode="auto">
            <a:xfrm>
              <a:off x="2519" y="2987"/>
              <a:ext cx="183" cy="183"/>
            </a:xfrm>
            <a:prstGeom prst="ellipse">
              <a:avLst/>
            </a:prstGeom>
            <a:solidFill>
              <a:srgbClr val="FFFFFF"/>
            </a:solidFill>
            <a:ln w="26988">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87" name="Oval 26">
              <a:extLst>
                <a:ext uri="{FF2B5EF4-FFF2-40B4-BE49-F238E27FC236}">
                  <a16:creationId xmlns:a16="http://schemas.microsoft.com/office/drawing/2014/main" id="{48636D6F-DCBA-731F-8622-BBECC56468A9}"/>
                </a:ext>
              </a:extLst>
            </p:cNvPr>
            <p:cNvSpPr>
              <a:spLocks noChangeArrowheads="1"/>
            </p:cNvSpPr>
            <p:nvPr/>
          </p:nvSpPr>
          <p:spPr bwMode="auto">
            <a:xfrm>
              <a:off x="2569" y="3053"/>
              <a:ext cx="1" cy="1"/>
            </a:xfrm>
            <a:prstGeom prst="ellipse">
              <a:avLst/>
            </a:prstGeom>
            <a:solidFill>
              <a:srgbClr val="FFFFFF"/>
            </a:solidFill>
            <a:ln w="26988">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88" name="Oval 27">
              <a:extLst>
                <a:ext uri="{FF2B5EF4-FFF2-40B4-BE49-F238E27FC236}">
                  <a16:creationId xmlns:a16="http://schemas.microsoft.com/office/drawing/2014/main" id="{B9653ABD-76D0-EA61-D8EA-4F882E42A52A}"/>
                </a:ext>
              </a:extLst>
            </p:cNvPr>
            <p:cNvSpPr>
              <a:spLocks noChangeArrowheads="1"/>
            </p:cNvSpPr>
            <p:nvPr/>
          </p:nvSpPr>
          <p:spPr bwMode="auto">
            <a:xfrm>
              <a:off x="2652" y="3037"/>
              <a:ext cx="1" cy="17"/>
            </a:xfrm>
            <a:prstGeom prst="ellipse">
              <a:avLst/>
            </a:prstGeom>
            <a:solidFill>
              <a:srgbClr val="FFFFFF"/>
            </a:solidFill>
            <a:ln w="26988">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89" name="Line 28">
              <a:extLst>
                <a:ext uri="{FF2B5EF4-FFF2-40B4-BE49-F238E27FC236}">
                  <a16:creationId xmlns:a16="http://schemas.microsoft.com/office/drawing/2014/main" id="{248B94DE-FDEC-01DA-00D0-BB6C4C0ABCF8}"/>
                </a:ext>
              </a:extLst>
            </p:cNvPr>
            <p:cNvSpPr>
              <a:spLocks noChangeShapeType="1"/>
            </p:cNvSpPr>
            <p:nvPr/>
          </p:nvSpPr>
          <p:spPr bwMode="auto">
            <a:xfrm>
              <a:off x="2594" y="3112"/>
              <a:ext cx="50"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0990" name="Rectangle 29">
              <a:extLst>
                <a:ext uri="{FF2B5EF4-FFF2-40B4-BE49-F238E27FC236}">
                  <a16:creationId xmlns:a16="http://schemas.microsoft.com/office/drawing/2014/main" id="{77E82F66-F156-BFE7-918F-0F8A7EE4F718}"/>
                </a:ext>
              </a:extLst>
            </p:cNvPr>
            <p:cNvSpPr>
              <a:spLocks noChangeArrowheads="1"/>
            </p:cNvSpPr>
            <p:nvPr/>
          </p:nvSpPr>
          <p:spPr bwMode="auto">
            <a:xfrm>
              <a:off x="2777" y="3112"/>
              <a:ext cx="33" cy="116"/>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91" name="Rectangle 30">
              <a:extLst>
                <a:ext uri="{FF2B5EF4-FFF2-40B4-BE49-F238E27FC236}">
                  <a16:creationId xmlns:a16="http://schemas.microsoft.com/office/drawing/2014/main" id="{73D2C3CD-2505-0B31-A226-6A71C54BD746}"/>
                </a:ext>
              </a:extLst>
            </p:cNvPr>
            <p:cNvSpPr>
              <a:spLocks noChangeArrowheads="1"/>
            </p:cNvSpPr>
            <p:nvPr/>
          </p:nvSpPr>
          <p:spPr bwMode="auto">
            <a:xfrm>
              <a:off x="2785" y="3120"/>
              <a:ext cx="34" cy="117"/>
            </a:xfrm>
            <a:prstGeom prst="rect">
              <a:avLst/>
            </a:prstGeom>
            <a:noFill/>
            <a:ln w="26988">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0992" name="Freeform 31">
              <a:extLst>
                <a:ext uri="{FF2B5EF4-FFF2-40B4-BE49-F238E27FC236}">
                  <a16:creationId xmlns:a16="http://schemas.microsoft.com/office/drawing/2014/main" id="{5654F225-D635-6D9D-19BA-4BCC1D09F8A7}"/>
                </a:ext>
              </a:extLst>
            </p:cNvPr>
            <p:cNvSpPr>
              <a:spLocks/>
            </p:cNvSpPr>
            <p:nvPr/>
          </p:nvSpPr>
          <p:spPr bwMode="auto">
            <a:xfrm>
              <a:off x="2843" y="2215"/>
              <a:ext cx="714" cy="847"/>
            </a:xfrm>
            <a:custGeom>
              <a:avLst/>
              <a:gdLst>
                <a:gd name="T0" fmla="*/ 0 w 714"/>
                <a:gd name="T1" fmla="*/ 847 h 847"/>
                <a:gd name="T2" fmla="*/ 332 w 714"/>
                <a:gd name="T3" fmla="*/ 349 h 847"/>
                <a:gd name="T4" fmla="*/ 432 w 714"/>
                <a:gd name="T5" fmla="*/ 482 h 847"/>
                <a:gd name="T6" fmla="*/ 714 w 714"/>
                <a:gd name="T7" fmla="*/ 0 h 847"/>
                <a:gd name="T8" fmla="*/ 0 60000 65536"/>
                <a:gd name="T9" fmla="*/ 0 60000 65536"/>
                <a:gd name="T10" fmla="*/ 0 60000 65536"/>
                <a:gd name="T11" fmla="*/ 0 60000 65536"/>
                <a:gd name="T12" fmla="*/ 0 w 714"/>
                <a:gd name="T13" fmla="*/ 0 h 847"/>
                <a:gd name="T14" fmla="*/ 714 w 714"/>
                <a:gd name="T15" fmla="*/ 847 h 847"/>
              </a:gdLst>
              <a:ahLst/>
              <a:cxnLst>
                <a:cxn ang="T8">
                  <a:pos x="T0" y="T1"/>
                </a:cxn>
                <a:cxn ang="T9">
                  <a:pos x="T2" y="T3"/>
                </a:cxn>
                <a:cxn ang="T10">
                  <a:pos x="T4" y="T5"/>
                </a:cxn>
                <a:cxn ang="T11">
                  <a:pos x="T6" y="T7"/>
                </a:cxn>
              </a:cxnLst>
              <a:rect l="T12" t="T13" r="T14" b="T15"/>
              <a:pathLst>
                <a:path w="714" h="847">
                  <a:moveTo>
                    <a:pt x="0" y="847"/>
                  </a:moveTo>
                  <a:lnTo>
                    <a:pt x="332" y="349"/>
                  </a:lnTo>
                  <a:lnTo>
                    <a:pt x="432" y="482"/>
                  </a:lnTo>
                  <a:lnTo>
                    <a:pt x="714" y="0"/>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40993" name="Rectangle 32">
              <a:extLst>
                <a:ext uri="{FF2B5EF4-FFF2-40B4-BE49-F238E27FC236}">
                  <a16:creationId xmlns:a16="http://schemas.microsoft.com/office/drawing/2014/main" id="{0D052511-6D51-4913-524C-FB1AF311E58F}"/>
                </a:ext>
              </a:extLst>
            </p:cNvPr>
            <p:cNvSpPr>
              <a:spLocks noChangeArrowheads="1"/>
            </p:cNvSpPr>
            <p:nvPr/>
          </p:nvSpPr>
          <p:spPr bwMode="auto">
            <a:xfrm>
              <a:off x="784" y="2331"/>
              <a:ext cx="78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Host intranet</a:t>
              </a:r>
              <a:endParaRPr lang="en-US" altLang="zh-TW" sz="1800">
                <a:ea typeface="新細明體" panose="02020500000000000000" pitchFamily="18" charset="-120"/>
              </a:endParaRPr>
            </a:p>
          </p:txBody>
        </p:sp>
        <p:sp>
          <p:nvSpPr>
            <p:cNvPr id="40994" name="Rectangle 33">
              <a:extLst>
                <a:ext uri="{FF2B5EF4-FFF2-40B4-BE49-F238E27FC236}">
                  <a16:creationId xmlns:a16="http://schemas.microsoft.com/office/drawing/2014/main" id="{A94F2674-2047-F4B1-48DC-69126E14E33A}"/>
                </a:ext>
              </a:extLst>
            </p:cNvPr>
            <p:cNvSpPr>
              <a:spLocks noChangeArrowheads="1"/>
            </p:cNvSpPr>
            <p:nvPr/>
          </p:nvSpPr>
          <p:spPr bwMode="auto">
            <a:xfrm>
              <a:off x="4919" y="2381"/>
              <a:ext cx="8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Home intranet</a:t>
              </a:r>
              <a:endParaRPr lang="en-US" altLang="zh-TW" sz="1800">
                <a:ea typeface="新細明體" panose="02020500000000000000" pitchFamily="18" charset="-120"/>
              </a:endParaRPr>
            </a:p>
          </p:txBody>
        </p:sp>
        <p:sp>
          <p:nvSpPr>
            <p:cNvPr id="40995" name="Freeform 34">
              <a:extLst>
                <a:ext uri="{FF2B5EF4-FFF2-40B4-BE49-F238E27FC236}">
                  <a16:creationId xmlns:a16="http://schemas.microsoft.com/office/drawing/2014/main" id="{3A5C7721-FBF4-8FEA-347C-AB16D146630B}"/>
                </a:ext>
              </a:extLst>
            </p:cNvPr>
            <p:cNvSpPr>
              <a:spLocks/>
            </p:cNvSpPr>
            <p:nvPr/>
          </p:nvSpPr>
          <p:spPr bwMode="auto">
            <a:xfrm>
              <a:off x="2129" y="3128"/>
              <a:ext cx="299" cy="216"/>
            </a:xfrm>
            <a:custGeom>
              <a:avLst/>
              <a:gdLst>
                <a:gd name="T0" fmla="*/ 299 w 299"/>
                <a:gd name="T1" fmla="*/ 216 h 216"/>
                <a:gd name="T2" fmla="*/ 166 w 299"/>
                <a:gd name="T3" fmla="*/ 100 h 216"/>
                <a:gd name="T4" fmla="*/ 117 w 299"/>
                <a:gd name="T5" fmla="*/ 133 h 216"/>
                <a:gd name="T6" fmla="*/ 0 w 299"/>
                <a:gd name="T7" fmla="*/ 0 h 216"/>
                <a:gd name="T8" fmla="*/ 0 60000 65536"/>
                <a:gd name="T9" fmla="*/ 0 60000 65536"/>
                <a:gd name="T10" fmla="*/ 0 60000 65536"/>
                <a:gd name="T11" fmla="*/ 0 60000 65536"/>
                <a:gd name="T12" fmla="*/ 0 w 299"/>
                <a:gd name="T13" fmla="*/ 0 h 216"/>
                <a:gd name="T14" fmla="*/ 299 w 299"/>
                <a:gd name="T15" fmla="*/ 216 h 216"/>
              </a:gdLst>
              <a:ahLst/>
              <a:cxnLst>
                <a:cxn ang="T8">
                  <a:pos x="T0" y="T1"/>
                </a:cxn>
                <a:cxn ang="T9">
                  <a:pos x="T2" y="T3"/>
                </a:cxn>
                <a:cxn ang="T10">
                  <a:pos x="T4" y="T5"/>
                </a:cxn>
                <a:cxn ang="T11">
                  <a:pos x="T6" y="T7"/>
                </a:cxn>
              </a:cxnLst>
              <a:rect l="T12" t="T13" r="T14" b="T15"/>
              <a:pathLst>
                <a:path w="299" h="216">
                  <a:moveTo>
                    <a:pt x="299" y="216"/>
                  </a:moveTo>
                  <a:lnTo>
                    <a:pt x="166" y="100"/>
                  </a:lnTo>
                  <a:lnTo>
                    <a:pt x="117" y="133"/>
                  </a:lnTo>
                  <a:lnTo>
                    <a:pt x="0" y="0"/>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40996" name="Freeform 35">
              <a:extLst>
                <a:ext uri="{FF2B5EF4-FFF2-40B4-BE49-F238E27FC236}">
                  <a16:creationId xmlns:a16="http://schemas.microsoft.com/office/drawing/2014/main" id="{210554A0-2136-CC55-6673-1B1E9E23F2A1}"/>
                </a:ext>
              </a:extLst>
            </p:cNvPr>
            <p:cNvSpPr>
              <a:spLocks/>
            </p:cNvSpPr>
            <p:nvPr/>
          </p:nvSpPr>
          <p:spPr bwMode="auto">
            <a:xfrm>
              <a:off x="1714" y="3361"/>
              <a:ext cx="365" cy="50"/>
            </a:xfrm>
            <a:custGeom>
              <a:avLst/>
              <a:gdLst>
                <a:gd name="T0" fmla="*/ 365 w 365"/>
                <a:gd name="T1" fmla="*/ 16 h 50"/>
                <a:gd name="T2" fmla="*/ 166 w 365"/>
                <a:gd name="T3" fmla="*/ 0 h 50"/>
                <a:gd name="T4" fmla="*/ 166 w 365"/>
                <a:gd name="T5" fmla="*/ 50 h 50"/>
                <a:gd name="T6" fmla="*/ 0 w 365"/>
                <a:gd name="T7" fmla="*/ 0 h 50"/>
                <a:gd name="T8" fmla="*/ 0 60000 65536"/>
                <a:gd name="T9" fmla="*/ 0 60000 65536"/>
                <a:gd name="T10" fmla="*/ 0 60000 65536"/>
                <a:gd name="T11" fmla="*/ 0 60000 65536"/>
                <a:gd name="T12" fmla="*/ 0 w 365"/>
                <a:gd name="T13" fmla="*/ 0 h 50"/>
                <a:gd name="T14" fmla="*/ 365 w 365"/>
                <a:gd name="T15" fmla="*/ 50 h 50"/>
              </a:gdLst>
              <a:ahLst/>
              <a:cxnLst>
                <a:cxn ang="T8">
                  <a:pos x="T0" y="T1"/>
                </a:cxn>
                <a:cxn ang="T9">
                  <a:pos x="T2" y="T3"/>
                </a:cxn>
                <a:cxn ang="T10">
                  <a:pos x="T4" y="T5"/>
                </a:cxn>
                <a:cxn ang="T11">
                  <a:pos x="T6" y="T7"/>
                </a:cxn>
              </a:cxnLst>
              <a:rect l="T12" t="T13" r="T14" b="T15"/>
              <a:pathLst>
                <a:path w="365" h="50">
                  <a:moveTo>
                    <a:pt x="365" y="16"/>
                  </a:moveTo>
                  <a:lnTo>
                    <a:pt x="166" y="0"/>
                  </a:lnTo>
                  <a:lnTo>
                    <a:pt x="166" y="50"/>
                  </a:lnTo>
                  <a:lnTo>
                    <a:pt x="0" y="0"/>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40997" name="Rectangle 36">
              <a:extLst>
                <a:ext uri="{FF2B5EF4-FFF2-40B4-BE49-F238E27FC236}">
                  <a16:creationId xmlns:a16="http://schemas.microsoft.com/office/drawing/2014/main" id="{C37BB129-1082-2325-5638-F22636FBDDFA}"/>
                </a:ext>
              </a:extLst>
            </p:cNvPr>
            <p:cNvSpPr>
              <a:spLocks noChangeArrowheads="1"/>
            </p:cNvSpPr>
            <p:nvPr/>
          </p:nvSpPr>
          <p:spPr bwMode="auto">
            <a:xfrm>
              <a:off x="3607" y="2298"/>
              <a:ext cx="77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GSM/GPRS </a:t>
              </a:r>
              <a:endParaRPr lang="en-US" altLang="zh-TW" sz="1800">
                <a:ea typeface="新細明體" panose="02020500000000000000" pitchFamily="18" charset="-120"/>
              </a:endParaRPr>
            </a:p>
          </p:txBody>
        </p:sp>
        <p:sp>
          <p:nvSpPr>
            <p:cNvPr id="40998" name="Rectangle 37">
              <a:extLst>
                <a:ext uri="{FF2B5EF4-FFF2-40B4-BE49-F238E27FC236}">
                  <a16:creationId xmlns:a16="http://schemas.microsoft.com/office/drawing/2014/main" id="{BF646B2E-5007-304C-8772-195D0A8C6535}"/>
                </a:ext>
              </a:extLst>
            </p:cNvPr>
            <p:cNvSpPr>
              <a:spLocks noChangeArrowheads="1"/>
            </p:cNvSpPr>
            <p:nvPr/>
          </p:nvSpPr>
          <p:spPr bwMode="auto">
            <a:xfrm>
              <a:off x="1947" y="2431"/>
              <a:ext cx="83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Wireless LAN</a:t>
              </a:r>
              <a:endParaRPr lang="en-US" altLang="zh-TW" sz="1800">
                <a:ea typeface="新細明體" panose="02020500000000000000" pitchFamily="18" charset="-120"/>
              </a:endParaRPr>
            </a:p>
          </p:txBody>
        </p:sp>
        <p:sp>
          <p:nvSpPr>
            <p:cNvPr id="40999" name="Freeform 38">
              <a:extLst>
                <a:ext uri="{FF2B5EF4-FFF2-40B4-BE49-F238E27FC236}">
                  <a16:creationId xmlns:a16="http://schemas.microsoft.com/office/drawing/2014/main" id="{5DEA0891-290D-963F-B649-20C9C0D51B39}"/>
                </a:ext>
              </a:extLst>
            </p:cNvPr>
            <p:cNvSpPr>
              <a:spLocks/>
            </p:cNvSpPr>
            <p:nvPr/>
          </p:nvSpPr>
          <p:spPr bwMode="auto">
            <a:xfrm>
              <a:off x="353" y="1982"/>
              <a:ext cx="49" cy="67"/>
            </a:xfrm>
            <a:custGeom>
              <a:avLst/>
              <a:gdLst>
                <a:gd name="T0" fmla="*/ 0 w 49"/>
                <a:gd name="T1" fmla="*/ 67 h 67"/>
                <a:gd name="T2" fmla="*/ 0 w 49"/>
                <a:gd name="T3" fmla="*/ 0 h 67"/>
                <a:gd name="T4" fmla="*/ 49 w 49"/>
                <a:gd name="T5" fmla="*/ 0 h 67"/>
                <a:gd name="T6" fmla="*/ 0 60000 65536"/>
                <a:gd name="T7" fmla="*/ 0 60000 65536"/>
                <a:gd name="T8" fmla="*/ 0 60000 65536"/>
                <a:gd name="T9" fmla="*/ 0 w 49"/>
                <a:gd name="T10" fmla="*/ 0 h 67"/>
                <a:gd name="T11" fmla="*/ 49 w 49"/>
                <a:gd name="T12" fmla="*/ 67 h 67"/>
              </a:gdLst>
              <a:ahLst/>
              <a:cxnLst>
                <a:cxn ang="T6">
                  <a:pos x="T0" y="T1"/>
                </a:cxn>
                <a:cxn ang="T7">
                  <a:pos x="T2" y="T3"/>
                </a:cxn>
                <a:cxn ang="T8">
                  <a:pos x="T4" y="T5"/>
                </a:cxn>
              </a:cxnLst>
              <a:rect l="T9" t="T10" r="T11" b="T12"/>
              <a:pathLst>
                <a:path w="49" h="67">
                  <a:moveTo>
                    <a:pt x="0" y="67"/>
                  </a:moveTo>
                  <a:lnTo>
                    <a:pt x="0" y="0"/>
                  </a:lnTo>
                  <a:lnTo>
                    <a:pt x="49" y="0"/>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41000" name="Line 39">
              <a:extLst>
                <a:ext uri="{FF2B5EF4-FFF2-40B4-BE49-F238E27FC236}">
                  <a16:creationId xmlns:a16="http://schemas.microsoft.com/office/drawing/2014/main" id="{AD2F5371-8FDD-1ECC-EDF7-98FE62B3F948}"/>
                </a:ext>
              </a:extLst>
            </p:cNvPr>
            <p:cNvSpPr>
              <a:spLocks noChangeShapeType="1"/>
            </p:cNvSpPr>
            <p:nvPr/>
          </p:nvSpPr>
          <p:spPr bwMode="auto">
            <a:xfrm>
              <a:off x="519"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01" name="Line 40">
              <a:extLst>
                <a:ext uri="{FF2B5EF4-FFF2-40B4-BE49-F238E27FC236}">
                  <a16:creationId xmlns:a16="http://schemas.microsoft.com/office/drawing/2014/main" id="{7E72B21C-33D7-4E10-7298-B6BC7FF77040}"/>
                </a:ext>
              </a:extLst>
            </p:cNvPr>
            <p:cNvSpPr>
              <a:spLocks noChangeShapeType="1"/>
            </p:cNvSpPr>
            <p:nvPr/>
          </p:nvSpPr>
          <p:spPr bwMode="auto">
            <a:xfrm>
              <a:off x="751"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02" name="Line 41">
              <a:extLst>
                <a:ext uri="{FF2B5EF4-FFF2-40B4-BE49-F238E27FC236}">
                  <a16:creationId xmlns:a16="http://schemas.microsoft.com/office/drawing/2014/main" id="{CD26C6C1-C0E5-1158-4D4C-574EEDE1F3EB}"/>
                </a:ext>
              </a:extLst>
            </p:cNvPr>
            <p:cNvSpPr>
              <a:spLocks noChangeShapeType="1"/>
            </p:cNvSpPr>
            <p:nvPr/>
          </p:nvSpPr>
          <p:spPr bwMode="auto">
            <a:xfrm>
              <a:off x="984"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03" name="Line 42">
              <a:extLst>
                <a:ext uri="{FF2B5EF4-FFF2-40B4-BE49-F238E27FC236}">
                  <a16:creationId xmlns:a16="http://schemas.microsoft.com/office/drawing/2014/main" id="{79A7E8C4-1C70-D6D5-32A8-0300F97A99E7}"/>
                </a:ext>
              </a:extLst>
            </p:cNvPr>
            <p:cNvSpPr>
              <a:spLocks noChangeShapeType="1"/>
            </p:cNvSpPr>
            <p:nvPr/>
          </p:nvSpPr>
          <p:spPr bwMode="auto">
            <a:xfrm>
              <a:off x="1216"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04" name="Line 43">
              <a:extLst>
                <a:ext uri="{FF2B5EF4-FFF2-40B4-BE49-F238E27FC236}">
                  <a16:creationId xmlns:a16="http://schemas.microsoft.com/office/drawing/2014/main" id="{72772EEB-24C5-69BD-EA58-70164D294139}"/>
                </a:ext>
              </a:extLst>
            </p:cNvPr>
            <p:cNvSpPr>
              <a:spLocks noChangeShapeType="1"/>
            </p:cNvSpPr>
            <p:nvPr/>
          </p:nvSpPr>
          <p:spPr bwMode="auto">
            <a:xfrm>
              <a:off x="1449"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05" name="Line 44">
              <a:extLst>
                <a:ext uri="{FF2B5EF4-FFF2-40B4-BE49-F238E27FC236}">
                  <a16:creationId xmlns:a16="http://schemas.microsoft.com/office/drawing/2014/main" id="{1846CD5E-6AAD-F08E-CD5E-463927F93201}"/>
                </a:ext>
              </a:extLst>
            </p:cNvPr>
            <p:cNvSpPr>
              <a:spLocks noChangeShapeType="1"/>
            </p:cNvSpPr>
            <p:nvPr/>
          </p:nvSpPr>
          <p:spPr bwMode="auto">
            <a:xfrm>
              <a:off x="1681"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06" name="Line 45">
              <a:extLst>
                <a:ext uri="{FF2B5EF4-FFF2-40B4-BE49-F238E27FC236}">
                  <a16:creationId xmlns:a16="http://schemas.microsoft.com/office/drawing/2014/main" id="{137B7742-2347-9A99-24AF-2CBF91718A69}"/>
                </a:ext>
              </a:extLst>
            </p:cNvPr>
            <p:cNvSpPr>
              <a:spLocks noChangeShapeType="1"/>
            </p:cNvSpPr>
            <p:nvPr/>
          </p:nvSpPr>
          <p:spPr bwMode="auto">
            <a:xfrm>
              <a:off x="1913" y="1982"/>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07" name="Line 46">
              <a:extLst>
                <a:ext uri="{FF2B5EF4-FFF2-40B4-BE49-F238E27FC236}">
                  <a16:creationId xmlns:a16="http://schemas.microsoft.com/office/drawing/2014/main" id="{578BFB90-E012-4015-312C-AA197A887831}"/>
                </a:ext>
              </a:extLst>
            </p:cNvPr>
            <p:cNvSpPr>
              <a:spLocks noChangeShapeType="1"/>
            </p:cNvSpPr>
            <p:nvPr/>
          </p:nvSpPr>
          <p:spPr bwMode="auto">
            <a:xfrm>
              <a:off x="2146"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08" name="Line 47">
              <a:extLst>
                <a:ext uri="{FF2B5EF4-FFF2-40B4-BE49-F238E27FC236}">
                  <a16:creationId xmlns:a16="http://schemas.microsoft.com/office/drawing/2014/main" id="{768719C0-59A3-EC82-F447-F4666F89A3C7}"/>
                </a:ext>
              </a:extLst>
            </p:cNvPr>
            <p:cNvSpPr>
              <a:spLocks noChangeShapeType="1"/>
            </p:cNvSpPr>
            <p:nvPr/>
          </p:nvSpPr>
          <p:spPr bwMode="auto">
            <a:xfrm>
              <a:off x="2378" y="1982"/>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09" name="Line 48">
              <a:extLst>
                <a:ext uri="{FF2B5EF4-FFF2-40B4-BE49-F238E27FC236}">
                  <a16:creationId xmlns:a16="http://schemas.microsoft.com/office/drawing/2014/main" id="{C821699B-CD58-18EE-8E92-3A2128C71B7D}"/>
                </a:ext>
              </a:extLst>
            </p:cNvPr>
            <p:cNvSpPr>
              <a:spLocks noChangeShapeType="1"/>
            </p:cNvSpPr>
            <p:nvPr/>
          </p:nvSpPr>
          <p:spPr bwMode="auto">
            <a:xfrm>
              <a:off x="2611"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10" name="Line 49">
              <a:extLst>
                <a:ext uri="{FF2B5EF4-FFF2-40B4-BE49-F238E27FC236}">
                  <a16:creationId xmlns:a16="http://schemas.microsoft.com/office/drawing/2014/main" id="{C8D163FF-AD47-8CFA-CD97-D66370D20210}"/>
                </a:ext>
              </a:extLst>
            </p:cNvPr>
            <p:cNvSpPr>
              <a:spLocks noChangeShapeType="1"/>
            </p:cNvSpPr>
            <p:nvPr/>
          </p:nvSpPr>
          <p:spPr bwMode="auto">
            <a:xfrm>
              <a:off x="2843" y="1982"/>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11" name="Line 50">
              <a:extLst>
                <a:ext uri="{FF2B5EF4-FFF2-40B4-BE49-F238E27FC236}">
                  <a16:creationId xmlns:a16="http://schemas.microsoft.com/office/drawing/2014/main" id="{B9B5EBAA-10EA-6838-EB74-B19EDD2BE197}"/>
                </a:ext>
              </a:extLst>
            </p:cNvPr>
            <p:cNvSpPr>
              <a:spLocks noChangeShapeType="1"/>
            </p:cNvSpPr>
            <p:nvPr/>
          </p:nvSpPr>
          <p:spPr bwMode="auto">
            <a:xfrm>
              <a:off x="3076"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12" name="Freeform 51">
              <a:extLst>
                <a:ext uri="{FF2B5EF4-FFF2-40B4-BE49-F238E27FC236}">
                  <a16:creationId xmlns:a16="http://schemas.microsoft.com/office/drawing/2014/main" id="{115A8FD6-36A4-FE47-19D4-92B173CE1EB2}"/>
                </a:ext>
              </a:extLst>
            </p:cNvPr>
            <p:cNvSpPr>
              <a:spLocks/>
            </p:cNvSpPr>
            <p:nvPr/>
          </p:nvSpPr>
          <p:spPr bwMode="auto">
            <a:xfrm>
              <a:off x="3308" y="1982"/>
              <a:ext cx="50" cy="67"/>
            </a:xfrm>
            <a:custGeom>
              <a:avLst/>
              <a:gdLst>
                <a:gd name="T0" fmla="*/ 0 w 50"/>
                <a:gd name="T1" fmla="*/ 0 h 67"/>
                <a:gd name="T2" fmla="*/ 50 w 50"/>
                <a:gd name="T3" fmla="*/ 0 h 67"/>
                <a:gd name="T4" fmla="*/ 50 w 50"/>
                <a:gd name="T5" fmla="*/ 67 h 67"/>
                <a:gd name="T6" fmla="*/ 0 60000 65536"/>
                <a:gd name="T7" fmla="*/ 0 60000 65536"/>
                <a:gd name="T8" fmla="*/ 0 60000 65536"/>
                <a:gd name="T9" fmla="*/ 0 w 50"/>
                <a:gd name="T10" fmla="*/ 0 h 67"/>
                <a:gd name="T11" fmla="*/ 50 w 50"/>
                <a:gd name="T12" fmla="*/ 67 h 67"/>
              </a:gdLst>
              <a:ahLst/>
              <a:cxnLst>
                <a:cxn ang="T6">
                  <a:pos x="T0" y="T1"/>
                </a:cxn>
                <a:cxn ang="T7">
                  <a:pos x="T2" y="T3"/>
                </a:cxn>
                <a:cxn ang="T8">
                  <a:pos x="T4" y="T5"/>
                </a:cxn>
              </a:cxnLst>
              <a:rect l="T9" t="T10" r="T11" b="T12"/>
              <a:pathLst>
                <a:path w="50" h="67">
                  <a:moveTo>
                    <a:pt x="0" y="0"/>
                  </a:moveTo>
                  <a:lnTo>
                    <a:pt x="50" y="0"/>
                  </a:lnTo>
                  <a:lnTo>
                    <a:pt x="50" y="67"/>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41013" name="Line 52">
              <a:extLst>
                <a:ext uri="{FF2B5EF4-FFF2-40B4-BE49-F238E27FC236}">
                  <a16:creationId xmlns:a16="http://schemas.microsoft.com/office/drawing/2014/main" id="{A4166FAB-1923-7C6F-BD0B-67DAE6ADEA76}"/>
                </a:ext>
              </a:extLst>
            </p:cNvPr>
            <p:cNvSpPr>
              <a:spLocks noChangeShapeType="1"/>
            </p:cNvSpPr>
            <p:nvPr/>
          </p:nvSpPr>
          <p:spPr bwMode="auto">
            <a:xfrm>
              <a:off x="3358" y="2148"/>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14" name="Line 53">
              <a:extLst>
                <a:ext uri="{FF2B5EF4-FFF2-40B4-BE49-F238E27FC236}">
                  <a16:creationId xmlns:a16="http://schemas.microsoft.com/office/drawing/2014/main" id="{72430DEC-1F27-4C2E-E30A-D8443EBD0F89}"/>
                </a:ext>
              </a:extLst>
            </p:cNvPr>
            <p:cNvSpPr>
              <a:spLocks noChangeShapeType="1"/>
            </p:cNvSpPr>
            <p:nvPr/>
          </p:nvSpPr>
          <p:spPr bwMode="auto">
            <a:xfrm>
              <a:off x="3358" y="2364"/>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15" name="Line 54">
              <a:extLst>
                <a:ext uri="{FF2B5EF4-FFF2-40B4-BE49-F238E27FC236}">
                  <a16:creationId xmlns:a16="http://schemas.microsoft.com/office/drawing/2014/main" id="{41E061CE-328A-8AB1-2BF3-D43275430418}"/>
                </a:ext>
              </a:extLst>
            </p:cNvPr>
            <p:cNvSpPr>
              <a:spLocks noChangeShapeType="1"/>
            </p:cNvSpPr>
            <p:nvPr/>
          </p:nvSpPr>
          <p:spPr bwMode="auto">
            <a:xfrm>
              <a:off x="3358" y="2580"/>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16" name="Line 55">
              <a:extLst>
                <a:ext uri="{FF2B5EF4-FFF2-40B4-BE49-F238E27FC236}">
                  <a16:creationId xmlns:a16="http://schemas.microsoft.com/office/drawing/2014/main" id="{6C29CD75-04C5-C03B-4BC8-FD7CAA4F0EE9}"/>
                </a:ext>
              </a:extLst>
            </p:cNvPr>
            <p:cNvSpPr>
              <a:spLocks noChangeShapeType="1"/>
            </p:cNvSpPr>
            <p:nvPr/>
          </p:nvSpPr>
          <p:spPr bwMode="auto">
            <a:xfrm>
              <a:off x="3358" y="2813"/>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17" name="Line 56">
              <a:extLst>
                <a:ext uri="{FF2B5EF4-FFF2-40B4-BE49-F238E27FC236}">
                  <a16:creationId xmlns:a16="http://schemas.microsoft.com/office/drawing/2014/main" id="{9963D1D9-F58F-C4CA-9B62-5D6A5C814A3A}"/>
                </a:ext>
              </a:extLst>
            </p:cNvPr>
            <p:cNvSpPr>
              <a:spLocks noChangeShapeType="1"/>
            </p:cNvSpPr>
            <p:nvPr/>
          </p:nvSpPr>
          <p:spPr bwMode="auto">
            <a:xfrm>
              <a:off x="3358" y="3029"/>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18" name="Line 57">
              <a:extLst>
                <a:ext uri="{FF2B5EF4-FFF2-40B4-BE49-F238E27FC236}">
                  <a16:creationId xmlns:a16="http://schemas.microsoft.com/office/drawing/2014/main" id="{E9D65CE0-327A-9431-0CD3-0678F5FFA1F3}"/>
                </a:ext>
              </a:extLst>
            </p:cNvPr>
            <p:cNvSpPr>
              <a:spLocks noChangeShapeType="1"/>
            </p:cNvSpPr>
            <p:nvPr/>
          </p:nvSpPr>
          <p:spPr bwMode="auto">
            <a:xfrm>
              <a:off x="3358" y="3245"/>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19" name="Line 58">
              <a:extLst>
                <a:ext uri="{FF2B5EF4-FFF2-40B4-BE49-F238E27FC236}">
                  <a16:creationId xmlns:a16="http://schemas.microsoft.com/office/drawing/2014/main" id="{E0897F0F-2B87-A7A7-6767-696FC0E48C61}"/>
                </a:ext>
              </a:extLst>
            </p:cNvPr>
            <p:cNvSpPr>
              <a:spLocks noChangeShapeType="1"/>
            </p:cNvSpPr>
            <p:nvPr/>
          </p:nvSpPr>
          <p:spPr bwMode="auto">
            <a:xfrm>
              <a:off x="3358" y="3477"/>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20" name="Freeform 59">
              <a:extLst>
                <a:ext uri="{FF2B5EF4-FFF2-40B4-BE49-F238E27FC236}">
                  <a16:creationId xmlns:a16="http://schemas.microsoft.com/office/drawing/2014/main" id="{4DCD7758-9C62-888A-B9D8-46AE3B87E12A}"/>
                </a:ext>
              </a:extLst>
            </p:cNvPr>
            <p:cNvSpPr>
              <a:spLocks/>
            </p:cNvSpPr>
            <p:nvPr/>
          </p:nvSpPr>
          <p:spPr bwMode="auto">
            <a:xfrm>
              <a:off x="3308" y="3693"/>
              <a:ext cx="50" cy="66"/>
            </a:xfrm>
            <a:custGeom>
              <a:avLst/>
              <a:gdLst>
                <a:gd name="T0" fmla="*/ 50 w 50"/>
                <a:gd name="T1" fmla="*/ 0 h 66"/>
                <a:gd name="T2" fmla="*/ 50 w 50"/>
                <a:gd name="T3" fmla="*/ 66 h 66"/>
                <a:gd name="T4" fmla="*/ 0 w 50"/>
                <a:gd name="T5" fmla="*/ 66 h 66"/>
                <a:gd name="T6" fmla="*/ 0 60000 65536"/>
                <a:gd name="T7" fmla="*/ 0 60000 65536"/>
                <a:gd name="T8" fmla="*/ 0 60000 65536"/>
                <a:gd name="T9" fmla="*/ 0 w 50"/>
                <a:gd name="T10" fmla="*/ 0 h 66"/>
                <a:gd name="T11" fmla="*/ 50 w 50"/>
                <a:gd name="T12" fmla="*/ 66 h 66"/>
              </a:gdLst>
              <a:ahLst/>
              <a:cxnLst>
                <a:cxn ang="T6">
                  <a:pos x="T0" y="T1"/>
                </a:cxn>
                <a:cxn ang="T7">
                  <a:pos x="T2" y="T3"/>
                </a:cxn>
                <a:cxn ang="T8">
                  <a:pos x="T4" y="T5"/>
                </a:cxn>
              </a:cxnLst>
              <a:rect l="T9" t="T10" r="T11" b="T12"/>
              <a:pathLst>
                <a:path w="50" h="66">
                  <a:moveTo>
                    <a:pt x="50" y="0"/>
                  </a:moveTo>
                  <a:lnTo>
                    <a:pt x="50" y="66"/>
                  </a:lnTo>
                  <a:lnTo>
                    <a:pt x="0" y="66"/>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41021" name="Line 60">
              <a:extLst>
                <a:ext uri="{FF2B5EF4-FFF2-40B4-BE49-F238E27FC236}">
                  <a16:creationId xmlns:a16="http://schemas.microsoft.com/office/drawing/2014/main" id="{CF007D2F-1C7A-8320-9F45-01A1C9418EBA}"/>
                </a:ext>
              </a:extLst>
            </p:cNvPr>
            <p:cNvSpPr>
              <a:spLocks noChangeShapeType="1"/>
            </p:cNvSpPr>
            <p:nvPr/>
          </p:nvSpPr>
          <p:spPr bwMode="auto">
            <a:xfrm flipH="1">
              <a:off x="3076"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22" name="Line 61">
              <a:extLst>
                <a:ext uri="{FF2B5EF4-FFF2-40B4-BE49-F238E27FC236}">
                  <a16:creationId xmlns:a16="http://schemas.microsoft.com/office/drawing/2014/main" id="{5CB24087-4785-CDE8-1E5A-F22A202F8E47}"/>
                </a:ext>
              </a:extLst>
            </p:cNvPr>
            <p:cNvSpPr>
              <a:spLocks noChangeShapeType="1"/>
            </p:cNvSpPr>
            <p:nvPr/>
          </p:nvSpPr>
          <p:spPr bwMode="auto">
            <a:xfrm flipH="1">
              <a:off x="2843" y="3759"/>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23" name="Line 62">
              <a:extLst>
                <a:ext uri="{FF2B5EF4-FFF2-40B4-BE49-F238E27FC236}">
                  <a16:creationId xmlns:a16="http://schemas.microsoft.com/office/drawing/2014/main" id="{BB428CE2-BF7F-A07B-151E-854926EE6C67}"/>
                </a:ext>
              </a:extLst>
            </p:cNvPr>
            <p:cNvSpPr>
              <a:spLocks noChangeShapeType="1"/>
            </p:cNvSpPr>
            <p:nvPr/>
          </p:nvSpPr>
          <p:spPr bwMode="auto">
            <a:xfrm flipH="1">
              <a:off x="2611"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24" name="Line 63">
              <a:extLst>
                <a:ext uri="{FF2B5EF4-FFF2-40B4-BE49-F238E27FC236}">
                  <a16:creationId xmlns:a16="http://schemas.microsoft.com/office/drawing/2014/main" id="{CB0B6A3A-9BB4-4041-68D5-D9C53E795174}"/>
                </a:ext>
              </a:extLst>
            </p:cNvPr>
            <p:cNvSpPr>
              <a:spLocks noChangeShapeType="1"/>
            </p:cNvSpPr>
            <p:nvPr/>
          </p:nvSpPr>
          <p:spPr bwMode="auto">
            <a:xfrm flipH="1">
              <a:off x="2378" y="3759"/>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25" name="Line 64">
              <a:extLst>
                <a:ext uri="{FF2B5EF4-FFF2-40B4-BE49-F238E27FC236}">
                  <a16:creationId xmlns:a16="http://schemas.microsoft.com/office/drawing/2014/main" id="{2CA0AD8D-FBAB-E87A-1D0A-5D0EDCD642B8}"/>
                </a:ext>
              </a:extLst>
            </p:cNvPr>
            <p:cNvSpPr>
              <a:spLocks noChangeShapeType="1"/>
            </p:cNvSpPr>
            <p:nvPr/>
          </p:nvSpPr>
          <p:spPr bwMode="auto">
            <a:xfrm flipH="1">
              <a:off x="2146"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26" name="Line 65">
              <a:extLst>
                <a:ext uri="{FF2B5EF4-FFF2-40B4-BE49-F238E27FC236}">
                  <a16:creationId xmlns:a16="http://schemas.microsoft.com/office/drawing/2014/main" id="{F4B56417-CC5F-84EF-C70C-35EDD2E3B70B}"/>
                </a:ext>
              </a:extLst>
            </p:cNvPr>
            <p:cNvSpPr>
              <a:spLocks noChangeShapeType="1"/>
            </p:cNvSpPr>
            <p:nvPr/>
          </p:nvSpPr>
          <p:spPr bwMode="auto">
            <a:xfrm flipH="1">
              <a:off x="1913" y="3759"/>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27" name="Line 66">
              <a:extLst>
                <a:ext uri="{FF2B5EF4-FFF2-40B4-BE49-F238E27FC236}">
                  <a16:creationId xmlns:a16="http://schemas.microsoft.com/office/drawing/2014/main" id="{CB2484CB-3403-F760-9A90-54555D9FAA52}"/>
                </a:ext>
              </a:extLst>
            </p:cNvPr>
            <p:cNvSpPr>
              <a:spLocks noChangeShapeType="1"/>
            </p:cNvSpPr>
            <p:nvPr/>
          </p:nvSpPr>
          <p:spPr bwMode="auto">
            <a:xfrm flipH="1">
              <a:off x="1681"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28" name="Line 67">
              <a:extLst>
                <a:ext uri="{FF2B5EF4-FFF2-40B4-BE49-F238E27FC236}">
                  <a16:creationId xmlns:a16="http://schemas.microsoft.com/office/drawing/2014/main" id="{87BC4C8D-EB59-BD21-4BC9-5BEFB78C8B6B}"/>
                </a:ext>
              </a:extLst>
            </p:cNvPr>
            <p:cNvSpPr>
              <a:spLocks noChangeShapeType="1"/>
            </p:cNvSpPr>
            <p:nvPr/>
          </p:nvSpPr>
          <p:spPr bwMode="auto">
            <a:xfrm flipH="1">
              <a:off x="1449"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29" name="Line 68">
              <a:extLst>
                <a:ext uri="{FF2B5EF4-FFF2-40B4-BE49-F238E27FC236}">
                  <a16:creationId xmlns:a16="http://schemas.microsoft.com/office/drawing/2014/main" id="{846740EA-24E9-568B-7DB8-5F9329C0E7CD}"/>
                </a:ext>
              </a:extLst>
            </p:cNvPr>
            <p:cNvSpPr>
              <a:spLocks noChangeShapeType="1"/>
            </p:cNvSpPr>
            <p:nvPr/>
          </p:nvSpPr>
          <p:spPr bwMode="auto">
            <a:xfrm flipH="1">
              <a:off x="1216"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30" name="Line 69">
              <a:extLst>
                <a:ext uri="{FF2B5EF4-FFF2-40B4-BE49-F238E27FC236}">
                  <a16:creationId xmlns:a16="http://schemas.microsoft.com/office/drawing/2014/main" id="{25833F3B-1331-D4B8-5AFC-FE0A7BD5812B}"/>
                </a:ext>
              </a:extLst>
            </p:cNvPr>
            <p:cNvSpPr>
              <a:spLocks noChangeShapeType="1"/>
            </p:cNvSpPr>
            <p:nvPr/>
          </p:nvSpPr>
          <p:spPr bwMode="auto">
            <a:xfrm flipH="1">
              <a:off x="984"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31" name="Line 70">
              <a:extLst>
                <a:ext uri="{FF2B5EF4-FFF2-40B4-BE49-F238E27FC236}">
                  <a16:creationId xmlns:a16="http://schemas.microsoft.com/office/drawing/2014/main" id="{48DFD663-3427-1E47-ADE6-074A57C32D2F}"/>
                </a:ext>
              </a:extLst>
            </p:cNvPr>
            <p:cNvSpPr>
              <a:spLocks noChangeShapeType="1"/>
            </p:cNvSpPr>
            <p:nvPr/>
          </p:nvSpPr>
          <p:spPr bwMode="auto">
            <a:xfrm flipH="1">
              <a:off x="751"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32" name="Line 71">
              <a:extLst>
                <a:ext uri="{FF2B5EF4-FFF2-40B4-BE49-F238E27FC236}">
                  <a16:creationId xmlns:a16="http://schemas.microsoft.com/office/drawing/2014/main" id="{EBD2C2B5-9AF8-EAEC-1CD4-22A32331C10A}"/>
                </a:ext>
              </a:extLst>
            </p:cNvPr>
            <p:cNvSpPr>
              <a:spLocks noChangeShapeType="1"/>
            </p:cNvSpPr>
            <p:nvPr/>
          </p:nvSpPr>
          <p:spPr bwMode="auto">
            <a:xfrm flipH="1">
              <a:off x="519"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33" name="Freeform 72">
              <a:extLst>
                <a:ext uri="{FF2B5EF4-FFF2-40B4-BE49-F238E27FC236}">
                  <a16:creationId xmlns:a16="http://schemas.microsoft.com/office/drawing/2014/main" id="{992F54FC-4DBD-1046-97AD-FF0B6B93B64E}"/>
                </a:ext>
              </a:extLst>
            </p:cNvPr>
            <p:cNvSpPr>
              <a:spLocks/>
            </p:cNvSpPr>
            <p:nvPr/>
          </p:nvSpPr>
          <p:spPr bwMode="auto">
            <a:xfrm>
              <a:off x="353" y="3693"/>
              <a:ext cx="49" cy="66"/>
            </a:xfrm>
            <a:custGeom>
              <a:avLst/>
              <a:gdLst>
                <a:gd name="T0" fmla="*/ 49 w 49"/>
                <a:gd name="T1" fmla="*/ 66 h 66"/>
                <a:gd name="T2" fmla="*/ 0 w 49"/>
                <a:gd name="T3" fmla="*/ 66 h 66"/>
                <a:gd name="T4" fmla="*/ 0 w 49"/>
                <a:gd name="T5" fmla="*/ 0 h 66"/>
                <a:gd name="T6" fmla="*/ 0 60000 65536"/>
                <a:gd name="T7" fmla="*/ 0 60000 65536"/>
                <a:gd name="T8" fmla="*/ 0 60000 65536"/>
                <a:gd name="T9" fmla="*/ 0 w 49"/>
                <a:gd name="T10" fmla="*/ 0 h 66"/>
                <a:gd name="T11" fmla="*/ 49 w 49"/>
                <a:gd name="T12" fmla="*/ 66 h 66"/>
              </a:gdLst>
              <a:ahLst/>
              <a:cxnLst>
                <a:cxn ang="T6">
                  <a:pos x="T0" y="T1"/>
                </a:cxn>
                <a:cxn ang="T7">
                  <a:pos x="T2" y="T3"/>
                </a:cxn>
                <a:cxn ang="T8">
                  <a:pos x="T4" y="T5"/>
                </a:cxn>
              </a:cxnLst>
              <a:rect l="T9" t="T10" r="T11" b="T12"/>
              <a:pathLst>
                <a:path w="49" h="66">
                  <a:moveTo>
                    <a:pt x="49" y="66"/>
                  </a:moveTo>
                  <a:lnTo>
                    <a:pt x="0" y="66"/>
                  </a:lnTo>
                  <a:lnTo>
                    <a:pt x="0" y="0"/>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41034" name="Line 73">
              <a:extLst>
                <a:ext uri="{FF2B5EF4-FFF2-40B4-BE49-F238E27FC236}">
                  <a16:creationId xmlns:a16="http://schemas.microsoft.com/office/drawing/2014/main" id="{57663F53-CBEB-8764-DC77-7FE65C3886D1}"/>
                </a:ext>
              </a:extLst>
            </p:cNvPr>
            <p:cNvSpPr>
              <a:spLocks noChangeShapeType="1"/>
            </p:cNvSpPr>
            <p:nvPr/>
          </p:nvSpPr>
          <p:spPr bwMode="auto">
            <a:xfrm flipV="1">
              <a:off x="353" y="3477"/>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35" name="Line 74">
              <a:extLst>
                <a:ext uri="{FF2B5EF4-FFF2-40B4-BE49-F238E27FC236}">
                  <a16:creationId xmlns:a16="http://schemas.microsoft.com/office/drawing/2014/main" id="{54FA73AE-AB79-3477-486E-537CA95B78CE}"/>
                </a:ext>
              </a:extLst>
            </p:cNvPr>
            <p:cNvSpPr>
              <a:spLocks noChangeShapeType="1"/>
            </p:cNvSpPr>
            <p:nvPr/>
          </p:nvSpPr>
          <p:spPr bwMode="auto">
            <a:xfrm flipV="1">
              <a:off x="353" y="3245"/>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36" name="Line 75">
              <a:extLst>
                <a:ext uri="{FF2B5EF4-FFF2-40B4-BE49-F238E27FC236}">
                  <a16:creationId xmlns:a16="http://schemas.microsoft.com/office/drawing/2014/main" id="{F81B915E-461A-D015-F991-3A9FB78052FD}"/>
                </a:ext>
              </a:extLst>
            </p:cNvPr>
            <p:cNvSpPr>
              <a:spLocks noChangeShapeType="1"/>
            </p:cNvSpPr>
            <p:nvPr/>
          </p:nvSpPr>
          <p:spPr bwMode="auto">
            <a:xfrm flipV="1">
              <a:off x="353" y="3029"/>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37" name="Line 76">
              <a:extLst>
                <a:ext uri="{FF2B5EF4-FFF2-40B4-BE49-F238E27FC236}">
                  <a16:creationId xmlns:a16="http://schemas.microsoft.com/office/drawing/2014/main" id="{BFD7B58C-6250-0223-4337-E2D4FD986787}"/>
                </a:ext>
              </a:extLst>
            </p:cNvPr>
            <p:cNvSpPr>
              <a:spLocks noChangeShapeType="1"/>
            </p:cNvSpPr>
            <p:nvPr/>
          </p:nvSpPr>
          <p:spPr bwMode="auto">
            <a:xfrm flipV="1">
              <a:off x="353" y="2813"/>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38" name="Line 77">
              <a:extLst>
                <a:ext uri="{FF2B5EF4-FFF2-40B4-BE49-F238E27FC236}">
                  <a16:creationId xmlns:a16="http://schemas.microsoft.com/office/drawing/2014/main" id="{CFAC1FEC-D086-EFFE-872B-7E2974089D8A}"/>
                </a:ext>
              </a:extLst>
            </p:cNvPr>
            <p:cNvSpPr>
              <a:spLocks noChangeShapeType="1"/>
            </p:cNvSpPr>
            <p:nvPr/>
          </p:nvSpPr>
          <p:spPr bwMode="auto">
            <a:xfrm flipV="1">
              <a:off x="353" y="2580"/>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39" name="Line 78">
              <a:extLst>
                <a:ext uri="{FF2B5EF4-FFF2-40B4-BE49-F238E27FC236}">
                  <a16:creationId xmlns:a16="http://schemas.microsoft.com/office/drawing/2014/main" id="{94BCEA04-A86F-F514-0EAF-15E298325720}"/>
                </a:ext>
              </a:extLst>
            </p:cNvPr>
            <p:cNvSpPr>
              <a:spLocks noChangeShapeType="1"/>
            </p:cNvSpPr>
            <p:nvPr/>
          </p:nvSpPr>
          <p:spPr bwMode="auto">
            <a:xfrm flipV="1">
              <a:off x="353" y="2364"/>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40" name="Line 79">
              <a:extLst>
                <a:ext uri="{FF2B5EF4-FFF2-40B4-BE49-F238E27FC236}">
                  <a16:creationId xmlns:a16="http://schemas.microsoft.com/office/drawing/2014/main" id="{A7F35F23-6D11-A080-95F1-431C965719E2}"/>
                </a:ext>
              </a:extLst>
            </p:cNvPr>
            <p:cNvSpPr>
              <a:spLocks noChangeShapeType="1"/>
            </p:cNvSpPr>
            <p:nvPr/>
          </p:nvSpPr>
          <p:spPr bwMode="auto">
            <a:xfrm flipV="1">
              <a:off x="353" y="2148"/>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041" name="Rectangle 80">
              <a:extLst>
                <a:ext uri="{FF2B5EF4-FFF2-40B4-BE49-F238E27FC236}">
                  <a16:creationId xmlns:a16="http://schemas.microsoft.com/office/drawing/2014/main" id="{C6118F8C-8073-288D-92BD-7EA2B7C4C0A7}"/>
                </a:ext>
              </a:extLst>
            </p:cNvPr>
            <p:cNvSpPr>
              <a:spLocks noChangeArrowheads="1"/>
            </p:cNvSpPr>
            <p:nvPr/>
          </p:nvSpPr>
          <p:spPr bwMode="auto">
            <a:xfrm>
              <a:off x="2877" y="3195"/>
              <a:ext cx="38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phone</a:t>
              </a:r>
              <a:endParaRPr lang="en-US" altLang="zh-TW" sz="1800">
                <a:ea typeface="新細明體" panose="02020500000000000000" pitchFamily="18" charset="-120"/>
              </a:endParaRPr>
            </a:p>
          </p:txBody>
        </p:sp>
        <p:sp>
          <p:nvSpPr>
            <p:cNvPr id="41042" name="Rectangle 81">
              <a:extLst>
                <a:ext uri="{FF2B5EF4-FFF2-40B4-BE49-F238E27FC236}">
                  <a16:creationId xmlns:a16="http://schemas.microsoft.com/office/drawing/2014/main" id="{4A3C6F27-12FB-98D4-2A2F-5E15C9A1CA0C}"/>
                </a:ext>
              </a:extLst>
            </p:cNvPr>
            <p:cNvSpPr>
              <a:spLocks noChangeArrowheads="1"/>
            </p:cNvSpPr>
            <p:nvPr/>
          </p:nvSpPr>
          <p:spPr bwMode="auto">
            <a:xfrm>
              <a:off x="3607" y="2447"/>
              <a:ext cx="51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gateway</a:t>
              </a:r>
              <a:endParaRPr lang="en-US" altLang="zh-TW" sz="1800">
                <a:ea typeface="新細明體" panose="02020500000000000000" pitchFamily="18" charset="-120"/>
              </a:endParaRPr>
            </a:p>
          </p:txBody>
        </p:sp>
        <p:sp>
          <p:nvSpPr>
            <p:cNvPr id="41043" name="Rectangle 82">
              <a:extLst>
                <a:ext uri="{FF2B5EF4-FFF2-40B4-BE49-F238E27FC236}">
                  <a16:creationId xmlns:a16="http://schemas.microsoft.com/office/drawing/2014/main" id="{C960A9E1-B018-7A06-E6E4-5CAAB7371222}"/>
                </a:ext>
              </a:extLst>
            </p:cNvPr>
            <p:cNvSpPr>
              <a:spLocks noChangeArrowheads="1"/>
            </p:cNvSpPr>
            <p:nvPr/>
          </p:nvSpPr>
          <p:spPr bwMode="auto">
            <a:xfrm>
              <a:off x="3441" y="3510"/>
              <a:ext cx="53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275">
                  <a:solidFill>
                    <a:srgbClr val="000000"/>
                  </a:solidFill>
                  <a:latin typeface="Arial" panose="020B0604020202020204" pitchFamily="34" charset="0"/>
                  <a:ea typeface="新細明體" panose="02020500000000000000" pitchFamily="18" charset="-120"/>
                </a:rPr>
                <a:t>Host site</a:t>
              </a:r>
              <a:endParaRPr lang="en-US" altLang="zh-TW" sz="1800">
                <a:ea typeface="新細明體" panose="02020500000000000000" pitchFamily="18" charset="-120"/>
              </a:endParaRPr>
            </a:p>
          </p:txBody>
        </p:sp>
        <p:sp>
          <p:nvSpPr>
            <p:cNvPr id="41044" name="Oval 83">
              <a:extLst>
                <a:ext uri="{FF2B5EF4-FFF2-40B4-BE49-F238E27FC236}">
                  <a16:creationId xmlns:a16="http://schemas.microsoft.com/office/drawing/2014/main" id="{52A09800-B0E4-6502-FF79-92B7E237A173}"/>
                </a:ext>
              </a:extLst>
            </p:cNvPr>
            <p:cNvSpPr>
              <a:spLocks noChangeArrowheads="1"/>
            </p:cNvSpPr>
            <p:nvPr/>
          </p:nvSpPr>
          <p:spPr bwMode="auto">
            <a:xfrm>
              <a:off x="1946" y="2862"/>
              <a:ext cx="151" cy="151"/>
            </a:xfrm>
            <a:prstGeom prst="ellipse">
              <a:avLst/>
            </a:prstGeom>
            <a:noFill/>
            <a:ln w="52388">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1045" name="Oval 84">
              <a:extLst>
                <a:ext uri="{FF2B5EF4-FFF2-40B4-BE49-F238E27FC236}">
                  <a16:creationId xmlns:a16="http://schemas.microsoft.com/office/drawing/2014/main" id="{EFBEAF08-C91D-C517-2878-2DCED9F4BD31}"/>
                </a:ext>
              </a:extLst>
            </p:cNvPr>
            <p:cNvSpPr>
              <a:spLocks noChangeArrowheads="1"/>
            </p:cNvSpPr>
            <p:nvPr/>
          </p:nvSpPr>
          <p:spPr bwMode="auto">
            <a:xfrm>
              <a:off x="1896" y="2812"/>
              <a:ext cx="251" cy="250"/>
            </a:xfrm>
            <a:prstGeom prst="ellipse">
              <a:avLst/>
            </a:prstGeom>
            <a:noFill/>
            <a:ln w="52388">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1046" name="Oval 85">
              <a:extLst>
                <a:ext uri="{FF2B5EF4-FFF2-40B4-BE49-F238E27FC236}">
                  <a16:creationId xmlns:a16="http://schemas.microsoft.com/office/drawing/2014/main" id="{F191664E-FAE9-763C-B400-46E8EBE9DD24}"/>
                </a:ext>
              </a:extLst>
            </p:cNvPr>
            <p:cNvSpPr>
              <a:spLocks noChangeArrowheads="1"/>
            </p:cNvSpPr>
            <p:nvPr/>
          </p:nvSpPr>
          <p:spPr bwMode="auto">
            <a:xfrm>
              <a:off x="1830" y="2762"/>
              <a:ext cx="366" cy="367"/>
            </a:xfrm>
            <a:prstGeom prst="ellipse">
              <a:avLst/>
            </a:prstGeom>
            <a:noFill/>
            <a:ln w="52388">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1047" name="Oval 86">
              <a:extLst>
                <a:ext uri="{FF2B5EF4-FFF2-40B4-BE49-F238E27FC236}">
                  <a16:creationId xmlns:a16="http://schemas.microsoft.com/office/drawing/2014/main" id="{BED07ABB-1A70-9737-A304-3097DDDF707E}"/>
                </a:ext>
              </a:extLst>
            </p:cNvPr>
            <p:cNvSpPr>
              <a:spLocks noChangeArrowheads="1"/>
            </p:cNvSpPr>
            <p:nvPr/>
          </p:nvSpPr>
          <p:spPr bwMode="auto">
            <a:xfrm>
              <a:off x="1797" y="2696"/>
              <a:ext cx="449" cy="483"/>
            </a:xfrm>
            <a:prstGeom prst="ellipse">
              <a:avLst/>
            </a:prstGeom>
            <a:noFill/>
            <a:ln w="52388">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1048" name="Freeform 87">
              <a:extLst>
                <a:ext uri="{FF2B5EF4-FFF2-40B4-BE49-F238E27FC236}">
                  <a16:creationId xmlns:a16="http://schemas.microsoft.com/office/drawing/2014/main" id="{18CB78DF-7080-A10D-B55B-C7987DC40887}"/>
                </a:ext>
              </a:extLst>
            </p:cNvPr>
            <p:cNvSpPr>
              <a:spLocks/>
            </p:cNvSpPr>
            <p:nvPr/>
          </p:nvSpPr>
          <p:spPr bwMode="auto">
            <a:xfrm>
              <a:off x="1797" y="2780"/>
              <a:ext cx="33" cy="33"/>
            </a:xfrm>
            <a:custGeom>
              <a:avLst/>
              <a:gdLst>
                <a:gd name="T0" fmla="*/ 33 w 33"/>
                <a:gd name="T1" fmla="*/ 0 h 33"/>
                <a:gd name="T2" fmla="*/ 17 w 33"/>
                <a:gd name="T3" fmla="*/ 0 h 33"/>
                <a:gd name="T4" fmla="*/ 0 w 33"/>
                <a:gd name="T5" fmla="*/ 16 h 33"/>
                <a:gd name="T6" fmla="*/ 17 w 33"/>
                <a:gd name="T7" fmla="*/ 33 h 33"/>
                <a:gd name="T8" fmla="*/ 33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33" y="0"/>
                  </a:moveTo>
                  <a:lnTo>
                    <a:pt x="17" y="0"/>
                  </a:lnTo>
                  <a:lnTo>
                    <a:pt x="0" y="16"/>
                  </a:lnTo>
                  <a:lnTo>
                    <a:pt x="17" y="33"/>
                  </a:lnTo>
                  <a:lnTo>
                    <a:pt x="3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350"/>
            </a:p>
          </p:txBody>
        </p:sp>
        <p:sp>
          <p:nvSpPr>
            <p:cNvPr id="41049" name="Freeform 88">
              <a:extLst>
                <a:ext uri="{FF2B5EF4-FFF2-40B4-BE49-F238E27FC236}">
                  <a16:creationId xmlns:a16="http://schemas.microsoft.com/office/drawing/2014/main" id="{497D0CB7-43DA-AC8C-AD5B-E7403D3F5976}"/>
                </a:ext>
              </a:extLst>
            </p:cNvPr>
            <p:cNvSpPr>
              <a:spLocks/>
            </p:cNvSpPr>
            <p:nvPr/>
          </p:nvSpPr>
          <p:spPr bwMode="auto">
            <a:xfrm>
              <a:off x="2212" y="3095"/>
              <a:ext cx="34" cy="50"/>
            </a:xfrm>
            <a:custGeom>
              <a:avLst/>
              <a:gdLst>
                <a:gd name="T0" fmla="*/ 17 w 34"/>
                <a:gd name="T1" fmla="*/ 0 h 50"/>
                <a:gd name="T2" fmla="*/ 34 w 34"/>
                <a:gd name="T3" fmla="*/ 17 h 50"/>
                <a:gd name="T4" fmla="*/ 0 w 34"/>
                <a:gd name="T5" fmla="*/ 50 h 50"/>
                <a:gd name="T6" fmla="*/ 0 w 34"/>
                <a:gd name="T7" fmla="*/ 33 h 50"/>
                <a:gd name="T8" fmla="*/ 17 w 34"/>
                <a:gd name="T9" fmla="*/ 0 h 50"/>
                <a:gd name="T10" fmla="*/ 0 60000 65536"/>
                <a:gd name="T11" fmla="*/ 0 60000 65536"/>
                <a:gd name="T12" fmla="*/ 0 60000 65536"/>
                <a:gd name="T13" fmla="*/ 0 60000 65536"/>
                <a:gd name="T14" fmla="*/ 0 60000 65536"/>
                <a:gd name="T15" fmla="*/ 0 w 34"/>
                <a:gd name="T16" fmla="*/ 0 h 50"/>
                <a:gd name="T17" fmla="*/ 34 w 34"/>
                <a:gd name="T18" fmla="*/ 50 h 50"/>
              </a:gdLst>
              <a:ahLst/>
              <a:cxnLst>
                <a:cxn ang="T10">
                  <a:pos x="T0" y="T1"/>
                </a:cxn>
                <a:cxn ang="T11">
                  <a:pos x="T2" y="T3"/>
                </a:cxn>
                <a:cxn ang="T12">
                  <a:pos x="T4" y="T5"/>
                </a:cxn>
                <a:cxn ang="T13">
                  <a:pos x="T6" y="T7"/>
                </a:cxn>
                <a:cxn ang="T14">
                  <a:pos x="T8" y="T9"/>
                </a:cxn>
              </a:cxnLst>
              <a:rect l="T15" t="T16" r="T17" b="T18"/>
              <a:pathLst>
                <a:path w="34" h="50">
                  <a:moveTo>
                    <a:pt x="17" y="0"/>
                  </a:moveTo>
                  <a:lnTo>
                    <a:pt x="34" y="17"/>
                  </a:lnTo>
                  <a:lnTo>
                    <a:pt x="0" y="50"/>
                  </a:lnTo>
                  <a:lnTo>
                    <a:pt x="0" y="33"/>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350"/>
            </a:p>
          </p:txBody>
        </p:sp>
        <p:sp>
          <p:nvSpPr>
            <p:cNvPr id="41050" name="Freeform 89">
              <a:extLst>
                <a:ext uri="{FF2B5EF4-FFF2-40B4-BE49-F238E27FC236}">
                  <a16:creationId xmlns:a16="http://schemas.microsoft.com/office/drawing/2014/main" id="{697593F9-EA94-74FE-E9CA-C35109D355D1}"/>
                </a:ext>
              </a:extLst>
            </p:cNvPr>
            <p:cNvSpPr>
              <a:spLocks/>
            </p:cNvSpPr>
            <p:nvPr/>
          </p:nvSpPr>
          <p:spPr bwMode="auto">
            <a:xfrm>
              <a:off x="1814" y="2780"/>
              <a:ext cx="415" cy="348"/>
            </a:xfrm>
            <a:custGeom>
              <a:avLst/>
              <a:gdLst>
                <a:gd name="T0" fmla="*/ 16 w 415"/>
                <a:gd name="T1" fmla="*/ 0 h 348"/>
                <a:gd name="T2" fmla="*/ 0 w 415"/>
                <a:gd name="T3" fmla="*/ 33 h 348"/>
                <a:gd name="T4" fmla="*/ 398 w 415"/>
                <a:gd name="T5" fmla="*/ 348 h 348"/>
                <a:gd name="T6" fmla="*/ 415 w 415"/>
                <a:gd name="T7" fmla="*/ 315 h 348"/>
                <a:gd name="T8" fmla="*/ 16 w 415"/>
                <a:gd name="T9" fmla="*/ 0 h 348"/>
                <a:gd name="T10" fmla="*/ 0 60000 65536"/>
                <a:gd name="T11" fmla="*/ 0 60000 65536"/>
                <a:gd name="T12" fmla="*/ 0 60000 65536"/>
                <a:gd name="T13" fmla="*/ 0 60000 65536"/>
                <a:gd name="T14" fmla="*/ 0 60000 65536"/>
                <a:gd name="T15" fmla="*/ 0 w 415"/>
                <a:gd name="T16" fmla="*/ 0 h 348"/>
                <a:gd name="T17" fmla="*/ 415 w 415"/>
                <a:gd name="T18" fmla="*/ 348 h 348"/>
              </a:gdLst>
              <a:ahLst/>
              <a:cxnLst>
                <a:cxn ang="T10">
                  <a:pos x="T0" y="T1"/>
                </a:cxn>
                <a:cxn ang="T11">
                  <a:pos x="T2" y="T3"/>
                </a:cxn>
                <a:cxn ang="T12">
                  <a:pos x="T4" y="T5"/>
                </a:cxn>
                <a:cxn ang="T13">
                  <a:pos x="T6" y="T7"/>
                </a:cxn>
                <a:cxn ang="T14">
                  <a:pos x="T8" y="T9"/>
                </a:cxn>
              </a:cxnLst>
              <a:rect l="T15" t="T16" r="T17" b="T18"/>
              <a:pathLst>
                <a:path w="415" h="348">
                  <a:moveTo>
                    <a:pt x="16" y="0"/>
                  </a:moveTo>
                  <a:lnTo>
                    <a:pt x="0" y="33"/>
                  </a:lnTo>
                  <a:lnTo>
                    <a:pt x="398" y="348"/>
                  </a:lnTo>
                  <a:lnTo>
                    <a:pt x="415" y="315"/>
                  </a:lnTo>
                  <a:lnTo>
                    <a:pt x="1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350"/>
            </a:p>
          </p:txBody>
        </p:sp>
        <p:sp>
          <p:nvSpPr>
            <p:cNvPr id="41051" name="Freeform 90">
              <a:extLst>
                <a:ext uri="{FF2B5EF4-FFF2-40B4-BE49-F238E27FC236}">
                  <a16:creationId xmlns:a16="http://schemas.microsoft.com/office/drawing/2014/main" id="{F2857F69-56A3-581E-EC25-60E7EBF6F443}"/>
                </a:ext>
              </a:extLst>
            </p:cNvPr>
            <p:cNvSpPr>
              <a:spLocks/>
            </p:cNvSpPr>
            <p:nvPr/>
          </p:nvSpPr>
          <p:spPr bwMode="auto">
            <a:xfrm>
              <a:off x="2196" y="2763"/>
              <a:ext cx="33" cy="33"/>
            </a:xfrm>
            <a:custGeom>
              <a:avLst/>
              <a:gdLst>
                <a:gd name="T0" fmla="*/ 16 w 33"/>
                <a:gd name="T1" fmla="*/ 33 h 33"/>
                <a:gd name="T2" fmla="*/ 33 w 33"/>
                <a:gd name="T3" fmla="*/ 17 h 33"/>
                <a:gd name="T4" fmla="*/ 0 w 33"/>
                <a:gd name="T5" fmla="*/ 0 h 33"/>
                <a:gd name="T6" fmla="*/ 0 w 33"/>
                <a:gd name="T7" fmla="*/ 0 h 33"/>
                <a:gd name="T8" fmla="*/ 16 w 33"/>
                <a:gd name="T9" fmla="*/ 33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16" y="33"/>
                  </a:moveTo>
                  <a:lnTo>
                    <a:pt x="33" y="17"/>
                  </a:lnTo>
                  <a:lnTo>
                    <a:pt x="0" y="0"/>
                  </a:lnTo>
                  <a:lnTo>
                    <a:pt x="16"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350"/>
            </a:p>
          </p:txBody>
        </p:sp>
        <p:sp>
          <p:nvSpPr>
            <p:cNvPr id="41052" name="Freeform 91">
              <a:extLst>
                <a:ext uri="{FF2B5EF4-FFF2-40B4-BE49-F238E27FC236}">
                  <a16:creationId xmlns:a16="http://schemas.microsoft.com/office/drawing/2014/main" id="{EA431071-C3CE-BFEB-BAF9-CB9FA33939E4}"/>
                </a:ext>
              </a:extLst>
            </p:cNvPr>
            <p:cNvSpPr>
              <a:spLocks/>
            </p:cNvSpPr>
            <p:nvPr/>
          </p:nvSpPr>
          <p:spPr bwMode="auto">
            <a:xfrm>
              <a:off x="1797" y="3095"/>
              <a:ext cx="33" cy="50"/>
            </a:xfrm>
            <a:custGeom>
              <a:avLst/>
              <a:gdLst>
                <a:gd name="T0" fmla="*/ 33 w 33"/>
                <a:gd name="T1" fmla="*/ 33 h 50"/>
                <a:gd name="T2" fmla="*/ 17 w 33"/>
                <a:gd name="T3" fmla="*/ 50 h 50"/>
                <a:gd name="T4" fmla="*/ 0 w 33"/>
                <a:gd name="T5" fmla="*/ 17 h 50"/>
                <a:gd name="T6" fmla="*/ 17 w 33"/>
                <a:gd name="T7" fmla="*/ 0 h 50"/>
                <a:gd name="T8" fmla="*/ 33 w 33"/>
                <a:gd name="T9" fmla="*/ 33 h 50"/>
                <a:gd name="T10" fmla="*/ 0 60000 65536"/>
                <a:gd name="T11" fmla="*/ 0 60000 65536"/>
                <a:gd name="T12" fmla="*/ 0 60000 65536"/>
                <a:gd name="T13" fmla="*/ 0 60000 65536"/>
                <a:gd name="T14" fmla="*/ 0 60000 65536"/>
                <a:gd name="T15" fmla="*/ 0 w 33"/>
                <a:gd name="T16" fmla="*/ 0 h 50"/>
                <a:gd name="T17" fmla="*/ 33 w 33"/>
                <a:gd name="T18" fmla="*/ 50 h 50"/>
              </a:gdLst>
              <a:ahLst/>
              <a:cxnLst>
                <a:cxn ang="T10">
                  <a:pos x="T0" y="T1"/>
                </a:cxn>
                <a:cxn ang="T11">
                  <a:pos x="T2" y="T3"/>
                </a:cxn>
                <a:cxn ang="T12">
                  <a:pos x="T4" y="T5"/>
                </a:cxn>
                <a:cxn ang="T13">
                  <a:pos x="T6" y="T7"/>
                </a:cxn>
                <a:cxn ang="T14">
                  <a:pos x="T8" y="T9"/>
                </a:cxn>
              </a:cxnLst>
              <a:rect l="T15" t="T16" r="T17" b="T18"/>
              <a:pathLst>
                <a:path w="33" h="50">
                  <a:moveTo>
                    <a:pt x="33" y="33"/>
                  </a:moveTo>
                  <a:lnTo>
                    <a:pt x="17" y="50"/>
                  </a:lnTo>
                  <a:lnTo>
                    <a:pt x="0" y="17"/>
                  </a:lnTo>
                  <a:lnTo>
                    <a:pt x="17" y="0"/>
                  </a:lnTo>
                  <a:lnTo>
                    <a:pt x="33"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350"/>
            </a:p>
          </p:txBody>
        </p:sp>
        <p:sp>
          <p:nvSpPr>
            <p:cNvPr id="41053" name="Freeform 92">
              <a:extLst>
                <a:ext uri="{FF2B5EF4-FFF2-40B4-BE49-F238E27FC236}">
                  <a16:creationId xmlns:a16="http://schemas.microsoft.com/office/drawing/2014/main" id="{AB123F08-7B6B-F998-C500-D1939E8BC261}"/>
                </a:ext>
              </a:extLst>
            </p:cNvPr>
            <p:cNvSpPr>
              <a:spLocks/>
            </p:cNvSpPr>
            <p:nvPr/>
          </p:nvSpPr>
          <p:spPr bwMode="auto">
            <a:xfrm>
              <a:off x="1814" y="2763"/>
              <a:ext cx="398" cy="365"/>
            </a:xfrm>
            <a:custGeom>
              <a:avLst/>
              <a:gdLst>
                <a:gd name="T0" fmla="*/ 398 w 398"/>
                <a:gd name="T1" fmla="*/ 33 h 365"/>
                <a:gd name="T2" fmla="*/ 382 w 398"/>
                <a:gd name="T3" fmla="*/ 0 h 365"/>
                <a:gd name="T4" fmla="*/ 0 w 398"/>
                <a:gd name="T5" fmla="*/ 332 h 365"/>
                <a:gd name="T6" fmla="*/ 16 w 398"/>
                <a:gd name="T7" fmla="*/ 365 h 365"/>
                <a:gd name="T8" fmla="*/ 398 w 398"/>
                <a:gd name="T9" fmla="*/ 33 h 365"/>
                <a:gd name="T10" fmla="*/ 0 60000 65536"/>
                <a:gd name="T11" fmla="*/ 0 60000 65536"/>
                <a:gd name="T12" fmla="*/ 0 60000 65536"/>
                <a:gd name="T13" fmla="*/ 0 60000 65536"/>
                <a:gd name="T14" fmla="*/ 0 60000 65536"/>
                <a:gd name="T15" fmla="*/ 0 w 398"/>
                <a:gd name="T16" fmla="*/ 0 h 365"/>
                <a:gd name="T17" fmla="*/ 398 w 398"/>
                <a:gd name="T18" fmla="*/ 365 h 365"/>
              </a:gdLst>
              <a:ahLst/>
              <a:cxnLst>
                <a:cxn ang="T10">
                  <a:pos x="T0" y="T1"/>
                </a:cxn>
                <a:cxn ang="T11">
                  <a:pos x="T2" y="T3"/>
                </a:cxn>
                <a:cxn ang="T12">
                  <a:pos x="T4" y="T5"/>
                </a:cxn>
                <a:cxn ang="T13">
                  <a:pos x="T6" y="T7"/>
                </a:cxn>
                <a:cxn ang="T14">
                  <a:pos x="T8" y="T9"/>
                </a:cxn>
              </a:cxnLst>
              <a:rect l="T15" t="T16" r="T17" b="T18"/>
              <a:pathLst>
                <a:path w="398" h="365">
                  <a:moveTo>
                    <a:pt x="398" y="33"/>
                  </a:moveTo>
                  <a:lnTo>
                    <a:pt x="382" y="0"/>
                  </a:lnTo>
                  <a:lnTo>
                    <a:pt x="0" y="332"/>
                  </a:lnTo>
                  <a:lnTo>
                    <a:pt x="16" y="365"/>
                  </a:lnTo>
                  <a:lnTo>
                    <a:pt x="398"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350"/>
            </a:p>
          </p:txBody>
        </p:sp>
        <p:sp>
          <p:nvSpPr>
            <p:cNvPr id="41054" name="Rectangle 93">
              <a:extLst>
                <a:ext uri="{FF2B5EF4-FFF2-40B4-BE49-F238E27FC236}">
                  <a16:creationId xmlns:a16="http://schemas.microsoft.com/office/drawing/2014/main" id="{0D1509A3-CA10-329C-70C6-F0BCCC162110}"/>
                </a:ext>
              </a:extLst>
            </p:cNvPr>
            <p:cNvSpPr>
              <a:spLocks noChangeArrowheads="1"/>
            </p:cNvSpPr>
            <p:nvPr/>
          </p:nvSpPr>
          <p:spPr bwMode="auto">
            <a:xfrm>
              <a:off x="1996" y="2663"/>
              <a:ext cx="34" cy="1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1055" name="Rectangle 94">
              <a:extLst>
                <a:ext uri="{FF2B5EF4-FFF2-40B4-BE49-F238E27FC236}">
                  <a16:creationId xmlns:a16="http://schemas.microsoft.com/office/drawing/2014/main" id="{30C2C7A1-D1F0-194B-150C-65B0544F0BB6}"/>
                </a:ext>
              </a:extLst>
            </p:cNvPr>
            <p:cNvSpPr>
              <a:spLocks noChangeArrowheads="1"/>
            </p:cNvSpPr>
            <p:nvPr/>
          </p:nvSpPr>
          <p:spPr bwMode="auto">
            <a:xfrm>
              <a:off x="1996" y="3195"/>
              <a:ext cx="34" cy="1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1056" name="Rectangle 95">
              <a:extLst>
                <a:ext uri="{FF2B5EF4-FFF2-40B4-BE49-F238E27FC236}">
                  <a16:creationId xmlns:a16="http://schemas.microsoft.com/office/drawing/2014/main" id="{2FB0B6CB-EF04-31AB-132E-E17491B9823F}"/>
                </a:ext>
              </a:extLst>
            </p:cNvPr>
            <p:cNvSpPr>
              <a:spLocks noChangeArrowheads="1"/>
            </p:cNvSpPr>
            <p:nvPr/>
          </p:nvSpPr>
          <p:spPr bwMode="auto">
            <a:xfrm>
              <a:off x="1996" y="2680"/>
              <a:ext cx="34" cy="5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1057" name="Rectangle 96">
              <a:extLst>
                <a:ext uri="{FF2B5EF4-FFF2-40B4-BE49-F238E27FC236}">
                  <a16:creationId xmlns:a16="http://schemas.microsoft.com/office/drawing/2014/main" id="{654F027C-73AF-9841-171F-3CFDA23FABB6}"/>
                </a:ext>
              </a:extLst>
            </p:cNvPr>
            <p:cNvSpPr>
              <a:spLocks noChangeArrowheads="1"/>
            </p:cNvSpPr>
            <p:nvPr/>
          </p:nvSpPr>
          <p:spPr bwMode="auto">
            <a:xfrm>
              <a:off x="2262" y="2912"/>
              <a:ext cx="17" cy="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1058" name="Rectangle 97">
              <a:extLst>
                <a:ext uri="{FF2B5EF4-FFF2-40B4-BE49-F238E27FC236}">
                  <a16:creationId xmlns:a16="http://schemas.microsoft.com/office/drawing/2014/main" id="{3FCCDE37-C45D-8073-45AB-300A02CD09CE}"/>
                </a:ext>
              </a:extLst>
            </p:cNvPr>
            <p:cNvSpPr>
              <a:spLocks noChangeArrowheads="1"/>
            </p:cNvSpPr>
            <p:nvPr/>
          </p:nvSpPr>
          <p:spPr bwMode="auto">
            <a:xfrm>
              <a:off x="1747" y="2912"/>
              <a:ext cx="17" cy="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41059" name="Rectangle 98">
              <a:extLst>
                <a:ext uri="{FF2B5EF4-FFF2-40B4-BE49-F238E27FC236}">
                  <a16:creationId xmlns:a16="http://schemas.microsoft.com/office/drawing/2014/main" id="{A113F8E5-EBA2-2A33-9552-4AD4BB911ED5}"/>
                </a:ext>
              </a:extLst>
            </p:cNvPr>
            <p:cNvSpPr>
              <a:spLocks noChangeArrowheads="1"/>
            </p:cNvSpPr>
            <p:nvPr/>
          </p:nvSpPr>
          <p:spPr bwMode="auto">
            <a:xfrm>
              <a:off x="1764" y="2912"/>
              <a:ext cx="498" cy="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grpSp>
      <p:sp>
        <p:nvSpPr>
          <p:cNvPr id="40964" name="Slide Number Placeholder 98">
            <a:extLst>
              <a:ext uri="{FF2B5EF4-FFF2-40B4-BE49-F238E27FC236}">
                <a16:creationId xmlns:a16="http://schemas.microsoft.com/office/drawing/2014/main" id="{C458C217-6000-2DC5-6615-37E47955411E}"/>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2BEFF210-52A1-4C6D-AF58-656C53A082CF}" type="slidenum">
              <a:rPr lang="en-US" altLang="en-US" smtClean="0"/>
              <a:pPr>
                <a:defRPr/>
              </a:pPr>
              <a:t>20</a:t>
            </a:fld>
            <a:endParaRPr lang="en-US" altLang="en-US" sz="1050">
              <a:solidFill>
                <a:srgbClr val="FFFFFF"/>
              </a:solidFill>
            </a:endParaRPr>
          </a:p>
        </p:txBody>
      </p:sp>
      <p:sp>
        <p:nvSpPr>
          <p:cNvPr id="4" name="object 2">
            <a:extLst>
              <a:ext uri="{FF2B5EF4-FFF2-40B4-BE49-F238E27FC236}">
                <a16:creationId xmlns:a16="http://schemas.microsoft.com/office/drawing/2014/main" id="{25610E83-4EF9-C94A-8966-22F0CD696E1C}"/>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2.5  Mobile and Ubiquitous Computing</a:t>
            </a:r>
            <a:endParaRPr lang="en-US" sz="2800" kern="0"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9C06CB7B-F0FA-1B98-8F84-1D6D8F817343}"/>
              </a:ext>
            </a:extLst>
          </p:cNvPr>
          <p:cNvSpPr txBox="1">
            <a:spLocks noGrp="1"/>
          </p:cNvSpPr>
          <p:nvPr>
            <p:ph type="title"/>
          </p:nvPr>
        </p:nvSpPr>
        <p:spPr>
          <a:xfrm>
            <a:off x="1346598" y="439342"/>
            <a:ext cx="6825853" cy="517449"/>
          </a:xfrm>
        </p:spPr>
        <p:txBody>
          <a:bodyPr wrap="square" lIns="0" tIns="9525" rIns="0" bIns="0" rtlCol="0">
            <a:spAutoFit/>
          </a:bodyPr>
          <a:lstStyle/>
          <a:p>
            <a:pPr marL="9525">
              <a:spcBef>
                <a:spcPts val="75"/>
              </a:spcBef>
              <a:defRPr/>
            </a:pPr>
            <a:r>
              <a:rPr sz="3300" spc="-334" dirty="0"/>
              <a:t>Ex</a:t>
            </a:r>
            <a:r>
              <a:rPr sz="3300" spc="-323" dirty="0"/>
              <a:t>a</a:t>
            </a:r>
            <a:r>
              <a:rPr sz="3300" spc="-210" dirty="0"/>
              <a:t>m</a:t>
            </a:r>
            <a:r>
              <a:rPr sz="3300" spc="-143" dirty="0"/>
              <a:t>p</a:t>
            </a:r>
            <a:r>
              <a:rPr sz="3300" spc="-60" dirty="0"/>
              <a:t>l</a:t>
            </a:r>
            <a:r>
              <a:rPr sz="3300" spc="-255" dirty="0"/>
              <a:t>e</a:t>
            </a:r>
            <a:r>
              <a:rPr sz="3300" spc="-382" dirty="0"/>
              <a:t>s</a:t>
            </a:r>
            <a:r>
              <a:rPr sz="3300" spc="-4" dirty="0"/>
              <a:t> </a:t>
            </a:r>
            <a:r>
              <a:rPr sz="3300" spc="-19" dirty="0"/>
              <a:t>o</a:t>
            </a:r>
            <a:r>
              <a:rPr sz="3300" spc="-94" dirty="0"/>
              <a:t>f</a:t>
            </a:r>
            <a:r>
              <a:rPr sz="3300" dirty="0"/>
              <a:t> </a:t>
            </a:r>
            <a:r>
              <a:rPr sz="3300" spc="-161" dirty="0"/>
              <a:t>d</a:t>
            </a:r>
            <a:r>
              <a:rPr sz="3300" spc="-15" dirty="0"/>
              <a:t>i</a:t>
            </a:r>
            <a:r>
              <a:rPr sz="3300" spc="-390" dirty="0"/>
              <a:t>s</a:t>
            </a:r>
            <a:r>
              <a:rPr sz="3300" spc="176" dirty="0"/>
              <a:t>t</a:t>
            </a:r>
            <a:r>
              <a:rPr sz="3300" spc="203" dirty="0"/>
              <a:t>r</a:t>
            </a:r>
            <a:r>
              <a:rPr sz="3300" spc="-15" dirty="0"/>
              <a:t>i</a:t>
            </a:r>
            <a:r>
              <a:rPr sz="3300" spc="-79" dirty="0"/>
              <a:t>bu</a:t>
            </a:r>
            <a:r>
              <a:rPr sz="3300" spc="-45" dirty="0"/>
              <a:t>t</a:t>
            </a:r>
            <a:r>
              <a:rPr sz="3300" spc="-255" dirty="0"/>
              <a:t>e</a:t>
            </a:r>
            <a:r>
              <a:rPr sz="3300" spc="-153" dirty="0"/>
              <a:t>d</a:t>
            </a:r>
            <a:r>
              <a:rPr sz="3300" spc="-4" dirty="0"/>
              <a:t> </a:t>
            </a:r>
            <a:r>
              <a:rPr sz="3300" spc="-390" dirty="0"/>
              <a:t>s</a:t>
            </a:r>
            <a:r>
              <a:rPr sz="3300" spc="-210" dirty="0"/>
              <a:t>y</a:t>
            </a:r>
            <a:r>
              <a:rPr sz="3300" spc="-390" dirty="0"/>
              <a:t>s</a:t>
            </a:r>
            <a:r>
              <a:rPr sz="3300" spc="176" dirty="0"/>
              <a:t>t</a:t>
            </a:r>
            <a:r>
              <a:rPr sz="3300" spc="-255" dirty="0"/>
              <a:t>e</a:t>
            </a:r>
            <a:r>
              <a:rPr sz="3300" spc="-210" dirty="0"/>
              <a:t>m</a:t>
            </a:r>
            <a:r>
              <a:rPr sz="3300" spc="-382" dirty="0"/>
              <a:t>s</a:t>
            </a:r>
            <a:endParaRPr sz="3300" dirty="0"/>
          </a:p>
        </p:txBody>
      </p:sp>
      <p:sp>
        <p:nvSpPr>
          <p:cNvPr id="3" name="object 3">
            <a:extLst>
              <a:ext uri="{FF2B5EF4-FFF2-40B4-BE49-F238E27FC236}">
                <a16:creationId xmlns:a16="http://schemas.microsoft.com/office/drawing/2014/main" id="{E022F101-618E-4ACF-394C-B07B7F580954}"/>
              </a:ext>
            </a:extLst>
          </p:cNvPr>
          <p:cNvSpPr txBox="1"/>
          <p:nvPr/>
        </p:nvSpPr>
        <p:spPr>
          <a:xfrm>
            <a:off x="457200" y="883053"/>
            <a:ext cx="7701396" cy="3508012"/>
          </a:xfrm>
          <a:prstGeom prst="rect">
            <a:avLst/>
          </a:prstGeom>
        </p:spPr>
        <p:txBody>
          <a:bodyPr wrap="square" lIns="0" tIns="9525" rIns="0" bIns="0">
            <a:spAutoFit/>
          </a:bodyPr>
          <a:lstStyle/>
          <a:p>
            <a:pPr marL="180975" indent="-171450">
              <a:spcBef>
                <a:spcPts val="75"/>
              </a:spcBef>
              <a:buFont typeface="Arial MT"/>
              <a:buChar char="•"/>
              <a:tabLst>
                <a:tab pos="180975" algn="l"/>
              </a:tabLst>
              <a:defRPr/>
            </a:pPr>
            <a:r>
              <a:rPr sz="2400" spc="-53" dirty="0">
                <a:latin typeface="Trebuchet MS" panose="020B0603020202020204" pitchFamily="34" charset="0"/>
                <a:cs typeface="Microsoft Sans Serif"/>
              </a:rPr>
              <a:t>W</a:t>
            </a:r>
            <a:r>
              <a:rPr sz="2400" spc="53" dirty="0">
                <a:latin typeface="Trebuchet MS" panose="020B0603020202020204" pitchFamily="34" charset="0"/>
                <a:cs typeface="Microsoft Sans Serif"/>
              </a:rPr>
              <a:t>o</a:t>
            </a:r>
            <a:r>
              <a:rPr sz="2400" spc="86" dirty="0">
                <a:latin typeface="Trebuchet MS" panose="020B0603020202020204" pitchFamily="34" charset="0"/>
                <a:cs typeface="Microsoft Sans Serif"/>
              </a:rPr>
              <a:t>r</a:t>
            </a:r>
            <a:r>
              <a:rPr sz="2400" spc="-90" dirty="0">
                <a:latin typeface="Trebuchet MS" panose="020B0603020202020204" pitchFamily="34" charset="0"/>
                <a:cs typeface="Microsoft Sans Serif"/>
              </a:rPr>
              <a:t>l</a:t>
            </a:r>
            <a:r>
              <a:rPr sz="2400" spc="-98" dirty="0">
                <a:latin typeface="Trebuchet MS" panose="020B0603020202020204" pitchFamily="34" charset="0"/>
                <a:cs typeface="Microsoft Sans Serif"/>
              </a:rPr>
              <a:t>d</a:t>
            </a:r>
            <a:r>
              <a:rPr sz="2400" spc="-191" dirty="0">
                <a:latin typeface="Trebuchet MS" panose="020B0603020202020204" pitchFamily="34" charset="0"/>
                <a:cs typeface="Microsoft Sans Serif"/>
              </a:rPr>
              <a:t> </a:t>
            </a:r>
            <a:r>
              <a:rPr sz="2400" spc="180" dirty="0">
                <a:latin typeface="Trebuchet MS" panose="020B0603020202020204" pitchFamily="34" charset="0"/>
                <a:cs typeface="Microsoft Sans Serif"/>
              </a:rPr>
              <a:t>W</a:t>
            </a:r>
            <a:r>
              <a:rPr sz="2400" spc="-90" dirty="0">
                <a:latin typeface="Trebuchet MS" panose="020B0603020202020204" pitchFamily="34" charset="0"/>
                <a:cs typeface="Microsoft Sans Serif"/>
              </a:rPr>
              <a:t>i</a:t>
            </a:r>
            <a:r>
              <a:rPr sz="2400" spc="-101" dirty="0">
                <a:latin typeface="Trebuchet MS" panose="020B0603020202020204" pitchFamily="34" charset="0"/>
                <a:cs typeface="Microsoft Sans Serif"/>
              </a:rPr>
              <a:t>d</a:t>
            </a:r>
            <a:r>
              <a:rPr sz="2400" spc="-165" dirty="0">
                <a:latin typeface="Trebuchet MS" panose="020B0603020202020204" pitchFamily="34" charset="0"/>
                <a:cs typeface="Microsoft Sans Serif"/>
              </a:rPr>
              <a:t>e</a:t>
            </a:r>
            <a:r>
              <a:rPr sz="2400" spc="-191" dirty="0">
                <a:latin typeface="Trebuchet MS" panose="020B0603020202020204" pitchFamily="34" charset="0"/>
                <a:cs typeface="Microsoft Sans Serif"/>
              </a:rPr>
              <a:t> </a:t>
            </a:r>
            <a:r>
              <a:rPr sz="2400" spc="-135" dirty="0">
                <a:latin typeface="Trebuchet MS" panose="020B0603020202020204" pitchFamily="34" charset="0"/>
                <a:cs typeface="Microsoft Sans Serif"/>
              </a:rPr>
              <a:t>W</a:t>
            </a:r>
            <a:r>
              <a:rPr sz="2400" spc="4" dirty="0">
                <a:latin typeface="Trebuchet MS" panose="020B0603020202020204" pitchFamily="34" charset="0"/>
                <a:cs typeface="Microsoft Sans Serif"/>
              </a:rPr>
              <a:t>e</a:t>
            </a:r>
            <a:r>
              <a:rPr sz="2400" spc="-98" dirty="0">
                <a:latin typeface="Trebuchet MS" panose="020B0603020202020204" pitchFamily="34" charset="0"/>
                <a:cs typeface="Microsoft Sans Serif"/>
              </a:rPr>
              <a:t>b</a:t>
            </a:r>
            <a:endParaRPr sz="2400" dirty="0">
              <a:latin typeface="Trebuchet MS" panose="020B0603020202020204" pitchFamily="34" charset="0"/>
              <a:cs typeface="Microsoft Sans Serif"/>
            </a:endParaRPr>
          </a:p>
          <a:p>
            <a:pPr marL="180975" indent="-171450">
              <a:spcBef>
                <a:spcPts val="2002"/>
              </a:spcBef>
              <a:buFont typeface="Arial MT"/>
              <a:buChar char="•"/>
              <a:tabLst>
                <a:tab pos="180975" algn="l"/>
              </a:tabLst>
              <a:defRPr/>
            </a:pPr>
            <a:r>
              <a:rPr sz="2400" dirty="0">
                <a:latin typeface="Trebuchet MS" panose="020B0603020202020204" pitchFamily="34" charset="0"/>
                <a:cs typeface="Microsoft Sans Serif"/>
              </a:rPr>
              <a:t>A</a:t>
            </a:r>
            <a:r>
              <a:rPr sz="2400" spc="19" dirty="0">
                <a:latin typeface="Trebuchet MS" panose="020B0603020202020204" pitchFamily="34" charset="0"/>
                <a:cs typeface="Microsoft Sans Serif"/>
              </a:rPr>
              <a:t> </a:t>
            </a:r>
            <a:r>
              <a:rPr sz="2400" spc="-135" dirty="0">
                <a:latin typeface="Trebuchet MS" panose="020B0603020202020204" pitchFamily="34" charset="0"/>
                <a:cs typeface="Microsoft Sans Serif"/>
              </a:rPr>
              <a:t>cl</a:t>
            </a:r>
            <a:r>
              <a:rPr sz="2400" spc="-139" dirty="0">
                <a:latin typeface="Trebuchet MS" panose="020B0603020202020204" pitchFamily="34" charset="0"/>
                <a:cs typeface="Microsoft Sans Serif"/>
              </a:rPr>
              <a:t>u</a:t>
            </a:r>
            <a:r>
              <a:rPr sz="2400" spc="-311" dirty="0">
                <a:latin typeface="Trebuchet MS" panose="020B0603020202020204" pitchFamily="34" charset="0"/>
                <a:cs typeface="Microsoft Sans Serif"/>
              </a:rPr>
              <a:t>s</a:t>
            </a:r>
            <a:r>
              <a:rPr sz="2400" spc="49" dirty="0">
                <a:latin typeface="Trebuchet MS" panose="020B0603020202020204" pitchFamily="34" charset="0"/>
                <a:cs typeface="Microsoft Sans Serif"/>
              </a:rPr>
              <a:t>t</a:t>
            </a:r>
            <a:r>
              <a:rPr sz="2400" spc="-169" dirty="0">
                <a:latin typeface="Trebuchet MS" panose="020B0603020202020204" pitchFamily="34" charset="0"/>
                <a:cs typeface="Microsoft Sans Serif"/>
              </a:rPr>
              <a:t>e</a:t>
            </a:r>
            <a:r>
              <a:rPr sz="2400" dirty="0">
                <a:latin typeface="Trebuchet MS" panose="020B0603020202020204" pitchFamily="34" charset="0"/>
                <a:cs typeface="Microsoft Sans Serif"/>
              </a:rPr>
              <a:t>r</a:t>
            </a:r>
            <a:r>
              <a:rPr sz="2400" spc="26" dirty="0">
                <a:latin typeface="Trebuchet MS" panose="020B0603020202020204" pitchFamily="34" charset="0"/>
                <a:cs typeface="Microsoft Sans Serif"/>
              </a:rPr>
              <a:t> </a:t>
            </a:r>
            <a:r>
              <a:rPr sz="2400" spc="-79" dirty="0">
                <a:latin typeface="Trebuchet MS" panose="020B0603020202020204" pitchFamily="34" charset="0"/>
                <a:cs typeface="Microsoft Sans Serif"/>
              </a:rPr>
              <a:t>o</a:t>
            </a:r>
            <a:r>
              <a:rPr sz="2400" spc="-38" dirty="0">
                <a:latin typeface="Trebuchet MS" panose="020B0603020202020204" pitchFamily="34" charset="0"/>
                <a:cs typeface="Microsoft Sans Serif"/>
              </a:rPr>
              <a:t>f</a:t>
            </a:r>
            <a:r>
              <a:rPr sz="2400" spc="26" dirty="0">
                <a:latin typeface="Trebuchet MS" panose="020B0603020202020204" pitchFamily="34" charset="0"/>
                <a:cs typeface="Microsoft Sans Serif"/>
              </a:rPr>
              <a:t> </a:t>
            </a:r>
            <a:r>
              <a:rPr sz="2400" spc="-139" dirty="0">
                <a:latin typeface="Trebuchet MS" panose="020B0603020202020204" pitchFamily="34" charset="0"/>
                <a:cs typeface="Microsoft Sans Serif"/>
              </a:rPr>
              <a:t>n</a:t>
            </a:r>
            <a:r>
              <a:rPr sz="2400" spc="-68" dirty="0">
                <a:latin typeface="Trebuchet MS" panose="020B0603020202020204" pitchFamily="34" charset="0"/>
                <a:cs typeface="Microsoft Sans Serif"/>
              </a:rPr>
              <a:t>od</a:t>
            </a:r>
            <a:r>
              <a:rPr sz="2400" spc="-169" dirty="0">
                <a:latin typeface="Trebuchet MS" panose="020B0603020202020204" pitchFamily="34" charset="0"/>
                <a:cs typeface="Microsoft Sans Serif"/>
              </a:rPr>
              <a:t>e</a:t>
            </a:r>
            <a:r>
              <a:rPr sz="2400" spc="-307" dirty="0">
                <a:latin typeface="Trebuchet MS" panose="020B0603020202020204" pitchFamily="34" charset="0"/>
                <a:cs typeface="Microsoft Sans Serif"/>
              </a:rPr>
              <a:t>s</a:t>
            </a:r>
            <a:r>
              <a:rPr sz="2400" spc="23" dirty="0">
                <a:latin typeface="Trebuchet MS" panose="020B0603020202020204" pitchFamily="34" charset="0"/>
                <a:cs typeface="Microsoft Sans Serif"/>
              </a:rPr>
              <a:t> </a:t>
            </a:r>
            <a:r>
              <a:rPr sz="2400" spc="-90" dirty="0">
                <a:latin typeface="Trebuchet MS" panose="020B0603020202020204" pitchFamily="34" charset="0"/>
                <a:cs typeface="Microsoft Sans Serif"/>
              </a:rPr>
              <a:t>o</a:t>
            </a:r>
            <a:r>
              <a:rPr sz="2400" spc="-86" dirty="0">
                <a:latin typeface="Trebuchet MS" panose="020B0603020202020204" pitchFamily="34" charset="0"/>
                <a:cs typeface="Microsoft Sans Serif"/>
              </a:rPr>
              <a:t>n</a:t>
            </a:r>
            <a:r>
              <a:rPr sz="2400" spc="26" dirty="0">
                <a:latin typeface="Trebuchet MS" panose="020B0603020202020204" pitchFamily="34" charset="0"/>
                <a:cs typeface="Microsoft Sans Serif"/>
              </a:rPr>
              <a:t> </a:t>
            </a:r>
            <a:r>
              <a:rPr sz="2400" spc="49" dirty="0">
                <a:latin typeface="Trebuchet MS" panose="020B0603020202020204" pitchFamily="34" charset="0"/>
                <a:cs typeface="Microsoft Sans Serif"/>
              </a:rPr>
              <a:t>t</a:t>
            </a:r>
            <a:r>
              <a:rPr sz="2400" spc="-139" dirty="0">
                <a:latin typeface="Trebuchet MS" panose="020B0603020202020204" pitchFamily="34" charset="0"/>
                <a:cs typeface="Microsoft Sans Serif"/>
              </a:rPr>
              <a:t>h</a:t>
            </a:r>
            <a:r>
              <a:rPr sz="2400" spc="-165" dirty="0">
                <a:latin typeface="Trebuchet MS" panose="020B0603020202020204" pitchFamily="34" charset="0"/>
                <a:cs typeface="Microsoft Sans Serif"/>
              </a:rPr>
              <a:t>e</a:t>
            </a:r>
            <a:r>
              <a:rPr sz="2400" spc="23" dirty="0">
                <a:latin typeface="Trebuchet MS" panose="020B0603020202020204" pitchFamily="34" charset="0"/>
                <a:cs typeface="Microsoft Sans Serif"/>
              </a:rPr>
              <a:t> </a:t>
            </a:r>
            <a:r>
              <a:rPr sz="2400" spc="-135" dirty="0">
                <a:latin typeface="Trebuchet MS" panose="020B0603020202020204" pitchFamily="34" charset="0"/>
                <a:cs typeface="Microsoft Sans Serif"/>
              </a:rPr>
              <a:t>cl</a:t>
            </a:r>
            <a:r>
              <a:rPr sz="2400" spc="-90" dirty="0">
                <a:latin typeface="Trebuchet MS" panose="020B0603020202020204" pitchFamily="34" charset="0"/>
                <a:cs typeface="Microsoft Sans Serif"/>
              </a:rPr>
              <a:t>o</a:t>
            </a:r>
            <a:r>
              <a:rPr sz="2400" spc="-86" dirty="0">
                <a:latin typeface="Trebuchet MS" panose="020B0603020202020204" pitchFamily="34" charset="0"/>
                <a:cs typeface="Microsoft Sans Serif"/>
              </a:rPr>
              <a:t>u</a:t>
            </a:r>
            <a:r>
              <a:rPr sz="2400" spc="-98" dirty="0">
                <a:latin typeface="Trebuchet MS" panose="020B0603020202020204" pitchFamily="34" charset="0"/>
                <a:cs typeface="Microsoft Sans Serif"/>
              </a:rPr>
              <a:t>d</a:t>
            </a:r>
            <a:r>
              <a:rPr sz="2400" spc="23" dirty="0">
                <a:latin typeface="Trebuchet MS" panose="020B0603020202020204" pitchFamily="34" charset="0"/>
                <a:cs typeface="Microsoft Sans Serif"/>
              </a:rPr>
              <a:t> </a:t>
            </a:r>
            <a:r>
              <a:rPr sz="2400" spc="4" dirty="0">
                <a:latin typeface="Trebuchet MS" panose="020B0603020202020204" pitchFamily="34" charset="0"/>
                <a:cs typeface="Microsoft Sans Serif"/>
              </a:rPr>
              <a:t>(</a:t>
            </a:r>
            <a:r>
              <a:rPr sz="2400" spc="-109" dirty="0">
                <a:latin typeface="Trebuchet MS" panose="020B0603020202020204" pitchFamily="34" charset="0"/>
                <a:cs typeface="Microsoft Sans Serif"/>
              </a:rPr>
              <a:t>A</a:t>
            </a:r>
            <a:r>
              <a:rPr sz="2400" spc="180" dirty="0">
                <a:latin typeface="Trebuchet MS" panose="020B0603020202020204" pitchFamily="34" charset="0"/>
                <a:cs typeface="Microsoft Sans Serif"/>
              </a:rPr>
              <a:t>W</a:t>
            </a:r>
            <a:r>
              <a:rPr sz="2400" spc="-420" dirty="0">
                <a:latin typeface="Trebuchet MS" panose="020B0603020202020204" pitchFamily="34" charset="0"/>
                <a:cs typeface="Microsoft Sans Serif"/>
              </a:rPr>
              <a:t>S</a:t>
            </a:r>
            <a:r>
              <a:rPr sz="2400" spc="-214" dirty="0">
                <a:latin typeface="Trebuchet MS" panose="020B0603020202020204" pitchFamily="34" charset="0"/>
                <a:cs typeface="Microsoft Sans Serif"/>
              </a:rPr>
              <a:t>,</a:t>
            </a:r>
            <a:r>
              <a:rPr sz="2400" spc="-270" dirty="0">
                <a:latin typeface="Trebuchet MS" panose="020B0603020202020204" pitchFamily="34" charset="0"/>
                <a:cs typeface="Microsoft Sans Serif"/>
              </a:rPr>
              <a:t> </a:t>
            </a:r>
            <a:r>
              <a:rPr sz="2400" spc="-131" dirty="0">
                <a:latin typeface="Trebuchet MS" panose="020B0603020202020204" pitchFamily="34" charset="0"/>
                <a:cs typeface="Microsoft Sans Serif"/>
              </a:rPr>
              <a:t>A</a:t>
            </a:r>
            <a:r>
              <a:rPr sz="2400" spc="-94" dirty="0">
                <a:latin typeface="Trebuchet MS" panose="020B0603020202020204" pitchFamily="34" charset="0"/>
                <a:cs typeface="Microsoft Sans Serif"/>
              </a:rPr>
              <a:t>z</a:t>
            </a:r>
            <a:r>
              <a:rPr sz="2400" spc="-139" dirty="0">
                <a:latin typeface="Trebuchet MS" panose="020B0603020202020204" pitchFamily="34" charset="0"/>
                <a:cs typeface="Microsoft Sans Serif"/>
              </a:rPr>
              <a:t>u</a:t>
            </a:r>
            <a:r>
              <a:rPr sz="2400" spc="4" dirty="0">
                <a:latin typeface="Trebuchet MS" panose="020B0603020202020204" pitchFamily="34" charset="0"/>
                <a:cs typeface="Microsoft Sans Serif"/>
              </a:rPr>
              <a:t>r</a:t>
            </a:r>
            <a:r>
              <a:rPr sz="2400" spc="-109" dirty="0">
                <a:latin typeface="Trebuchet MS" panose="020B0603020202020204" pitchFamily="34" charset="0"/>
                <a:cs typeface="Microsoft Sans Serif"/>
              </a:rPr>
              <a:t>e</a:t>
            </a:r>
            <a:r>
              <a:rPr sz="2400" spc="-214" dirty="0">
                <a:latin typeface="Trebuchet MS" panose="020B0603020202020204" pitchFamily="34" charset="0"/>
                <a:cs typeface="Microsoft Sans Serif"/>
              </a:rPr>
              <a:t>,</a:t>
            </a:r>
            <a:r>
              <a:rPr sz="2400" spc="-143" dirty="0">
                <a:latin typeface="Trebuchet MS" panose="020B0603020202020204" pitchFamily="34" charset="0"/>
                <a:cs typeface="Microsoft Sans Serif"/>
              </a:rPr>
              <a:t> </a:t>
            </a:r>
            <a:r>
              <a:rPr sz="2400" spc="-127" dirty="0">
                <a:latin typeface="Trebuchet MS" panose="020B0603020202020204" pitchFamily="34" charset="0"/>
                <a:cs typeface="Microsoft Sans Serif"/>
              </a:rPr>
              <a:t>G</a:t>
            </a:r>
            <a:r>
              <a:rPr sz="2400" spc="-98" dirty="0">
                <a:latin typeface="Trebuchet MS" panose="020B0603020202020204" pitchFamily="34" charset="0"/>
                <a:cs typeface="Microsoft Sans Serif"/>
              </a:rPr>
              <a:t>C</a:t>
            </a:r>
            <a:r>
              <a:rPr sz="2400" spc="-338" dirty="0">
                <a:latin typeface="Trebuchet MS" panose="020B0603020202020204" pitchFamily="34" charset="0"/>
                <a:cs typeface="Microsoft Sans Serif"/>
              </a:rPr>
              <a:t>P</a:t>
            </a:r>
            <a:r>
              <a:rPr sz="2400" dirty="0">
                <a:latin typeface="Trebuchet MS" panose="020B0603020202020204" pitchFamily="34" charset="0"/>
                <a:cs typeface="Microsoft Sans Serif"/>
              </a:rPr>
              <a:t>)</a:t>
            </a:r>
          </a:p>
          <a:p>
            <a:pPr marL="180975" indent="-171450">
              <a:spcBef>
                <a:spcPts val="2006"/>
              </a:spcBef>
              <a:buFont typeface="Arial MT"/>
              <a:buChar char="•"/>
              <a:tabLst>
                <a:tab pos="180975" algn="l"/>
              </a:tabLst>
              <a:defRPr/>
            </a:pPr>
            <a:r>
              <a:rPr sz="2400" spc="-109" dirty="0">
                <a:latin typeface="Trebuchet MS" panose="020B0603020202020204" pitchFamily="34" charset="0"/>
                <a:cs typeface="Microsoft Sans Serif"/>
              </a:rPr>
              <a:t>Multi-player</a:t>
            </a:r>
            <a:r>
              <a:rPr sz="2400" spc="-4" dirty="0">
                <a:latin typeface="Trebuchet MS" panose="020B0603020202020204" pitchFamily="34" charset="0"/>
                <a:cs typeface="Microsoft Sans Serif"/>
              </a:rPr>
              <a:t> </a:t>
            </a:r>
            <a:r>
              <a:rPr sz="2400" spc="-229" dirty="0">
                <a:latin typeface="Trebuchet MS" panose="020B0603020202020204" pitchFamily="34" charset="0"/>
                <a:cs typeface="Microsoft Sans Serif"/>
              </a:rPr>
              <a:t>games</a:t>
            </a:r>
            <a:endParaRPr sz="2400" dirty="0">
              <a:latin typeface="Trebuchet MS" panose="020B0603020202020204" pitchFamily="34" charset="0"/>
              <a:cs typeface="Microsoft Sans Serif"/>
            </a:endParaRPr>
          </a:p>
          <a:p>
            <a:pPr marL="180975" indent="-171450">
              <a:spcBef>
                <a:spcPts val="2029"/>
              </a:spcBef>
              <a:buFont typeface="Arial MT"/>
              <a:buChar char="•"/>
              <a:tabLst>
                <a:tab pos="180975" algn="l"/>
              </a:tabLst>
              <a:defRPr/>
            </a:pPr>
            <a:r>
              <a:rPr sz="2400" spc="-94" dirty="0">
                <a:latin typeface="Trebuchet MS" panose="020B0603020202020204" pitchFamily="34" charset="0"/>
                <a:cs typeface="Microsoft Sans Serif"/>
              </a:rPr>
              <a:t>BitTorrent</a:t>
            </a:r>
            <a:endParaRPr sz="2400" dirty="0">
              <a:latin typeface="Trebuchet MS" panose="020B0603020202020204" pitchFamily="34" charset="0"/>
              <a:cs typeface="Microsoft Sans Serif"/>
            </a:endParaRPr>
          </a:p>
          <a:p>
            <a:pPr marL="180975" indent="-171450">
              <a:spcBef>
                <a:spcPts val="2006"/>
              </a:spcBef>
              <a:buFont typeface="Arial MT"/>
              <a:buChar char="•"/>
              <a:tabLst>
                <a:tab pos="180975" algn="l"/>
              </a:tabLst>
              <a:defRPr/>
            </a:pPr>
            <a:r>
              <a:rPr sz="2400" spc="-90" dirty="0">
                <a:latin typeface="Trebuchet MS" panose="020B0603020202020204" pitchFamily="34" charset="0"/>
                <a:cs typeface="Microsoft Sans Serif"/>
              </a:rPr>
              <a:t>Online</a:t>
            </a:r>
            <a:r>
              <a:rPr sz="2400" spc="-4" dirty="0">
                <a:latin typeface="Trebuchet MS" panose="020B0603020202020204" pitchFamily="34" charset="0"/>
                <a:cs typeface="Microsoft Sans Serif"/>
              </a:rPr>
              <a:t> </a:t>
            </a:r>
            <a:r>
              <a:rPr sz="2400" spc="-169" dirty="0">
                <a:latin typeface="Trebuchet MS" panose="020B0603020202020204" pitchFamily="34" charset="0"/>
                <a:cs typeface="Microsoft Sans Serif"/>
              </a:rPr>
              <a:t>banking</a:t>
            </a:r>
            <a:endParaRPr sz="2400" dirty="0">
              <a:latin typeface="Trebuchet MS" panose="020B0603020202020204" pitchFamily="34" charset="0"/>
              <a:cs typeface="Microsoft Sans Serif"/>
            </a:endParaRPr>
          </a:p>
          <a:p>
            <a:pPr marL="180975" indent="-171450">
              <a:spcBef>
                <a:spcPts val="2029"/>
              </a:spcBef>
              <a:buFont typeface="Arial MT"/>
              <a:buChar char="•"/>
              <a:tabLst>
                <a:tab pos="180975" algn="l"/>
              </a:tabLst>
              <a:defRPr/>
            </a:pPr>
            <a:r>
              <a:rPr sz="2400" spc="349" dirty="0">
                <a:latin typeface="Trebuchet MS" panose="020B0603020202020204" pitchFamily="34" charset="0"/>
                <a:cs typeface="Microsoft Sans Serif"/>
              </a:rPr>
              <a:t>……..</a:t>
            </a:r>
            <a:endParaRPr sz="2400" dirty="0">
              <a:latin typeface="Trebuchet MS" panose="020B0603020202020204" pitchFamily="34" charset="0"/>
              <a:cs typeface="Microsoft Sans Serif"/>
            </a:endParaRPr>
          </a:p>
        </p:txBody>
      </p:sp>
      <p:sp>
        <p:nvSpPr>
          <p:cNvPr id="4" name="object 2">
            <a:extLst>
              <a:ext uri="{FF2B5EF4-FFF2-40B4-BE49-F238E27FC236}">
                <a16:creationId xmlns:a16="http://schemas.microsoft.com/office/drawing/2014/main" id="{E5AEE17E-70E0-CEC7-4339-43E56745BECF}"/>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Examples of distributed systems</a:t>
            </a:r>
            <a:endParaRPr lang="en-US" sz="2800" kern="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9F634C98-86E6-0A90-BC29-01480E117C28}"/>
              </a:ext>
            </a:extLst>
          </p:cNvPr>
          <p:cNvSpPr txBox="1">
            <a:spLocks noGrp="1"/>
          </p:cNvSpPr>
          <p:nvPr>
            <p:ph type="title"/>
          </p:nvPr>
        </p:nvSpPr>
        <p:spPr>
          <a:xfrm>
            <a:off x="1346598" y="439342"/>
            <a:ext cx="6311503" cy="517449"/>
          </a:xfrm>
        </p:spPr>
        <p:txBody>
          <a:bodyPr wrap="square" lIns="0" tIns="9525" rIns="0" bIns="0" rtlCol="0">
            <a:spAutoFit/>
          </a:bodyPr>
          <a:lstStyle/>
          <a:p>
            <a:pPr marL="9525">
              <a:spcBef>
                <a:spcPts val="75"/>
              </a:spcBef>
              <a:defRPr/>
            </a:pPr>
            <a:r>
              <a:rPr sz="3300" spc="-334" dirty="0"/>
              <a:t>Ex</a:t>
            </a:r>
            <a:r>
              <a:rPr sz="3300" spc="-323" dirty="0"/>
              <a:t>a</a:t>
            </a:r>
            <a:r>
              <a:rPr sz="3300" spc="-210" dirty="0"/>
              <a:t>m</a:t>
            </a:r>
            <a:r>
              <a:rPr sz="3300" spc="-143" dirty="0"/>
              <a:t>p</a:t>
            </a:r>
            <a:r>
              <a:rPr sz="3300" spc="-60" dirty="0"/>
              <a:t>l</a:t>
            </a:r>
            <a:r>
              <a:rPr sz="3300" spc="-255" dirty="0"/>
              <a:t>e</a:t>
            </a:r>
            <a:r>
              <a:rPr sz="3300" spc="-195" dirty="0"/>
              <a:t>:</a:t>
            </a:r>
            <a:r>
              <a:rPr sz="3300" spc="-330" dirty="0"/>
              <a:t> </a:t>
            </a:r>
            <a:r>
              <a:rPr sz="3300" spc="-390" dirty="0"/>
              <a:t>s</a:t>
            </a:r>
            <a:r>
              <a:rPr sz="3300" spc="-210" dirty="0"/>
              <a:t>c</a:t>
            </a:r>
            <a:r>
              <a:rPr sz="3300" spc="-431" dirty="0"/>
              <a:t>a</a:t>
            </a:r>
            <a:r>
              <a:rPr sz="3300" spc="-15" dirty="0"/>
              <a:t>li</a:t>
            </a:r>
            <a:r>
              <a:rPr sz="3300" spc="-307" dirty="0"/>
              <a:t>ng</a:t>
            </a:r>
            <a:r>
              <a:rPr sz="3300" spc="-4" dirty="0"/>
              <a:t> </a:t>
            </a:r>
            <a:r>
              <a:rPr sz="3300" spc="-188" dirty="0"/>
              <a:t>up</a:t>
            </a:r>
            <a:r>
              <a:rPr sz="3300" dirty="0"/>
              <a:t> </a:t>
            </a:r>
            <a:r>
              <a:rPr sz="3300" spc="-472" dirty="0"/>
              <a:t>F</a:t>
            </a:r>
            <a:r>
              <a:rPr sz="3300" spc="-431" dirty="0"/>
              <a:t>a</a:t>
            </a:r>
            <a:r>
              <a:rPr sz="3300" spc="-210" dirty="0"/>
              <a:t>c</a:t>
            </a:r>
            <a:r>
              <a:rPr sz="3300" spc="-255" dirty="0"/>
              <a:t>e</a:t>
            </a:r>
            <a:r>
              <a:rPr sz="3300" spc="-101" dirty="0"/>
              <a:t>b</a:t>
            </a:r>
            <a:r>
              <a:rPr sz="3300" spc="-105" dirty="0"/>
              <a:t>o</a:t>
            </a:r>
            <a:r>
              <a:rPr sz="3300" spc="-19" dirty="0"/>
              <a:t>o</a:t>
            </a:r>
            <a:r>
              <a:rPr sz="3300" spc="-71" dirty="0"/>
              <a:t>k</a:t>
            </a:r>
            <a:endParaRPr sz="3300" dirty="0"/>
          </a:p>
        </p:txBody>
      </p:sp>
      <p:sp>
        <p:nvSpPr>
          <p:cNvPr id="3" name="object 3">
            <a:extLst>
              <a:ext uri="{FF2B5EF4-FFF2-40B4-BE49-F238E27FC236}">
                <a16:creationId xmlns:a16="http://schemas.microsoft.com/office/drawing/2014/main" id="{B8D8E7C3-A94B-FCC8-C43D-0465ECA71320}"/>
              </a:ext>
            </a:extLst>
          </p:cNvPr>
          <p:cNvSpPr txBox="1"/>
          <p:nvPr/>
        </p:nvSpPr>
        <p:spPr>
          <a:xfrm>
            <a:off x="457200" y="742950"/>
            <a:ext cx="8534399" cy="2535951"/>
          </a:xfrm>
          <a:prstGeom prst="rect">
            <a:avLst/>
          </a:prstGeom>
        </p:spPr>
        <p:txBody>
          <a:bodyPr wrap="square" lIns="0" tIns="9525" rIns="0" bIns="0">
            <a:spAutoFit/>
          </a:bodyPr>
          <a:lstStyle/>
          <a:p>
            <a:pPr marL="180975" indent="-171450">
              <a:spcBef>
                <a:spcPts val="75"/>
              </a:spcBef>
              <a:buFont typeface="Arial MT"/>
              <a:buChar char="•"/>
              <a:tabLst>
                <a:tab pos="180975" algn="l"/>
              </a:tabLst>
              <a:defRPr/>
            </a:pPr>
            <a:r>
              <a:rPr lang="en-US" sz="2000" spc="-139" dirty="0">
                <a:latin typeface="Trebuchet MS" panose="020B0603020202020204" pitchFamily="34" charset="0"/>
                <a:cs typeface="Microsoft Sans Serif"/>
              </a:rPr>
              <a:t>2004: Facebook started on a single server Web server front end to assemble each user’s page. Database to store posts, friend lists, etc. </a:t>
            </a:r>
          </a:p>
          <a:p>
            <a:pPr marL="180975" indent="-171450">
              <a:spcBef>
                <a:spcPts val="75"/>
              </a:spcBef>
              <a:buFont typeface="Arial MT"/>
              <a:buChar char="•"/>
              <a:tabLst>
                <a:tab pos="180975" algn="l"/>
              </a:tabLst>
              <a:defRPr/>
            </a:pPr>
            <a:r>
              <a:rPr lang="en-US" sz="2000" spc="-139" dirty="0">
                <a:latin typeface="Trebuchet MS" panose="020B0603020202020204" pitchFamily="34" charset="0"/>
                <a:cs typeface="Microsoft Sans Serif"/>
              </a:rPr>
              <a:t>2008: 100M users </a:t>
            </a:r>
          </a:p>
          <a:p>
            <a:pPr marL="180975" indent="-171450">
              <a:spcBef>
                <a:spcPts val="75"/>
              </a:spcBef>
              <a:buFont typeface="Arial MT"/>
              <a:buChar char="•"/>
              <a:tabLst>
                <a:tab pos="180975" algn="l"/>
              </a:tabLst>
              <a:defRPr/>
            </a:pPr>
            <a:r>
              <a:rPr lang="en-US" sz="2000" spc="-139" dirty="0">
                <a:latin typeface="Trebuchet MS" panose="020B0603020202020204" pitchFamily="34" charset="0"/>
                <a:cs typeface="Microsoft Sans Serif"/>
              </a:rPr>
              <a:t>2010: 500M users </a:t>
            </a:r>
          </a:p>
          <a:p>
            <a:pPr marL="180975" indent="-171450">
              <a:spcBef>
                <a:spcPts val="75"/>
              </a:spcBef>
              <a:buFont typeface="Arial MT"/>
              <a:buChar char="•"/>
              <a:tabLst>
                <a:tab pos="180975" algn="l"/>
              </a:tabLst>
              <a:defRPr/>
            </a:pPr>
            <a:r>
              <a:rPr lang="en-US" sz="2000" spc="-139" dirty="0">
                <a:latin typeface="Trebuchet MS" panose="020B0603020202020204" pitchFamily="34" charset="0"/>
                <a:cs typeface="Microsoft Sans Serif"/>
              </a:rPr>
              <a:t>2012: 1B users </a:t>
            </a:r>
          </a:p>
          <a:p>
            <a:pPr marL="180975" indent="-171450">
              <a:spcBef>
                <a:spcPts val="75"/>
              </a:spcBef>
              <a:buFont typeface="Arial MT"/>
              <a:buChar char="•"/>
              <a:tabLst>
                <a:tab pos="180975" algn="l"/>
              </a:tabLst>
              <a:defRPr/>
            </a:pPr>
            <a:r>
              <a:rPr lang="en-US" sz="2000" spc="-139" dirty="0">
                <a:latin typeface="Trebuchet MS" panose="020B0603020202020204" pitchFamily="34" charset="0"/>
                <a:cs typeface="Microsoft Sans Serif"/>
              </a:rPr>
              <a:t>2019: 2.5B users</a:t>
            </a:r>
          </a:p>
          <a:p>
            <a:pPr marL="180975" indent="-171450">
              <a:spcBef>
                <a:spcPts val="75"/>
              </a:spcBef>
              <a:buFont typeface="Arial MT"/>
              <a:buChar char="•"/>
              <a:tabLst>
                <a:tab pos="180975" algn="l"/>
              </a:tabLst>
              <a:defRPr/>
            </a:pPr>
            <a:r>
              <a:rPr lang="en-US" sz="2000" spc="-139" dirty="0">
                <a:latin typeface="Trebuchet MS" panose="020B0603020202020204" pitchFamily="34" charset="0"/>
                <a:cs typeface="Microsoft Sans Serif"/>
              </a:rPr>
              <a:t>2024: 3B users</a:t>
            </a:r>
            <a:endParaRPr sz="2000" dirty="0">
              <a:latin typeface="Trebuchet MS" panose="020B0603020202020204" pitchFamily="34" charset="0"/>
              <a:cs typeface="Microsoft Sans Serif"/>
            </a:endParaRPr>
          </a:p>
          <a:p>
            <a:pPr marL="2099786">
              <a:defRPr/>
            </a:pPr>
            <a:r>
              <a:rPr lang="en-US" sz="2000" spc="8" dirty="0">
                <a:solidFill>
                  <a:srgbClr val="C00000"/>
                </a:solidFill>
                <a:latin typeface="Trebuchet MS" panose="020B0603020202020204" pitchFamily="34" charset="0"/>
                <a:cs typeface="Arial MT"/>
              </a:rPr>
              <a:t>How do we scale up?</a:t>
            </a:r>
            <a:endParaRPr sz="2000" dirty="0">
              <a:latin typeface="Trebuchet MS" panose="020B0603020202020204" pitchFamily="34" charset="0"/>
              <a:cs typeface="Arial MT"/>
            </a:endParaRPr>
          </a:p>
        </p:txBody>
      </p:sp>
      <p:sp>
        <p:nvSpPr>
          <p:cNvPr id="4" name="object 2">
            <a:extLst>
              <a:ext uri="{FF2B5EF4-FFF2-40B4-BE49-F238E27FC236}">
                <a16:creationId xmlns:a16="http://schemas.microsoft.com/office/drawing/2014/main" id="{2210A523-7560-AEC2-36DC-8870DE07F474}"/>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Example: scaling up Facebook</a:t>
            </a:r>
            <a:endParaRPr lang="en-US" sz="2800" kern="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FDBC144-68ED-12E3-0CB4-E1062CB36893}"/>
              </a:ext>
            </a:extLst>
          </p:cNvPr>
          <p:cNvSpPr txBox="1">
            <a:spLocks noGrp="1"/>
          </p:cNvSpPr>
          <p:nvPr>
            <p:ph type="title"/>
          </p:nvPr>
        </p:nvSpPr>
        <p:spPr>
          <a:xfrm>
            <a:off x="1346598" y="-67866"/>
            <a:ext cx="4987528" cy="517449"/>
          </a:xfrm>
        </p:spPr>
        <p:txBody>
          <a:bodyPr wrap="square" lIns="0" tIns="9525" rIns="0" bIns="0" rtlCol="0">
            <a:spAutoFit/>
          </a:bodyPr>
          <a:lstStyle/>
          <a:p>
            <a:pPr marL="9525">
              <a:spcBef>
                <a:spcPts val="75"/>
              </a:spcBef>
              <a:defRPr/>
            </a:pPr>
            <a:r>
              <a:rPr sz="3300" spc="-334" dirty="0"/>
              <a:t>Ex</a:t>
            </a:r>
            <a:r>
              <a:rPr sz="3300" spc="-323" dirty="0"/>
              <a:t>a</a:t>
            </a:r>
            <a:r>
              <a:rPr sz="3300" spc="-210" dirty="0"/>
              <a:t>m</a:t>
            </a:r>
            <a:r>
              <a:rPr sz="3300" spc="-143" dirty="0"/>
              <a:t>p</a:t>
            </a:r>
            <a:r>
              <a:rPr sz="3300" spc="-60" dirty="0"/>
              <a:t>l</a:t>
            </a:r>
            <a:r>
              <a:rPr sz="3300" spc="-255" dirty="0"/>
              <a:t>e</a:t>
            </a:r>
            <a:r>
              <a:rPr sz="3300" spc="-195" dirty="0"/>
              <a:t>:</a:t>
            </a:r>
            <a:r>
              <a:rPr sz="3300" spc="-330" dirty="0"/>
              <a:t> </a:t>
            </a:r>
            <a:r>
              <a:rPr sz="3300" spc="-390" dirty="0"/>
              <a:t>s</a:t>
            </a:r>
            <a:r>
              <a:rPr sz="3300" spc="-210" dirty="0"/>
              <a:t>c</a:t>
            </a:r>
            <a:r>
              <a:rPr sz="3300" spc="-431" dirty="0"/>
              <a:t>a</a:t>
            </a:r>
            <a:r>
              <a:rPr sz="3300" spc="-15" dirty="0"/>
              <a:t>li</a:t>
            </a:r>
            <a:r>
              <a:rPr sz="3300" spc="-307" dirty="0"/>
              <a:t>ng</a:t>
            </a:r>
            <a:r>
              <a:rPr sz="3300" spc="-4" dirty="0"/>
              <a:t> </a:t>
            </a:r>
            <a:r>
              <a:rPr sz="3300" spc="-188" dirty="0"/>
              <a:t>up</a:t>
            </a:r>
            <a:r>
              <a:rPr sz="3300" dirty="0"/>
              <a:t> </a:t>
            </a:r>
            <a:r>
              <a:rPr sz="3300" spc="-472" dirty="0"/>
              <a:t>F</a:t>
            </a:r>
            <a:r>
              <a:rPr sz="3300" spc="-431" dirty="0"/>
              <a:t>a</a:t>
            </a:r>
            <a:r>
              <a:rPr sz="3300" spc="-210" dirty="0"/>
              <a:t>c</a:t>
            </a:r>
            <a:r>
              <a:rPr sz="3300" spc="-255" dirty="0"/>
              <a:t>e</a:t>
            </a:r>
            <a:r>
              <a:rPr sz="3300" spc="-101" dirty="0"/>
              <a:t>b</a:t>
            </a:r>
            <a:r>
              <a:rPr sz="3300" spc="-105" dirty="0"/>
              <a:t>o</a:t>
            </a:r>
            <a:r>
              <a:rPr sz="3300" spc="-19" dirty="0"/>
              <a:t>o</a:t>
            </a:r>
            <a:r>
              <a:rPr sz="3300" spc="-71" dirty="0"/>
              <a:t>k</a:t>
            </a:r>
            <a:endParaRPr sz="3300" dirty="0"/>
          </a:p>
        </p:txBody>
      </p:sp>
      <p:sp>
        <p:nvSpPr>
          <p:cNvPr id="3" name="object 3">
            <a:extLst>
              <a:ext uri="{FF2B5EF4-FFF2-40B4-BE49-F238E27FC236}">
                <a16:creationId xmlns:a16="http://schemas.microsoft.com/office/drawing/2014/main" id="{4E09B362-CB25-BD48-793C-32919B60B9BF}"/>
              </a:ext>
            </a:extLst>
          </p:cNvPr>
          <p:cNvSpPr txBox="1"/>
          <p:nvPr/>
        </p:nvSpPr>
        <p:spPr>
          <a:xfrm>
            <a:off x="381000" y="1123950"/>
            <a:ext cx="7416403" cy="2594941"/>
          </a:xfrm>
          <a:prstGeom prst="rect">
            <a:avLst/>
          </a:prstGeom>
        </p:spPr>
        <p:txBody>
          <a:bodyPr wrap="square" lIns="0" tIns="9525" rIns="0" bIns="0">
            <a:spAutoFit/>
          </a:bodyPr>
          <a:lstStyle/>
          <a:p>
            <a:pPr marL="180975" indent="-171450">
              <a:spcBef>
                <a:spcPts val="75"/>
              </a:spcBef>
              <a:buFont typeface="Arial MT"/>
              <a:buChar char="•"/>
              <a:tabLst>
                <a:tab pos="180975" algn="l"/>
              </a:tabLst>
              <a:defRPr/>
            </a:pPr>
            <a:r>
              <a:rPr sz="2400" spc="-34" dirty="0">
                <a:latin typeface="Trebuchet MS" panose="020B0603020202020204" pitchFamily="34" charset="0"/>
                <a:cs typeface="Microsoft Sans Serif"/>
              </a:rPr>
              <a:t>O</a:t>
            </a:r>
            <a:r>
              <a:rPr sz="2400" spc="-19" dirty="0">
                <a:latin typeface="Trebuchet MS" panose="020B0603020202020204" pitchFamily="34" charset="0"/>
                <a:cs typeface="Microsoft Sans Serif"/>
              </a:rPr>
              <a:t>n</a:t>
            </a:r>
            <a:r>
              <a:rPr sz="2400" spc="-165" dirty="0">
                <a:latin typeface="Trebuchet MS" panose="020B0603020202020204" pitchFamily="34" charset="0"/>
                <a:cs typeface="Microsoft Sans Serif"/>
              </a:rPr>
              <a:t>e</a:t>
            </a:r>
            <a:r>
              <a:rPr sz="2400" spc="19" dirty="0">
                <a:latin typeface="Trebuchet MS" panose="020B0603020202020204" pitchFamily="34" charset="0"/>
                <a:cs typeface="Microsoft Sans Serif"/>
              </a:rPr>
              <a:t> </a:t>
            </a:r>
            <a:r>
              <a:rPr sz="2400" spc="-184" dirty="0">
                <a:latin typeface="Trebuchet MS" panose="020B0603020202020204" pitchFamily="34" charset="0"/>
                <a:cs typeface="Microsoft Sans Serif"/>
              </a:rPr>
              <a:t>se</a:t>
            </a:r>
            <a:r>
              <a:rPr sz="2400" spc="34" dirty="0">
                <a:latin typeface="Trebuchet MS" panose="020B0603020202020204" pitchFamily="34" charset="0"/>
                <a:cs typeface="Microsoft Sans Serif"/>
              </a:rPr>
              <a:t>r</a:t>
            </a:r>
            <a:r>
              <a:rPr sz="2400" spc="-188" dirty="0">
                <a:latin typeface="Trebuchet MS" panose="020B0603020202020204" pitchFamily="34" charset="0"/>
                <a:cs typeface="Microsoft Sans Serif"/>
              </a:rPr>
              <a:t>v</a:t>
            </a:r>
            <a:r>
              <a:rPr sz="2400" spc="-109" dirty="0">
                <a:latin typeface="Trebuchet MS" panose="020B0603020202020204" pitchFamily="34" charset="0"/>
                <a:cs typeface="Microsoft Sans Serif"/>
              </a:rPr>
              <a:t>e</a:t>
            </a:r>
            <a:r>
              <a:rPr sz="2400" spc="-64" dirty="0">
                <a:latin typeface="Trebuchet MS" panose="020B0603020202020204" pitchFamily="34" charset="0"/>
                <a:cs typeface="Microsoft Sans Serif"/>
              </a:rPr>
              <a:t>r</a:t>
            </a:r>
            <a:r>
              <a:rPr sz="2400" spc="23" dirty="0">
                <a:latin typeface="Trebuchet MS" panose="020B0603020202020204" pitchFamily="34" charset="0"/>
                <a:cs typeface="Microsoft Sans Serif"/>
              </a:rPr>
              <a:t> </a:t>
            </a:r>
            <a:r>
              <a:rPr sz="2400" spc="86" dirty="0">
                <a:latin typeface="Trebuchet MS" panose="020B0603020202020204" pitchFamily="34" charset="0"/>
                <a:cs typeface="Microsoft Sans Serif"/>
              </a:rPr>
              <a:t>r</a:t>
            </a:r>
            <a:r>
              <a:rPr sz="2400" spc="-139" dirty="0">
                <a:latin typeface="Trebuchet MS" panose="020B0603020202020204" pitchFamily="34" charset="0"/>
                <a:cs typeface="Microsoft Sans Serif"/>
              </a:rPr>
              <a:t>unn</a:t>
            </a:r>
            <a:r>
              <a:rPr sz="2400" spc="-90" dirty="0">
                <a:latin typeface="Trebuchet MS" panose="020B0603020202020204" pitchFamily="34" charset="0"/>
                <a:cs typeface="Microsoft Sans Serif"/>
              </a:rPr>
              <a:t>i</a:t>
            </a:r>
            <a:r>
              <a:rPr sz="2400" spc="-139" dirty="0">
                <a:latin typeface="Trebuchet MS" panose="020B0603020202020204" pitchFamily="34" charset="0"/>
                <a:cs typeface="Microsoft Sans Serif"/>
              </a:rPr>
              <a:t>n</a:t>
            </a:r>
            <a:r>
              <a:rPr sz="2400" spc="-274" dirty="0">
                <a:latin typeface="Trebuchet MS" panose="020B0603020202020204" pitchFamily="34" charset="0"/>
                <a:cs typeface="Microsoft Sans Serif"/>
              </a:rPr>
              <a:t>g</a:t>
            </a:r>
            <a:r>
              <a:rPr sz="2400" spc="23" dirty="0">
                <a:latin typeface="Trebuchet MS" panose="020B0603020202020204" pitchFamily="34" charset="0"/>
                <a:cs typeface="Microsoft Sans Serif"/>
              </a:rPr>
              <a:t> </a:t>
            </a:r>
            <a:r>
              <a:rPr sz="2400" spc="-101" dirty="0">
                <a:latin typeface="Trebuchet MS" panose="020B0603020202020204" pitchFamily="34" charset="0"/>
                <a:cs typeface="Microsoft Sans Serif"/>
              </a:rPr>
              <a:t>b</a:t>
            </a:r>
            <a:r>
              <a:rPr sz="2400" spc="8" dirty="0">
                <a:latin typeface="Trebuchet MS" panose="020B0603020202020204" pitchFamily="34" charset="0"/>
                <a:cs typeface="Microsoft Sans Serif"/>
              </a:rPr>
              <a:t>o</a:t>
            </a:r>
            <a:r>
              <a:rPr sz="2400" spc="4" dirty="0">
                <a:latin typeface="Trebuchet MS" panose="020B0603020202020204" pitchFamily="34" charset="0"/>
                <a:cs typeface="Microsoft Sans Serif"/>
              </a:rPr>
              <a:t>t</a:t>
            </a:r>
            <a:r>
              <a:rPr sz="2400" spc="-139" dirty="0">
                <a:latin typeface="Trebuchet MS" panose="020B0603020202020204" pitchFamily="34" charset="0"/>
                <a:cs typeface="Microsoft Sans Serif"/>
              </a:rPr>
              <a:t>h</a:t>
            </a:r>
            <a:r>
              <a:rPr sz="2400" spc="23" dirty="0">
                <a:latin typeface="Trebuchet MS" panose="020B0603020202020204" pitchFamily="34" charset="0"/>
                <a:cs typeface="Microsoft Sans Serif"/>
              </a:rPr>
              <a:t> </a:t>
            </a:r>
            <a:r>
              <a:rPr sz="2400" spc="-60" dirty="0">
                <a:latin typeface="Trebuchet MS" panose="020B0603020202020204" pitchFamily="34" charset="0"/>
                <a:cs typeface="Microsoft Sans Serif"/>
              </a:rPr>
              <a:t>w</a:t>
            </a:r>
            <a:r>
              <a:rPr sz="2400" spc="-135" dirty="0">
                <a:latin typeface="Trebuchet MS" panose="020B0603020202020204" pitchFamily="34" charset="0"/>
                <a:cs typeface="Microsoft Sans Serif"/>
              </a:rPr>
              <a:t>eb</a:t>
            </a:r>
            <a:r>
              <a:rPr sz="2400" spc="-184" dirty="0">
                <a:latin typeface="Trebuchet MS" panose="020B0603020202020204" pitchFamily="34" charset="0"/>
                <a:cs typeface="Microsoft Sans Serif"/>
              </a:rPr>
              <a:t>se</a:t>
            </a:r>
            <a:r>
              <a:rPr sz="2400" spc="34" dirty="0">
                <a:latin typeface="Trebuchet MS" panose="020B0603020202020204" pitchFamily="34" charset="0"/>
                <a:cs typeface="Microsoft Sans Serif"/>
              </a:rPr>
              <a:t>r</a:t>
            </a:r>
            <a:r>
              <a:rPr sz="2400" spc="-188" dirty="0">
                <a:latin typeface="Trebuchet MS" panose="020B0603020202020204" pitchFamily="34" charset="0"/>
                <a:cs typeface="Microsoft Sans Serif"/>
              </a:rPr>
              <a:t>v</a:t>
            </a:r>
            <a:r>
              <a:rPr sz="2400" spc="-109" dirty="0">
                <a:latin typeface="Trebuchet MS" panose="020B0603020202020204" pitchFamily="34" charset="0"/>
                <a:cs typeface="Microsoft Sans Serif"/>
              </a:rPr>
              <a:t>e</a:t>
            </a:r>
            <a:r>
              <a:rPr sz="2400" spc="-64" dirty="0">
                <a:latin typeface="Trebuchet MS" panose="020B0603020202020204" pitchFamily="34" charset="0"/>
                <a:cs typeface="Microsoft Sans Serif"/>
              </a:rPr>
              <a:t>r</a:t>
            </a:r>
            <a:r>
              <a:rPr sz="2400" spc="23" dirty="0">
                <a:latin typeface="Trebuchet MS" panose="020B0603020202020204" pitchFamily="34" charset="0"/>
                <a:cs typeface="Microsoft Sans Serif"/>
              </a:rPr>
              <a:t> </a:t>
            </a:r>
            <a:r>
              <a:rPr sz="2400" spc="-274" dirty="0">
                <a:latin typeface="Trebuchet MS" panose="020B0603020202020204" pitchFamily="34" charset="0"/>
                <a:cs typeface="Microsoft Sans Serif"/>
              </a:rPr>
              <a:t>a</a:t>
            </a:r>
            <a:r>
              <a:rPr sz="2400" spc="-139" dirty="0">
                <a:latin typeface="Trebuchet MS" panose="020B0603020202020204" pitchFamily="34" charset="0"/>
                <a:cs typeface="Microsoft Sans Serif"/>
              </a:rPr>
              <a:t>n</a:t>
            </a:r>
            <a:r>
              <a:rPr sz="2400" spc="-98" dirty="0">
                <a:latin typeface="Trebuchet MS" panose="020B0603020202020204" pitchFamily="34" charset="0"/>
                <a:cs typeface="Microsoft Sans Serif"/>
              </a:rPr>
              <a:t>d</a:t>
            </a:r>
            <a:r>
              <a:rPr sz="2400" spc="19" dirty="0">
                <a:latin typeface="Trebuchet MS" panose="020B0603020202020204" pitchFamily="34" charset="0"/>
                <a:cs typeface="Microsoft Sans Serif"/>
              </a:rPr>
              <a:t> </a:t>
            </a:r>
            <a:r>
              <a:rPr sz="2400" spc="38" dirty="0">
                <a:latin typeface="Trebuchet MS" panose="020B0603020202020204" pitchFamily="34" charset="0"/>
                <a:cs typeface="Microsoft Sans Serif"/>
              </a:rPr>
              <a:t>D</a:t>
            </a:r>
            <a:r>
              <a:rPr sz="2400" spc="-289" dirty="0">
                <a:latin typeface="Trebuchet MS" panose="020B0603020202020204" pitchFamily="34" charset="0"/>
                <a:cs typeface="Microsoft Sans Serif"/>
              </a:rPr>
              <a:t>B</a:t>
            </a:r>
            <a:endParaRPr sz="2400" dirty="0">
              <a:latin typeface="Trebuchet MS" panose="020B0603020202020204" pitchFamily="34" charset="0"/>
              <a:cs typeface="Microsoft Sans Serif"/>
            </a:endParaRPr>
          </a:p>
          <a:p>
            <a:pPr marL="179070" indent="-170021">
              <a:buFontTx/>
              <a:buChar char="•"/>
              <a:tabLst>
                <a:tab pos="179546" algn="l"/>
              </a:tabLst>
              <a:defRPr/>
            </a:pPr>
            <a:r>
              <a:rPr sz="2400" spc="-353" dirty="0">
                <a:latin typeface="Trebuchet MS" panose="020B0603020202020204" pitchFamily="34" charset="0"/>
                <a:cs typeface="Microsoft Sans Serif"/>
              </a:rPr>
              <a:t>T</a:t>
            </a:r>
            <a:r>
              <a:rPr sz="2400" spc="-60" dirty="0">
                <a:latin typeface="Trebuchet MS" panose="020B0603020202020204" pitchFamily="34" charset="0"/>
                <a:cs typeface="Microsoft Sans Serif"/>
              </a:rPr>
              <a:t>w</a:t>
            </a:r>
            <a:r>
              <a:rPr sz="2400" spc="-30" dirty="0">
                <a:latin typeface="Trebuchet MS" panose="020B0603020202020204" pitchFamily="34" charset="0"/>
                <a:cs typeface="Microsoft Sans Serif"/>
              </a:rPr>
              <a:t>o</a:t>
            </a:r>
            <a:r>
              <a:rPr sz="2400" spc="19" dirty="0">
                <a:latin typeface="Trebuchet MS" panose="020B0603020202020204" pitchFamily="34" charset="0"/>
                <a:cs typeface="Microsoft Sans Serif"/>
              </a:rPr>
              <a:t> </a:t>
            </a:r>
            <a:r>
              <a:rPr sz="2400" spc="-311" dirty="0">
                <a:latin typeface="Trebuchet MS" panose="020B0603020202020204" pitchFamily="34" charset="0"/>
                <a:cs typeface="Microsoft Sans Serif"/>
              </a:rPr>
              <a:t>s</a:t>
            </a:r>
            <a:r>
              <a:rPr sz="2400" spc="-169" dirty="0">
                <a:latin typeface="Trebuchet MS" panose="020B0603020202020204" pitchFamily="34" charset="0"/>
                <a:cs typeface="Microsoft Sans Serif"/>
              </a:rPr>
              <a:t>e</a:t>
            </a:r>
            <a:r>
              <a:rPr sz="2400" spc="146" dirty="0">
                <a:latin typeface="Trebuchet MS" panose="020B0603020202020204" pitchFamily="34" charset="0"/>
                <a:cs typeface="Microsoft Sans Serif"/>
              </a:rPr>
              <a:t>r</a:t>
            </a:r>
            <a:r>
              <a:rPr sz="2400" spc="-188" dirty="0">
                <a:latin typeface="Trebuchet MS" panose="020B0603020202020204" pitchFamily="34" charset="0"/>
                <a:cs typeface="Microsoft Sans Serif"/>
              </a:rPr>
              <a:t>v</a:t>
            </a:r>
            <a:r>
              <a:rPr sz="2400" spc="-169" dirty="0">
                <a:latin typeface="Trebuchet MS" panose="020B0603020202020204" pitchFamily="34" charset="0"/>
                <a:cs typeface="Microsoft Sans Serif"/>
              </a:rPr>
              <a:t>e</a:t>
            </a:r>
            <a:r>
              <a:rPr sz="2400" spc="86" dirty="0">
                <a:latin typeface="Trebuchet MS" panose="020B0603020202020204" pitchFamily="34" charset="0"/>
                <a:cs typeface="Microsoft Sans Serif"/>
              </a:rPr>
              <a:t>r</a:t>
            </a:r>
            <a:r>
              <a:rPr sz="2400" spc="-311" dirty="0">
                <a:latin typeface="Trebuchet MS" panose="020B0603020202020204" pitchFamily="34" charset="0"/>
                <a:cs typeface="Microsoft Sans Serif"/>
              </a:rPr>
              <a:t>s</a:t>
            </a:r>
            <a:r>
              <a:rPr sz="2400" spc="-214" dirty="0">
                <a:latin typeface="Trebuchet MS" panose="020B0603020202020204" pitchFamily="34" charset="0"/>
                <a:cs typeface="Microsoft Sans Serif"/>
              </a:rPr>
              <a:t>:</a:t>
            </a:r>
            <a:r>
              <a:rPr sz="2400" spc="-143" dirty="0">
                <a:latin typeface="Trebuchet MS" panose="020B0603020202020204" pitchFamily="34" charset="0"/>
                <a:cs typeface="Microsoft Sans Serif"/>
              </a:rPr>
              <a:t> </a:t>
            </a:r>
            <a:r>
              <a:rPr sz="2400" spc="-34" dirty="0">
                <a:latin typeface="Trebuchet MS" panose="020B0603020202020204" pitchFamily="34" charset="0"/>
                <a:cs typeface="Microsoft Sans Serif"/>
              </a:rPr>
              <a:t>o</a:t>
            </a:r>
            <a:r>
              <a:rPr sz="2400" spc="-139" dirty="0">
                <a:latin typeface="Trebuchet MS" panose="020B0603020202020204" pitchFamily="34" charset="0"/>
                <a:cs typeface="Microsoft Sans Serif"/>
              </a:rPr>
              <a:t>n</a:t>
            </a:r>
            <a:r>
              <a:rPr sz="2400" spc="-165" dirty="0">
                <a:latin typeface="Trebuchet MS" panose="020B0603020202020204" pitchFamily="34" charset="0"/>
                <a:cs typeface="Microsoft Sans Serif"/>
              </a:rPr>
              <a:t>e</a:t>
            </a:r>
            <a:r>
              <a:rPr sz="2400" spc="19" dirty="0">
                <a:latin typeface="Trebuchet MS" panose="020B0603020202020204" pitchFamily="34" charset="0"/>
                <a:cs typeface="Microsoft Sans Serif"/>
              </a:rPr>
              <a:t> </a:t>
            </a:r>
            <a:r>
              <a:rPr sz="2400" spc="-101" dirty="0">
                <a:latin typeface="Trebuchet MS" panose="020B0603020202020204" pitchFamily="34" charset="0"/>
                <a:cs typeface="Microsoft Sans Serif"/>
              </a:rPr>
              <a:t>f</a:t>
            </a:r>
            <a:r>
              <a:rPr sz="2400" spc="-34" dirty="0">
                <a:latin typeface="Trebuchet MS" panose="020B0603020202020204" pitchFamily="34" charset="0"/>
                <a:cs typeface="Microsoft Sans Serif"/>
              </a:rPr>
              <a:t>o</a:t>
            </a:r>
            <a:r>
              <a:rPr sz="2400" dirty="0">
                <a:latin typeface="Trebuchet MS" panose="020B0603020202020204" pitchFamily="34" charset="0"/>
                <a:cs typeface="Microsoft Sans Serif"/>
              </a:rPr>
              <a:t>r</a:t>
            </a:r>
            <a:r>
              <a:rPr sz="2400" spc="26" dirty="0">
                <a:latin typeface="Trebuchet MS" panose="020B0603020202020204" pitchFamily="34" charset="0"/>
                <a:cs typeface="Microsoft Sans Serif"/>
              </a:rPr>
              <a:t> </a:t>
            </a:r>
            <a:r>
              <a:rPr sz="2400" spc="-60" dirty="0">
                <a:latin typeface="Trebuchet MS" panose="020B0603020202020204" pitchFamily="34" charset="0"/>
                <a:cs typeface="Microsoft Sans Serif"/>
              </a:rPr>
              <a:t>w</a:t>
            </a:r>
            <a:r>
              <a:rPr sz="2400" spc="-169" dirty="0">
                <a:latin typeface="Trebuchet MS" panose="020B0603020202020204" pitchFamily="34" charset="0"/>
                <a:cs typeface="Microsoft Sans Serif"/>
              </a:rPr>
              <a:t>e</a:t>
            </a:r>
            <a:r>
              <a:rPr sz="2400" spc="-101" dirty="0">
                <a:latin typeface="Trebuchet MS" panose="020B0603020202020204" pitchFamily="34" charset="0"/>
                <a:cs typeface="Microsoft Sans Serif"/>
              </a:rPr>
              <a:t>b</a:t>
            </a:r>
            <a:r>
              <a:rPr sz="2400" spc="-311" dirty="0">
                <a:latin typeface="Trebuchet MS" panose="020B0603020202020204" pitchFamily="34" charset="0"/>
                <a:cs typeface="Microsoft Sans Serif"/>
              </a:rPr>
              <a:t>s</a:t>
            </a:r>
            <a:r>
              <a:rPr sz="2400" spc="-169" dirty="0">
                <a:latin typeface="Trebuchet MS" panose="020B0603020202020204" pitchFamily="34" charset="0"/>
                <a:cs typeface="Microsoft Sans Serif"/>
              </a:rPr>
              <a:t>e</a:t>
            </a:r>
            <a:r>
              <a:rPr sz="2400" spc="146" dirty="0">
                <a:latin typeface="Trebuchet MS" panose="020B0603020202020204" pitchFamily="34" charset="0"/>
                <a:cs typeface="Microsoft Sans Serif"/>
              </a:rPr>
              <a:t>r</a:t>
            </a:r>
            <a:r>
              <a:rPr sz="2400" spc="-188" dirty="0">
                <a:latin typeface="Trebuchet MS" panose="020B0603020202020204" pitchFamily="34" charset="0"/>
                <a:cs typeface="Microsoft Sans Serif"/>
              </a:rPr>
              <a:t>v</a:t>
            </a:r>
            <a:r>
              <a:rPr sz="2400" spc="-169" dirty="0">
                <a:latin typeface="Trebuchet MS" panose="020B0603020202020204" pitchFamily="34" charset="0"/>
                <a:cs typeface="Microsoft Sans Serif"/>
              </a:rPr>
              <a:t>e</a:t>
            </a:r>
            <a:r>
              <a:rPr sz="2400" spc="-184" dirty="0">
                <a:latin typeface="Trebuchet MS" panose="020B0603020202020204" pitchFamily="34" charset="0"/>
                <a:cs typeface="Microsoft Sans Serif"/>
              </a:rPr>
              <a:t>r</a:t>
            </a:r>
            <a:r>
              <a:rPr sz="2400" spc="-214" dirty="0">
                <a:latin typeface="Trebuchet MS" panose="020B0603020202020204" pitchFamily="34" charset="0"/>
                <a:cs typeface="Microsoft Sans Serif"/>
              </a:rPr>
              <a:t>,</a:t>
            </a:r>
            <a:r>
              <a:rPr sz="2400" spc="-143" dirty="0">
                <a:latin typeface="Trebuchet MS" panose="020B0603020202020204" pitchFamily="34" charset="0"/>
                <a:cs typeface="Microsoft Sans Serif"/>
              </a:rPr>
              <a:t> </a:t>
            </a:r>
            <a:r>
              <a:rPr sz="2400" spc="-270" dirty="0">
                <a:latin typeface="Trebuchet MS" panose="020B0603020202020204" pitchFamily="34" charset="0"/>
                <a:cs typeface="Microsoft Sans Serif"/>
              </a:rPr>
              <a:t>a</a:t>
            </a:r>
            <a:r>
              <a:rPr sz="2400" spc="-139" dirty="0">
                <a:latin typeface="Trebuchet MS" panose="020B0603020202020204" pitchFamily="34" charset="0"/>
                <a:cs typeface="Microsoft Sans Serif"/>
              </a:rPr>
              <a:t>n</a:t>
            </a:r>
            <a:r>
              <a:rPr sz="2400" spc="-98" dirty="0">
                <a:latin typeface="Trebuchet MS" panose="020B0603020202020204" pitchFamily="34" charset="0"/>
                <a:cs typeface="Microsoft Sans Serif"/>
              </a:rPr>
              <a:t>d</a:t>
            </a:r>
            <a:r>
              <a:rPr sz="2400" spc="19" dirty="0">
                <a:latin typeface="Trebuchet MS" panose="020B0603020202020204" pitchFamily="34" charset="0"/>
                <a:cs typeface="Microsoft Sans Serif"/>
              </a:rPr>
              <a:t> </a:t>
            </a:r>
            <a:r>
              <a:rPr sz="2400" spc="-34" dirty="0">
                <a:latin typeface="Trebuchet MS" panose="020B0603020202020204" pitchFamily="34" charset="0"/>
                <a:cs typeface="Microsoft Sans Serif"/>
              </a:rPr>
              <a:t>o</a:t>
            </a:r>
            <a:r>
              <a:rPr sz="2400" spc="-139" dirty="0">
                <a:latin typeface="Trebuchet MS" panose="020B0603020202020204" pitchFamily="34" charset="0"/>
                <a:cs typeface="Microsoft Sans Serif"/>
              </a:rPr>
              <a:t>n</a:t>
            </a:r>
            <a:r>
              <a:rPr sz="2400" spc="-165" dirty="0">
                <a:latin typeface="Trebuchet MS" panose="020B0603020202020204" pitchFamily="34" charset="0"/>
                <a:cs typeface="Microsoft Sans Serif"/>
              </a:rPr>
              <a:t>e</a:t>
            </a:r>
            <a:r>
              <a:rPr sz="2400" spc="19" dirty="0">
                <a:latin typeface="Trebuchet MS" panose="020B0603020202020204" pitchFamily="34" charset="0"/>
                <a:cs typeface="Microsoft Sans Serif"/>
              </a:rPr>
              <a:t> </a:t>
            </a:r>
            <a:r>
              <a:rPr sz="2400" spc="-101" dirty="0">
                <a:latin typeface="Trebuchet MS" panose="020B0603020202020204" pitchFamily="34" charset="0"/>
                <a:cs typeface="Microsoft Sans Serif"/>
              </a:rPr>
              <a:t>f</a:t>
            </a:r>
            <a:r>
              <a:rPr sz="2400" spc="-34" dirty="0">
                <a:latin typeface="Trebuchet MS" panose="020B0603020202020204" pitchFamily="34" charset="0"/>
                <a:cs typeface="Microsoft Sans Serif"/>
              </a:rPr>
              <a:t>o</a:t>
            </a:r>
            <a:r>
              <a:rPr sz="2400" dirty="0">
                <a:latin typeface="Trebuchet MS" panose="020B0603020202020204" pitchFamily="34" charset="0"/>
                <a:cs typeface="Microsoft Sans Serif"/>
              </a:rPr>
              <a:t>r</a:t>
            </a:r>
            <a:r>
              <a:rPr sz="2400" spc="26" dirty="0">
                <a:latin typeface="Trebuchet MS" panose="020B0603020202020204" pitchFamily="34" charset="0"/>
                <a:cs typeface="Microsoft Sans Serif"/>
              </a:rPr>
              <a:t> </a:t>
            </a:r>
            <a:r>
              <a:rPr sz="2400" spc="38" dirty="0">
                <a:latin typeface="Trebuchet MS" panose="020B0603020202020204" pitchFamily="34" charset="0"/>
                <a:cs typeface="Microsoft Sans Serif"/>
              </a:rPr>
              <a:t>D</a:t>
            </a:r>
            <a:r>
              <a:rPr sz="2400" spc="-289" dirty="0">
                <a:latin typeface="Trebuchet MS" panose="020B0603020202020204" pitchFamily="34" charset="0"/>
                <a:cs typeface="Microsoft Sans Serif"/>
              </a:rPr>
              <a:t>B</a:t>
            </a:r>
            <a:endParaRPr lang="en-US" sz="2400" spc="-289" dirty="0">
              <a:latin typeface="Trebuchet MS" panose="020B0603020202020204" pitchFamily="34" charset="0"/>
              <a:cs typeface="Microsoft Sans Serif"/>
            </a:endParaRPr>
          </a:p>
          <a:p>
            <a:pPr marL="636270" lvl="1" indent="-170021">
              <a:buFontTx/>
              <a:buChar char="•"/>
              <a:tabLst>
                <a:tab pos="179546" algn="l"/>
              </a:tabLst>
              <a:defRPr/>
            </a:pPr>
            <a:r>
              <a:rPr lang="en-US" sz="2400" dirty="0">
                <a:latin typeface="Trebuchet MS" panose="020B0603020202020204" pitchFamily="34" charset="0"/>
                <a:cs typeface="Arial"/>
              </a:rPr>
              <a:t>System is offline 2x as often!</a:t>
            </a:r>
          </a:p>
          <a:p>
            <a:pPr marL="216694" indent="-207169">
              <a:buFontTx/>
              <a:buChar char="•"/>
              <a:tabLst>
                <a:tab pos="216694" algn="l"/>
              </a:tabLst>
              <a:defRPr/>
            </a:pPr>
            <a:r>
              <a:rPr sz="2400" spc="-135" dirty="0">
                <a:latin typeface="Trebuchet MS" panose="020B0603020202020204" pitchFamily="34" charset="0"/>
                <a:cs typeface="Microsoft Sans Serif"/>
              </a:rPr>
              <a:t>Server</a:t>
            </a:r>
            <a:r>
              <a:rPr sz="2400" spc="26" dirty="0">
                <a:latin typeface="Trebuchet MS" panose="020B0603020202020204" pitchFamily="34" charset="0"/>
                <a:cs typeface="Microsoft Sans Serif"/>
              </a:rPr>
              <a:t> </a:t>
            </a:r>
            <a:r>
              <a:rPr sz="2400" spc="-116" dirty="0">
                <a:latin typeface="Trebuchet MS" panose="020B0603020202020204" pitchFamily="34" charset="0"/>
                <a:cs typeface="Microsoft Sans Serif"/>
              </a:rPr>
              <a:t>pair</a:t>
            </a:r>
            <a:r>
              <a:rPr sz="2400" spc="26" dirty="0">
                <a:latin typeface="Trebuchet MS" panose="020B0603020202020204" pitchFamily="34" charset="0"/>
                <a:cs typeface="Microsoft Sans Serif"/>
              </a:rPr>
              <a:t> </a:t>
            </a:r>
            <a:r>
              <a:rPr sz="2400" spc="-45" dirty="0">
                <a:latin typeface="Trebuchet MS" panose="020B0603020202020204" pitchFamily="34" charset="0"/>
                <a:cs typeface="Microsoft Sans Serif"/>
              </a:rPr>
              <a:t>for</a:t>
            </a:r>
            <a:r>
              <a:rPr sz="2400" spc="26" dirty="0">
                <a:latin typeface="Trebuchet MS" panose="020B0603020202020204" pitchFamily="34" charset="0"/>
                <a:cs typeface="Microsoft Sans Serif"/>
              </a:rPr>
              <a:t> </a:t>
            </a:r>
            <a:r>
              <a:rPr sz="2400" spc="-191" dirty="0">
                <a:latin typeface="Trebuchet MS" panose="020B0603020202020204" pitchFamily="34" charset="0"/>
                <a:cs typeface="Microsoft Sans Serif"/>
              </a:rPr>
              <a:t>each</a:t>
            </a:r>
            <a:r>
              <a:rPr sz="2400" spc="23" dirty="0">
                <a:latin typeface="Trebuchet MS" panose="020B0603020202020204" pitchFamily="34" charset="0"/>
                <a:cs typeface="Microsoft Sans Serif"/>
              </a:rPr>
              <a:t> </a:t>
            </a:r>
            <a:r>
              <a:rPr sz="2400" spc="-161" dirty="0">
                <a:latin typeface="Trebuchet MS" panose="020B0603020202020204" pitchFamily="34" charset="0"/>
                <a:cs typeface="Microsoft Sans Serif"/>
              </a:rPr>
              <a:t>social</a:t>
            </a:r>
            <a:r>
              <a:rPr sz="2400" spc="23" dirty="0">
                <a:latin typeface="Trebuchet MS" panose="020B0603020202020204" pitchFamily="34" charset="0"/>
                <a:cs typeface="Microsoft Sans Serif"/>
              </a:rPr>
              <a:t> </a:t>
            </a:r>
            <a:r>
              <a:rPr sz="2400" spc="-113" dirty="0">
                <a:latin typeface="Trebuchet MS" panose="020B0603020202020204" pitchFamily="34" charset="0"/>
                <a:cs typeface="Microsoft Sans Serif"/>
              </a:rPr>
              <a:t>community</a:t>
            </a:r>
            <a:endParaRPr lang="en-US" sz="2400" spc="-113" dirty="0">
              <a:latin typeface="Trebuchet MS" panose="020B0603020202020204" pitchFamily="34" charset="0"/>
              <a:cs typeface="Microsoft Sans Serif"/>
            </a:endParaRPr>
          </a:p>
          <a:p>
            <a:pPr marL="673894" lvl="1" indent="-207169">
              <a:buFontTx/>
              <a:buChar char="•"/>
              <a:tabLst>
                <a:tab pos="216694" algn="l"/>
              </a:tabLst>
              <a:defRPr/>
            </a:pPr>
            <a:r>
              <a:rPr lang="en-US" sz="2400" dirty="0">
                <a:latin typeface="Trebuchet MS" panose="020B0603020202020204" pitchFamily="34" charset="0"/>
                <a:cs typeface="Microsoft Sans Serif"/>
              </a:rPr>
              <a:t>E.g., school or college </a:t>
            </a:r>
          </a:p>
          <a:p>
            <a:pPr marL="673894" lvl="1" indent="-207169">
              <a:buFontTx/>
              <a:buChar char="•"/>
              <a:tabLst>
                <a:tab pos="216694" algn="l"/>
              </a:tabLst>
              <a:defRPr/>
            </a:pPr>
            <a:r>
              <a:rPr lang="en-US" sz="2400" dirty="0">
                <a:latin typeface="Trebuchet MS" panose="020B0603020202020204" pitchFamily="34" charset="0"/>
                <a:cs typeface="Microsoft Sans Serif"/>
              </a:rPr>
              <a:t>What if server fails? </a:t>
            </a:r>
          </a:p>
          <a:p>
            <a:pPr marL="673894" lvl="1" indent="-207169">
              <a:buFontTx/>
              <a:buChar char="•"/>
              <a:tabLst>
                <a:tab pos="216694" algn="l"/>
              </a:tabLst>
              <a:defRPr/>
            </a:pPr>
            <a:r>
              <a:rPr lang="en-US" sz="2400" dirty="0">
                <a:latin typeface="Trebuchet MS" panose="020B0603020202020204" pitchFamily="34" charset="0"/>
                <a:cs typeface="Microsoft Sans Serif"/>
              </a:rPr>
              <a:t>What if friends cross servers?</a:t>
            </a:r>
            <a:endParaRPr sz="2400" dirty="0">
              <a:latin typeface="Trebuchet MS" panose="020B0603020202020204" pitchFamily="34" charset="0"/>
              <a:cs typeface="Microsoft Sans Serif"/>
            </a:endParaRPr>
          </a:p>
        </p:txBody>
      </p:sp>
      <p:sp>
        <p:nvSpPr>
          <p:cNvPr id="4" name="object 2">
            <a:extLst>
              <a:ext uri="{FF2B5EF4-FFF2-40B4-BE49-F238E27FC236}">
                <a16:creationId xmlns:a16="http://schemas.microsoft.com/office/drawing/2014/main" id="{EEAE9DAE-FDBE-D292-6128-F318A21D6576}"/>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Example: scaling up Facebook</a:t>
            </a:r>
            <a:endParaRPr lang="en-US" sz="2800" kern="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C28F977-10F2-D76D-7461-82FDC0110FE3}"/>
              </a:ext>
            </a:extLst>
          </p:cNvPr>
          <p:cNvSpPr txBox="1">
            <a:spLocks noGrp="1"/>
          </p:cNvSpPr>
          <p:nvPr>
            <p:ph type="title"/>
          </p:nvPr>
        </p:nvSpPr>
        <p:spPr>
          <a:xfrm>
            <a:off x="1028700" y="521494"/>
            <a:ext cx="6743700" cy="517449"/>
          </a:xfrm>
        </p:spPr>
        <p:txBody>
          <a:bodyPr wrap="square" lIns="0" tIns="9525" rIns="0" bIns="0" rtlCol="0">
            <a:spAutoFit/>
          </a:bodyPr>
          <a:lstStyle/>
          <a:p>
            <a:pPr marL="9525">
              <a:spcBef>
                <a:spcPts val="75"/>
              </a:spcBef>
              <a:defRPr/>
            </a:pPr>
            <a:r>
              <a:rPr sz="3300" spc="-334" dirty="0"/>
              <a:t>Ex</a:t>
            </a:r>
            <a:r>
              <a:rPr sz="3300" spc="-323" dirty="0"/>
              <a:t>a</a:t>
            </a:r>
            <a:r>
              <a:rPr sz="3300" spc="-210" dirty="0"/>
              <a:t>m</a:t>
            </a:r>
            <a:r>
              <a:rPr sz="3300" spc="-143" dirty="0"/>
              <a:t>p</a:t>
            </a:r>
            <a:r>
              <a:rPr sz="3300" spc="-60" dirty="0"/>
              <a:t>l</a:t>
            </a:r>
            <a:r>
              <a:rPr sz="3300" spc="-255" dirty="0"/>
              <a:t>e</a:t>
            </a:r>
            <a:r>
              <a:rPr sz="3300" spc="-195" dirty="0"/>
              <a:t>:</a:t>
            </a:r>
            <a:r>
              <a:rPr sz="3300" spc="-330" dirty="0"/>
              <a:t> </a:t>
            </a:r>
            <a:r>
              <a:rPr sz="3300" spc="-390" dirty="0"/>
              <a:t>s</a:t>
            </a:r>
            <a:r>
              <a:rPr sz="3300" spc="-210" dirty="0"/>
              <a:t>c</a:t>
            </a:r>
            <a:r>
              <a:rPr sz="3300" spc="-431" dirty="0"/>
              <a:t>a</a:t>
            </a:r>
            <a:r>
              <a:rPr sz="3300" spc="-15" dirty="0"/>
              <a:t>li</a:t>
            </a:r>
            <a:r>
              <a:rPr sz="3300" spc="-307" dirty="0"/>
              <a:t>ng</a:t>
            </a:r>
            <a:r>
              <a:rPr sz="3300" spc="-4" dirty="0"/>
              <a:t> </a:t>
            </a:r>
            <a:r>
              <a:rPr sz="3300" spc="-188" dirty="0"/>
              <a:t>up</a:t>
            </a:r>
            <a:r>
              <a:rPr sz="3300" dirty="0"/>
              <a:t> </a:t>
            </a:r>
            <a:r>
              <a:rPr sz="3300" spc="-472" dirty="0"/>
              <a:t>F</a:t>
            </a:r>
            <a:r>
              <a:rPr sz="3300" spc="-431" dirty="0"/>
              <a:t>a</a:t>
            </a:r>
            <a:r>
              <a:rPr sz="3300" spc="-210" dirty="0"/>
              <a:t>c</a:t>
            </a:r>
            <a:r>
              <a:rPr sz="3300" spc="-255" dirty="0"/>
              <a:t>e</a:t>
            </a:r>
            <a:r>
              <a:rPr sz="3300" spc="-101" dirty="0"/>
              <a:t>b</a:t>
            </a:r>
            <a:r>
              <a:rPr sz="3300" spc="-105" dirty="0"/>
              <a:t>o</a:t>
            </a:r>
            <a:r>
              <a:rPr sz="3300" spc="-19" dirty="0"/>
              <a:t>o</a:t>
            </a:r>
            <a:r>
              <a:rPr sz="3300" spc="-71" dirty="0"/>
              <a:t>k</a:t>
            </a:r>
            <a:endParaRPr sz="3300"/>
          </a:p>
        </p:txBody>
      </p:sp>
      <p:sp>
        <p:nvSpPr>
          <p:cNvPr id="3" name="object 3">
            <a:extLst>
              <a:ext uri="{FF2B5EF4-FFF2-40B4-BE49-F238E27FC236}">
                <a16:creationId xmlns:a16="http://schemas.microsoft.com/office/drawing/2014/main" id="{1608C0EE-6C4A-CBBC-60F7-1914B3853C41}"/>
              </a:ext>
            </a:extLst>
          </p:cNvPr>
          <p:cNvSpPr txBox="1"/>
          <p:nvPr/>
        </p:nvSpPr>
        <p:spPr>
          <a:xfrm>
            <a:off x="1346596" y="1385888"/>
            <a:ext cx="7721203" cy="2769348"/>
          </a:xfrm>
          <a:prstGeom prst="rect">
            <a:avLst/>
          </a:prstGeom>
        </p:spPr>
        <p:txBody>
          <a:bodyPr wrap="square" lIns="0" tIns="9525" rIns="0" bIns="0">
            <a:spAutoFit/>
          </a:bodyPr>
          <a:lstStyle/>
          <a:p>
            <a:pPr marL="180975" indent="-171450">
              <a:lnSpc>
                <a:spcPts val="2509"/>
              </a:lnSpc>
              <a:spcBef>
                <a:spcPts val="75"/>
              </a:spcBef>
              <a:buFont typeface="Arial MT"/>
              <a:buChar char="•"/>
              <a:tabLst>
                <a:tab pos="180975" algn="l"/>
              </a:tabLst>
              <a:defRPr/>
            </a:pPr>
            <a:r>
              <a:rPr sz="2400" spc="-341" dirty="0">
                <a:latin typeface="Trebuchet MS" panose="020B0603020202020204" pitchFamily="34" charset="0"/>
                <a:cs typeface="Microsoft Sans Serif"/>
              </a:rPr>
              <a:t>S</a:t>
            </a:r>
            <a:r>
              <a:rPr sz="2400" spc="-263" dirty="0">
                <a:latin typeface="Trebuchet MS" panose="020B0603020202020204" pitchFamily="34" charset="0"/>
                <a:cs typeface="Microsoft Sans Serif"/>
              </a:rPr>
              <a:t>c</a:t>
            </a:r>
            <a:r>
              <a:rPr sz="2400" spc="-270" dirty="0">
                <a:latin typeface="Trebuchet MS" panose="020B0603020202020204" pitchFamily="34" charset="0"/>
                <a:cs typeface="Microsoft Sans Serif"/>
              </a:rPr>
              <a:t>a</a:t>
            </a:r>
            <a:r>
              <a:rPr sz="2400" spc="-109" dirty="0">
                <a:latin typeface="Trebuchet MS" panose="020B0603020202020204" pitchFamily="34" charset="0"/>
                <a:cs typeface="Microsoft Sans Serif"/>
              </a:rPr>
              <a:t>l</a:t>
            </a:r>
            <a:r>
              <a:rPr sz="2400" spc="-255" dirty="0">
                <a:latin typeface="Trebuchet MS" panose="020B0603020202020204" pitchFamily="34" charset="0"/>
                <a:cs typeface="Microsoft Sans Serif"/>
              </a:rPr>
              <a:t>a</a:t>
            </a:r>
            <a:r>
              <a:rPr sz="2400" spc="-131" dirty="0">
                <a:latin typeface="Trebuchet MS" panose="020B0603020202020204" pitchFamily="34" charset="0"/>
                <a:cs typeface="Microsoft Sans Serif"/>
              </a:rPr>
              <a:t>b</a:t>
            </a:r>
            <a:r>
              <a:rPr sz="2400" spc="-79" dirty="0">
                <a:latin typeface="Trebuchet MS" panose="020B0603020202020204" pitchFamily="34" charset="0"/>
                <a:cs typeface="Microsoft Sans Serif"/>
              </a:rPr>
              <a:t>l</a:t>
            </a:r>
            <a:r>
              <a:rPr sz="2400" spc="-176" dirty="0">
                <a:latin typeface="Trebuchet MS" panose="020B0603020202020204" pitchFamily="34" charset="0"/>
                <a:cs typeface="Microsoft Sans Serif"/>
              </a:rPr>
              <a:t>e</a:t>
            </a:r>
            <a:r>
              <a:rPr sz="2400" spc="19" dirty="0">
                <a:latin typeface="Trebuchet MS" panose="020B0603020202020204" pitchFamily="34" charset="0"/>
                <a:cs typeface="Microsoft Sans Serif"/>
              </a:rPr>
              <a:t> </a:t>
            </a:r>
            <a:r>
              <a:rPr sz="2400" spc="-158" dirty="0">
                <a:latin typeface="Trebuchet MS" panose="020B0603020202020204" pitchFamily="34" charset="0"/>
                <a:cs typeface="Microsoft Sans Serif"/>
              </a:rPr>
              <a:t>n</a:t>
            </a:r>
            <a:r>
              <a:rPr sz="2400" spc="-139" dirty="0">
                <a:latin typeface="Trebuchet MS" panose="020B0603020202020204" pitchFamily="34" charset="0"/>
                <a:cs typeface="Microsoft Sans Serif"/>
              </a:rPr>
              <a:t>u</a:t>
            </a:r>
            <a:r>
              <a:rPr sz="2400" spc="-131" dirty="0">
                <a:latin typeface="Trebuchet MS" panose="020B0603020202020204" pitchFamily="34" charset="0"/>
                <a:cs typeface="Microsoft Sans Serif"/>
              </a:rPr>
              <a:t>m</a:t>
            </a:r>
            <a:r>
              <a:rPr sz="2400" spc="-101" dirty="0">
                <a:latin typeface="Trebuchet MS" panose="020B0603020202020204" pitchFamily="34" charset="0"/>
                <a:cs typeface="Microsoft Sans Serif"/>
              </a:rPr>
              <a:t>b</a:t>
            </a:r>
            <a:r>
              <a:rPr sz="2400" spc="-169" dirty="0">
                <a:latin typeface="Trebuchet MS" panose="020B0603020202020204" pitchFamily="34" charset="0"/>
                <a:cs typeface="Microsoft Sans Serif"/>
              </a:rPr>
              <a:t>e</a:t>
            </a:r>
            <a:r>
              <a:rPr sz="2400" dirty="0">
                <a:latin typeface="Trebuchet MS" panose="020B0603020202020204" pitchFamily="34" charset="0"/>
                <a:cs typeface="Microsoft Sans Serif"/>
              </a:rPr>
              <a:t>r</a:t>
            </a:r>
            <a:r>
              <a:rPr sz="2400" spc="26" dirty="0">
                <a:latin typeface="Trebuchet MS" panose="020B0603020202020204" pitchFamily="34" charset="0"/>
                <a:cs typeface="Microsoft Sans Serif"/>
              </a:rPr>
              <a:t> </a:t>
            </a:r>
            <a:r>
              <a:rPr sz="2400" spc="-38" dirty="0">
                <a:latin typeface="Trebuchet MS" panose="020B0603020202020204" pitchFamily="34" charset="0"/>
                <a:cs typeface="Microsoft Sans Serif"/>
              </a:rPr>
              <a:t>o</a:t>
            </a:r>
            <a:r>
              <a:rPr sz="2400" spc="-83" dirty="0">
                <a:latin typeface="Trebuchet MS" panose="020B0603020202020204" pitchFamily="34" charset="0"/>
                <a:cs typeface="Microsoft Sans Serif"/>
              </a:rPr>
              <a:t>f</a:t>
            </a:r>
            <a:r>
              <a:rPr sz="2400" spc="23" dirty="0">
                <a:latin typeface="Trebuchet MS" panose="020B0603020202020204" pitchFamily="34" charset="0"/>
                <a:cs typeface="Microsoft Sans Serif"/>
              </a:rPr>
              <a:t> </a:t>
            </a:r>
            <a:r>
              <a:rPr sz="2400" spc="-83" dirty="0">
                <a:latin typeface="Trebuchet MS" panose="020B0603020202020204" pitchFamily="34" charset="0"/>
                <a:cs typeface="Microsoft Sans Serif"/>
              </a:rPr>
              <a:t>f</a:t>
            </a:r>
            <a:r>
              <a:rPr sz="2400" dirty="0">
                <a:latin typeface="Trebuchet MS" panose="020B0603020202020204" pitchFamily="34" charset="0"/>
                <a:cs typeface="Microsoft Sans Serif"/>
              </a:rPr>
              <a:t>r</a:t>
            </a:r>
            <a:r>
              <a:rPr sz="2400" spc="-38" dirty="0">
                <a:latin typeface="Trebuchet MS" panose="020B0603020202020204" pitchFamily="34" charset="0"/>
                <a:cs typeface="Microsoft Sans Serif"/>
              </a:rPr>
              <a:t>o</a:t>
            </a:r>
            <a:r>
              <a:rPr sz="2400" spc="-139" dirty="0">
                <a:latin typeface="Trebuchet MS" panose="020B0603020202020204" pitchFamily="34" charset="0"/>
                <a:cs typeface="Microsoft Sans Serif"/>
              </a:rPr>
              <a:t>n</a:t>
            </a:r>
            <a:r>
              <a:rPr sz="2400" spc="60" dirty="0">
                <a:latin typeface="Trebuchet MS" panose="020B0603020202020204" pitchFamily="34" charset="0"/>
                <a:cs typeface="Microsoft Sans Serif"/>
              </a:rPr>
              <a:t>t</a:t>
            </a:r>
            <a:r>
              <a:rPr sz="2400" spc="-49" dirty="0">
                <a:latin typeface="Trebuchet MS" panose="020B0603020202020204" pitchFamily="34" charset="0"/>
                <a:cs typeface="Microsoft Sans Serif"/>
              </a:rPr>
              <a:t>-</a:t>
            </a:r>
            <a:r>
              <a:rPr sz="2400" spc="-158" dirty="0">
                <a:latin typeface="Trebuchet MS" panose="020B0603020202020204" pitchFamily="34" charset="0"/>
                <a:cs typeface="Microsoft Sans Serif"/>
              </a:rPr>
              <a:t>e</a:t>
            </a:r>
            <a:r>
              <a:rPr sz="2400" spc="-153" dirty="0">
                <a:latin typeface="Trebuchet MS" panose="020B0603020202020204" pitchFamily="34" charset="0"/>
                <a:cs typeface="Microsoft Sans Serif"/>
              </a:rPr>
              <a:t>n</a:t>
            </a:r>
            <a:r>
              <a:rPr sz="2400" spc="-98" dirty="0">
                <a:latin typeface="Trebuchet MS" panose="020B0603020202020204" pitchFamily="34" charset="0"/>
                <a:cs typeface="Microsoft Sans Serif"/>
              </a:rPr>
              <a:t>d</a:t>
            </a:r>
            <a:r>
              <a:rPr sz="2400" spc="19" dirty="0">
                <a:latin typeface="Trebuchet MS" panose="020B0603020202020204" pitchFamily="34" charset="0"/>
                <a:cs typeface="Microsoft Sans Serif"/>
              </a:rPr>
              <a:t> </a:t>
            </a:r>
            <a:r>
              <a:rPr sz="2400" spc="-60" dirty="0">
                <a:latin typeface="Trebuchet MS" panose="020B0603020202020204" pitchFamily="34" charset="0"/>
                <a:cs typeface="Microsoft Sans Serif"/>
              </a:rPr>
              <a:t>w</a:t>
            </a:r>
            <a:r>
              <a:rPr sz="2400" spc="-135" dirty="0">
                <a:latin typeface="Trebuchet MS" panose="020B0603020202020204" pitchFamily="34" charset="0"/>
                <a:cs typeface="Microsoft Sans Serif"/>
              </a:rPr>
              <a:t>e</a:t>
            </a:r>
            <a:r>
              <a:rPr sz="2400" spc="-131" dirty="0">
                <a:latin typeface="Trebuchet MS" panose="020B0603020202020204" pitchFamily="34" charset="0"/>
                <a:cs typeface="Microsoft Sans Serif"/>
              </a:rPr>
              <a:t>b</a:t>
            </a:r>
            <a:r>
              <a:rPr sz="2400" spc="19" dirty="0">
                <a:latin typeface="Trebuchet MS" panose="020B0603020202020204" pitchFamily="34" charset="0"/>
                <a:cs typeface="Microsoft Sans Serif"/>
              </a:rPr>
              <a:t> </a:t>
            </a:r>
            <a:r>
              <a:rPr sz="2400" spc="-184" dirty="0">
                <a:latin typeface="Trebuchet MS" panose="020B0603020202020204" pitchFamily="34" charset="0"/>
                <a:cs typeface="Microsoft Sans Serif"/>
              </a:rPr>
              <a:t>se</a:t>
            </a:r>
            <a:r>
              <a:rPr sz="2400" spc="34" dirty="0">
                <a:latin typeface="Trebuchet MS" panose="020B0603020202020204" pitchFamily="34" charset="0"/>
                <a:cs typeface="Microsoft Sans Serif"/>
              </a:rPr>
              <a:t>r</a:t>
            </a:r>
            <a:r>
              <a:rPr sz="2400" spc="-188" dirty="0">
                <a:latin typeface="Trebuchet MS" panose="020B0603020202020204" pitchFamily="34" charset="0"/>
                <a:cs typeface="Microsoft Sans Serif"/>
              </a:rPr>
              <a:t>v</a:t>
            </a:r>
            <a:r>
              <a:rPr sz="2400" spc="-109" dirty="0">
                <a:latin typeface="Trebuchet MS" panose="020B0603020202020204" pitchFamily="34" charset="0"/>
                <a:cs typeface="Microsoft Sans Serif"/>
              </a:rPr>
              <a:t>e</a:t>
            </a:r>
            <a:r>
              <a:rPr sz="2400" spc="23" dirty="0">
                <a:latin typeface="Trebuchet MS" panose="020B0603020202020204" pitchFamily="34" charset="0"/>
                <a:cs typeface="Microsoft Sans Serif"/>
              </a:rPr>
              <a:t>r</a:t>
            </a:r>
            <a:r>
              <a:rPr sz="2400" spc="-266" dirty="0">
                <a:latin typeface="Trebuchet MS" panose="020B0603020202020204" pitchFamily="34" charset="0"/>
                <a:cs typeface="Microsoft Sans Serif"/>
              </a:rPr>
              <a:t>s.</a:t>
            </a:r>
            <a:endParaRPr sz="2400" dirty="0">
              <a:latin typeface="Trebuchet MS" panose="020B0603020202020204" pitchFamily="34" charset="0"/>
              <a:cs typeface="Microsoft Sans Serif"/>
            </a:endParaRPr>
          </a:p>
          <a:p>
            <a:pPr marL="523875" lvl="1" indent="-171450">
              <a:lnSpc>
                <a:spcPts val="2509"/>
              </a:lnSpc>
              <a:buFont typeface="Arial MT"/>
              <a:buChar char="•"/>
              <a:tabLst>
                <a:tab pos="523875" algn="l"/>
              </a:tabLst>
              <a:defRPr/>
            </a:pPr>
            <a:r>
              <a:rPr sz="2400" spc="-263" dirty="0">
                <a:latin typeface="Trebuchet MS" panose="020B0603020202020204" pitchFamily="34" charset="0"/>
                <a:cs typeface="Microsoft Sans Serif"/>
              </a:rPr>
              <a:t>S</a:t>
            </a:r>
            <a:r>
              <a:rPr sz="2400" spc="-109" dirty="0">
                <a:latin typeface="Trebuchet MS" panose="020B0603020202020204" pitchFamily="34" charset="0"/>
                <a:cs typeface="Microsoft Sans Serif"/>
              </a:rPr>
              <a:t>t</a:t>
            </a:r>
            <a:r>
              <a:rPr sz="2400" spc="-270" dirty="0">
                <a:latin typeface="Trebuchet MS" panose="020B0603020202020204" pitchFamily="34" charset="0"/>
                <a:cs typeface="Microsoft Sans Serif"/>
              </a:rPr>
              <a:t>a</a:t>
            </a:r>
            <a:r>
              <a:rPr sz="2400" spc="53" dirty="0">
                <a:latin typeface="Trebuchet MS" panose="020B0603020202020204" pitchFamily="34" charset="0"/>
                <a:cs typeface="Microsoft Sans Serif"/>
              </a:rPr>
              <a:t>t</a:t>
            </a:r>
            <a:r>
              <a:rPr sz="2400" spc="-169" dirty="0">
                <a:latin typeface="Trebuchet MS" panose="020B0603020202020204" pitchFamily="34" charset="0"/>
                <a:cs typeface="Microsoft Sans Serif"/>
              </a:rPr>
              <a:t>e</a:t>
            </a:r>
            <a:r>
              <a:rPr sz="2400" spc="-127" dirty="0">
                <a:latin typeface="Trebuchet MS" panose="020B0603020202020204" pitchFamily="34" charset="0"/>
                <a:cs typeface="Microsoft Sans Serif"/>
              </a:rPr>
              <a:t>le</a:t>
            </a:r>
            <a:r>
              <a:rPr sz="2400" spc="-311" dirty="0">
                <a:latin typeface="Trebuchet MS" panose="020B0603020202020204" pitchFamily="34" charset="0"/>
                <a:cs typeface="Microsoft Sans Serif"/>
              </a:rPr>
              <a:t>ss</a:t>
            </a:r>
            <a:r>
              <a:rPr sz="2400" spc="-214" dirty="0">
                <a:latin typeface="Trebuchet MS" panose="020B0603020202020204" pitchFamily="34" charset="0"/>
                <a:cs typeface="Microsoft Sans Serif"/>
              </a:rPr>
              <a:t>:</a:t>
            </a:r>
            <a:r>
              <a:rPr sz="2400" spc="-143" dirty="0">
                <a:latin typeface="Trebuchet MS" panose="020B0603020202020204" pitchFamily="34" charset="0"/>
                <a:cs typeface="Microsoft Sans Serif"/>
              </a:rPr>
              <a:t> </a:t>
            </a:r>
            <a:r>
              <a:rPr sz="2400" spc="-79" dirty="0">
                <a:latin typeface="Trebuchet MS" panose="020B0603020202020204" pitchFamily="34" charset="0"/>
                <a:cs typeface="Microsoft Sans Serif"/>
              </a:rPr>
              <a:t>i</a:t>
            </a:r>
            <a:r>
              <a:rPr sz="2400" spc="-90" dirty="0">
                <a:latin typeface="Trebuchet MS" panose="020B0603020202020204" pitchFamily="34" charset="0"/>
                <a:cs typeface="Microsoft Sans Serif"/>
              </a:rPr>
              <a:t>f</a:t>
            </a:r>
            <a:r>
              <a:rPr sz="2400" spc="23" dirty="0">
                <a:latin typeface="Trebuchet MS" panose="020B0603020202020204" pitchFamily="34" charset="0"/>
                <a:cs typeface="Microsoft Sans Serif"/>
              </a:rPr>
              <a:t> </a:t>
            </a:r>
            <a:r>
              <a:rPr sz="2400" spc="-184" dirty="0">
                <a:latin typeface="Trebuchet MS" panose="020B0603020202020204" pitchFamily="34" charset="0"/>
                <a:cs typeface="Microsoft Sans Serif"/>
              </a:rPr>
              <a:t>c</a:t>
            </a:r>
            <a:r>
              <a:rPr sz="2400" spc="53" dirty="0">
                <a:latin typeface="Trebuchet MS" panose="020B0603020202020204" pitchFamily="34" charset="0"/>
                <a:cs typeface="Microsoft Sans Serif"/>
              </a:rPr>
              <a:t>r</a:t>
            </a:r>
            <a:r>
              <a:rPr sz="2400" spc="-270" dirty="0">
                <a:latin typeface="Trebuchet MS" panose="020B0603020202020204" pitchFamily="34" charset="0"/>
                <a:cs typeface="Microsoft Sans Serif"/>
              </a:rPr>
              <a:t>a</a:t>
            </a:r>
            <a:r>
              <a:rPr sz="2400" spc="-311" dirty="0">
                <a:latin typeface="Trebuchet MS" panose="020B0603020202020204" pitchFamily="34" charset="0"/>
                <a:cs typeface="Microsoft Sans Serif"/>
              </a:rPr>
              <a:t>s</a:t>
            </a:r>
            <a:r>
              <a:rPr sz="2400" spc="-139" dirty="0">
                <a:latin typeface="Trebuchet MS" panose="020B0603020202020204" pitchFamily="34" charset="0"/>
                <a:cs typeface="Microsoft Sans Serif"/>
              </a:rPr>
              <a:t>h</a:t>
            </a:r>
            <a:r>
              <a:rPr sz="2400" spc="23" dirty="0">
                <a:latin typeface="Trebuchet MS" panose="020B0603020202020204" pitchFamily="34" charset="0"/>
                <a:cs typeface="Microsoft Sans Serif"/>
              </a:rPr>
              <a:t> </a:t>
            </a:r>
            <a:r>
              <a:rPr sz="2400" spc="-184" dirty="0">
                <a:latin typeface="Trebuchet MS" panose="020B0603020202020204" pitchFamily="34" charset="0"/>
                <a:cs typeface="Microsoft Sans Serif"/>
              </a:rPr>
              <a:t>c</a:t>
            </a:r>
            <a:r>
              <a:rPr sz="2400" spc="-270" dirty="0">
                <a:latin typeface="Trebuchet MS" panose="020B0603020202020204" pitchFamily="34" charset="0"/>
                <a:cs typeface="Microsoft Sans Serif"/>
              </a:rPr>
              <a:t>a</a:t>
            </a:r>
            <a:r>
              <a:rPr sz="2400" spc="-139" dirty="0">
                <a:latin typeface="Trebuchet MS" panose="020B0603020202020204" pitchFamily="34" charset="0"/>
                <a:cs typeface="Microsoft Sans Serif"/>
              </a:rPr>
              <a:t>n</a:t>
            </a:r>
            <a:r>
              <a:rPr sz="2400" spc="23" dirty="0">
                <a:latin typeface="Trebuchet MS" panose="020B0603020202020204" pitchFamily="34" charset="0"/>
                <a:cs typeface="Microsoft Sans Serif"/>
              </a:rPr>
              <a:t> </a:t>
            </a:r>
            <a:r>
              <a:rPr sz="2400" dirty="0">
                <a:latin typeface="Trebuchet MS" panose="020B0603020202020204" pitchFamily="34" charset="0"/>
                <a:cs typeface="Microsoft Sans Serif"/>
              </a:rPr>
              <a:t>r</a:t>
            </a:r>
            <a:r>
              <a:rPr sz="2400" spc="-169" dirty="0">
                <a:latin typeface="Trebuchet MS" panose="020B0603020202020204" pitchFamily="34" charset="0"/>
                <a:cs typeface="Microsoft Sans Serif"/>
              </a:rPr>
              <a:t>e</a:t>
            </a:r>
            <a:r>
              <a:rPr sz="2400" spc="-184" dirty="0">
                <a:latin typeface="Trebuchet MS" panose="020B0603020202020204" pitchFamily="34" charset="0"/>
                <a:cs typeface="Microsoft Sans Serif"/>
              </a:rPr>
              <a:t>c</a:t>
            </a:r>
            <a:r>
              <a:rPr sz="2400" spc="-38" dirty="0">
                <a:latin typeface="Trebuchet MS" panose="020B0603020202020204" pitchFamily="34" charset="0"/>
                <a:cs typeface="Microsoft Sans Serif"/>
              </a:rPr>
              <a:t>o</a:t>
            </a:r>
            <a:r>
              <a:rPr sz="2400" spc="-139" dirty="0">
                <a:latin typeface="Trebuchet MS" panose="020B0603020202020204" pitchFamily="34" charset="0"/>
                <a:cs typeface="Microsoft Sans Serif"/>
              </a:rPr>
              <a:t>nn</a:t>
            </a:r>
            <a:r>
              <a:rPr sz="2400" spc="-169" dirty="0">
                <a:latin typeface="Trebuchet MS" panose="020B0603020202020204" pitchFamily="34" charset="0"/>
                <a:cs typeface="Microsoft Sans Serif"/>
              </a:rPr>
              <a:t>e</a:t>
            </a:r>
            <a:r>
              <a:rPr sz="2400" spc="-184" dirty="0">
                <a:latin typeface="Trebuchet MS" panose="020B0603020202020204" pitchFamily="34" charset="0"/>
                <a:cs typeface="Microsoft Sans Serif"/>
              </a:rPr>
              <a:t>c</a:t>
            </a:r>
            <a:r>
              <a:rPr sz="2400" spc="49" dirty="0">
                <a:latin typeface="Trebuchet MS" panose="020B0603020202020204" pitchFamily="34" charset="0"/>
                <a:cs typeface="Microsoft Sans Serif"/>
              </a:rPr>
              <a:t>t</a:t>
            </a:r>
            <a:r>
              <a:rPr sz="2400" spc="26" dirty="0">
                <a:latin typeface="Trebuchet MS" panose="020B0603020202020204" pitchFamily="34" charset="0"/>
                <a:cs typeface="Microsoft Sans Serif"/>
              </a:rPr>
              <a:t> </a:t>
            </a:r>
            <a:r>
              <a:rPr sz="2400" spc="-139" dirty="0">
                <a:latin typeface="Trebuchet MS" panose="020B0603020202020204" pitchFamily="34" charset="0"/>
                <a:cs typeface="Microsoft Sans Serif"/>
              </a:rPr>
              <a:t>u</a:t>
            </a:r>
            <a:r>
              <a:rPr sz="2400" spc="-311" dirty="0">
                <a:latin typeface="Trebuchet MS" panose="020B0603020202020204" pitchFamily="34" charset="0"/>
                <a:cs typeface="Microsoft Sans Serif"/>
              </a:rPr>
              <a:t>s</a:t>
            </a:r>
            <a:r>
              <a:rPr sz="2400" spc="-169" dirty="0">
                <a:latin typeface="Trebuchet MS" panose="020B0603020202020204" pitchFamily="34" charset="0"/>
                <a:cs typeface="Microsoft Sans Serif"/>
              </a:rPr>
              <a:t>e</a:t>
            </a:r>
            <a:r>
              <a:rPr sz="2400" dirty="0">
                <a:latin typeface="Trebuchet MS" panose="020B0603020202020204" pitchFamily="34" charset="0"/>
                <a:cs typeface="Microsoft Sans Serif"/>
              </a:rPr>
              <a:t>r</a:t>
            </a:r>
            <a:r>
              <a:rPr sz="2400" spc="26" dirty="0">
                <a:latin typeface="Trebuchet MS" panose="020B0603020202020204" pitchFamily="34" charset="0"/>
                <a:cs typeface="Microsoft Sans Serif"/>
              </a:rPr>
              <a:t> </a:t>
            </a:r>
            <a:r>
              <a:rPr sz="2400" spc="53" dirty="0">
                <a:latin typeface="Trebuchet MS" panose="020B0603020202020204" pitchFamily="34" charset="0"/>
                <a:cs typeface="Microsoft Sans Serif"/>
              </a:rPr>
              <a:t>t</a:t>
            </a:r>
            <a:r>
              <a:rPr sz="2400" spc="-30" dirty="0">
                <a:latin typeface="Trebuchet MS" panose="020B0603020202020204" pitchFamily="34" charset="0"/>
                <a:cs typeface="Microsoft Sans Serif"/>
              </a:rPr>
              <a:t>o</a:t>
            </a:r>
            <a:r>
              <a:rPr sz="2400" spc="15" dirty="0">
                <a:latin typeface="Trebuchet MS" panose="020B0603020202020204" pitchFamily="34" charset="0"/>
                <a:cs typeface="Microsoft Sans Serif"/>
              </a:rPr>
              <a:t> </a:t>
            </a:r>
            <a:r>
              <a:rPr sz="2400" spc="-270" dirty="0">
                <a:latin typeface="Trebuchet MS" panose="020B0603020202020204" pitchFamily="34" charset="0"/>
                <a:cs typeface="Microsoft Sans Serif"/>
              </a:rPr>
              <a:t>a</a:t>
            </a:r>
            <a:r>
              <a:rPr sz="2400" spc="-139" dirty="0">
                <a:latin typeface="Trebuchet MS" panose="020B0603020202020204" pitchFamily="34" charset="0"/>
                <a:cs typeface="Microsoft Sans Serif"/>
              </a:rPr>
              <a:t>n</a:t>
            </a:r>
            <a:r>
              <a:rPr sz="2400" spc="-38" dirty="0">
                <a:latin typeface="Trebuchet MS" panose="020B0603020202020204" pitchFamily="34" charset="0"/>
                <a:cs typeface="Microsoft Sans Serif"/>
              </a:rPr>
              <a:t>o</a:t>
            </a:r>
            <a:r>
              <a:rPr sz="2400" spc="53" dirty="0">
                <a:latin typeface="Trebuchet MS" panose="020B0603020202020204" pitchFamily="34" charset="0"/>
                <a:cs typeface="Microsoft Sans Serif"/>
              </a:rPr>
              <a:t>t</a:t>
            </a:r>
            <a:r>
              <a:rPr sz="2400" spc="-139" dirty="0">
                <a:latin typeface="Trebuchet MS" panose="020B0603020202020204" pitchFamily="34" charset="0"/>
                <a:cs typeface="Microsoft Sans Serif"/>
              </a:rPr>
              <a:t>h</a:t>
            </a:r>
            <a:r>
              <a:rPr sz="2400" spc="-169" dirty="0">
                <a:latin typeface="Trebuchet MS" panose="020B0603020202020204" pitchFamily="34" charset="0"/>
                <a:cs typeface="Microsoft Sans Serif"/>
              </a:rPr>
              <a:t>e</a:t>
            </a:r>
            <a:r>
              <a:rPr sz="2400" dirty="0">
                <a:latin typeface="Trebuchet MS" panose="020B0603020202020204" pitchFamily="34" charset="0"/>
                <a:cs typeface="Microsoft Sans Serif"/>
              </a:rPr>
              <a:t>r</a:t>
            </a:r>
            <a:r>
              <a:rPr sz="2400" spc="26" dirty="0">
                <a:latin typeface="Trebuchet MS" panose="020B0603020202020204" pitchFamily="34" charset="0"/>
                <a:cs typeface="Microsoft Sans Serif"/>
              </a:rPr>
              <a:t> </a:t>
            </a:r>
            <a:r>
              <a:rPr sz="2400" spc="-311" dirty="0">
                <a:latin typeface="Trebuchet MS" panose="020B0603020202020204" pitchFamily="34" charset="0"/>
                <a:cs typeface="Microsoft Sans Serif"/>
              </a:rPr>
              <a:t>s</a:t>
            </a:r>
            <a:r>
              <a:rPr sz="2400" spc="-169" dirty="0">
                <a:latin typeface="Trebuchet MS" panose="020B0603020202020204" pitchFamily="34" charset="0"/>
                <a:cs typeface="Microsoft Sans Serif"/>
              </a:rPr>
              <a:t>e</a:t>
            </a:r>
            <a:r>
              <a:rPr sz="2400" spc="146" dirty="0">
                <a:latin typeface="Trebuchet MS" panose="020B0603020202020204" pitchFamily="34" charset="0"/>
                <a:cs typeface="Microsoft Sans Serif"/>
              </a:rPr>
              <a:t>r</a:t>
            </a:r>
            <a:r>
              <a:rPr sz="2400" spc="-188" dirty="0">
                <a:latin typeface="Trebuchet MS" panose="020B0603020202020204" pitchFamily="34" charset="0"/>
                <a:cs typeface="Microsoft Sans Serif"/>
              </a:rPr>
              <a:t>v</a:t>
            </a:r>
            <a:r>
              <a:rPr sz="2400" spc="-169" dirty="0">
                <a:latin typeface="Trebuchet MS" panose="020B0603020202020204" pitchFamily="34" charset="0"/>
                <a:cs typeface="Microsoft Sans Serif"/>
              </a:rPr>
              <a:t>e</a:t>
            </a:r>
            <a:r>
              <a:rPr sz="2400" spc="-184" dirty="0">
                <a:latin typeface="Trebuchet MS" panose="020B0603020202020204" pitchFamily="34" charset="0"/>
                <a:cs typeface="Microsoft Sans Serif"/>
              </a:rPr>
              <a:t>r</a:t>
            </a:r>
            <a:r>
              <a:rPr sz="2400" spc="-214" dirty="0">
                <a:latin typeface="Trebuchet MS" panose="020B0603020202020204" pitchFamily="34" charset="0"/>
                <a:cs typeface="Microsoft Sans Serif"/>
              </a:rPr>
              <a:t>.</a:t>
            </a:r>
            <a:endParaRPr sz="2400" dirty="0">
              <a:latin typeface="Trebuchet MS" panose="020B0603020202020204" pitchFamily="34" charset="0"/>
              <a:cs typeface="Microsoft Sans Serif"/>
            </a:endParaRPr>
          </a:p>
          <a:p>
            <a:pPr marL="523875" lvl="1" indent="-171450">
              <a:spcBef>
                <a:spcPts val="4"/>
              </a:spcBef>
              <a:buFont typeface="Arial MT"/>
              <a:buChar char="•"/>
              <a:tabLst>
                <a:tab pos="523875" algn="l"/>
              </a:tabLst>
              <a:defRPr/>
            </a:pPr>
            <a:r>
              <a:rPr sz="2400" spc="-188" dirty="0">
                <a:latin typeface="Trebuchet MS" panose="020B0603020202020204" pitchFamily="34" charset="0"/>
                <a:cs typeface="Microsoft Sans Serif"/>
              </a:rPr>
              <a:t>Us</a:t>
            </a:r>
            <a:r>
              <a:rPr sz="2400" spc="-165" dirty="0">
                <a:latin typeface="Trebuchet MS" panose="020B0603020202020204" pitchFamily="34" charset="0"/>
                <a:cs typeface="Microsoft Sans Serif"/>
              </a:rPr>
              <a:t>e</a:t>
            </a:r>
            <a:r>
              <a:rPr sz="2400" spc="15" dirty="0">
                <a:latin typeface="Trebuchet MS" panose="020B0603020202020204" pitchFamily="34" charset="0"/>
                <a:cs typeface="Microsoft Sans Serif"/>
              </a:rPr>
              <a:t> </a:t>
            </a:r>
            <a:r>
              <a:rPr sz="2400" spc="-158" dirty="0">
                <a:latin typeface="Trebuchet MS" panose="020B0603020202020204" pitchFamily="34" charset="0"/>
                <a:cs typeface="Microsoft Sans Serif"/>
              </a:rPr>
              <a:t>v</a:t>
            </a:r>
            <a:r>
              <a:rPr sz="2400" spc="-274" dirty="0">
                <a:latin typeface="Trebuchet MS" panose="020B0603020202020204" pitchFamily="34" charset="0"/>
                <a:cs typeface="Microsoft Sans Serif"/>
              </a:rPr>
              <a:t>a</a:t>
            </a:r>
            <a:r>
              <a:rPr sz="2400" spc="53" dirty="0">
                <a:latin typeface="Trebuchet MS" panose="020B0603020202020204" pitchFamily="34" charset="0"/>
                <a:cs typeface="Microsoft Sans Serif"/>
              </a:rPr>
              <a:t>r</a:t>
            </a:r>
            <a:r>
              <a:rPr sz="2400" spc="-90" dirty="0">
                <a:latin typeface="Trebuchet MS" panose="020B0603020202020204" pitchFamily="34" charset="0"/>
                <a:cs typeface="Microsoft Sans Serif"/>
              </a:rPr>
              <a:t>io</a:t>
            </a:r>
            <a:r>
              <a:rPr sz="2400" spc="-86" dirty="0">
                <a:latin typeface="Trebuchet MS" panose="020B0603020202020204" pitchFamily="34" charset="0"/>
                <a:cs typeface="Microsoft Sans Serif"/>
              </a:rPr>
              <a:t>u</a:t>
            </a:r>
            <a:r>
              <a:rPr sz="2400" spc="-307" dirty="0">
                <a:latin typeface="Trebuchet MS" panose="020B0603020202020204" pitchFamily="34" charset="0"/>
                <a:cs typeface="Microsoft Sans Serif"/>
              </a:rPr>
              <a:t>s</a:t>
            </a:r>
            <a:r>
              <a:rPr sz="2400" spc="19" dirty="0">
                <a:latin typeface="Trebuchet MS" panose="020B0603020202020204" pitchFamily="34" charset="0"/>
                <a:cs typeface="Microsoft Sans Serif"/>
              </a:rPr>
              <a:t> </a:t>
            </a:r>
            <a:r>
              <a:rPr sz="2400" spc="-101" dirty="0">
                <a:latin typeface="Trebuchet MS" panose="020B0603020202020204" pitchFamily="34" charset="0"/>
                <a:cs typeface="Microsoft Sans Serif"/>
              </a:rPr>
              <a:t>p</a:t>
            </a:r>
            <a:r>
              <a:rPr sz="2400" spc="-64" dirty="0">
                <a:latin typeface="Trebuchet MS" panose="020B0603020202020204" pitchFamily="34" charset="0"/>
                <a:cs typeface="Microsoft Sans Serif"/>
              </a:rPr>
              <a:t>ol</a:t>
            </a:r>
            <a:r>
              <a:rPr sz="2400" spc="-90" dirty="0">
                <a:latin typeface="Trebuchet MS" panose="020B0603020202020204" pitchFamily="34" charset="0"/>
                <a:cs typeface="Microsoft Sans Serif"/>
              </a:rPr>
              <a:t>i</a:t>
            </a:r>
            <a:r>
              <a:rPr sz="2400" spc="-135" dirty="0">
                <a:latin typeface="Trebuchet MS" panose="020B0603020202020204" pitchFamily="34" charset="0"/>
                <a:cs typeface="Microsoft Sans Serif"/>
              </a:rPr>
              <a:t>ci</a:t>
            </a:r>
            <a:r>
              <a:rPr sz="2400" spc="-251" dirty="0">
                <a:latin typeface="Trebuchet MS" panose="020B0603020202020204" pitchFamily="34" charset="0"/>
                <a:cs typeface="Microsoft Sans Serif"/>
              </a:rPr>
              <a:t>e</a:t>
            </a:r>
            <a:r>
              <a:rPr sz="2400" spc="-225" dirty="0">
                <a:latin typeface="Trebuchet MS" panose="020B0603020202020204" pitchFamily="34" charset="0"/>
                <a:cs typeface="Microsoft Sans Serif"/>
              </a:rPr>
              <a:t>s</a:t>
            </a:r>
            <a:r>
              <a:rPr sz="2400" spc="19" dirty="0">
                <a:latin typeface="Trebuchet MS" panose="020B0603020202020204" pitchFamily="34" charset="0"/>
                <a:cs typeface="Microsoft Sans Serif"/>
              </a:rPr>
              <a:t> </a:t>
            </a:r>
            <a:r>
              <a:rPr sz="2400" spc="49" dirty="0">
                <a:latin typeface="Trebuchet MS" panose="020B0603020202020204" pitchFamily="34" charset="0"/>
                <a:cs typeface="Microsoft Sans Serif"/>
              </a:rPr>
              <a:t>t</a:t>
            </a:r>
            <a:r>
              <a:rPr sz="2400" spc="-30" dirty="0">
                <a:latin typeface="Trebuchet MS" panose="020B0603020202020204" pitchFamily="34" charset="0"/>
                <a:cs typeface="Microsoft Sans Serif"/>
              </a:rPr>
              <a:t>o</a:t>
            </a:r>
            <a:r>
              <a:rPr sz="2400" spc="19" dirty="0">
                <a:latin typeface="Trebuchet MS" panose="020B0603020202020204" pitchFamily="34" charset="0"/>
                <a:cs typeface="Microsoft Sans Serif"/>
              </a:rPr>
              <a:t> </a:t>
            </a:r>
            <a:r>
              <a:rPr sz="2400" spc="-131" dirty="0">
                <a:latin typeface="Trebuchet MS" panose="020B0603020202020204" pitchFamily="34" charset="0"/>
                <a:cs typeface="Microsoft Sans Serif"/>
              </a:rPr>
              <a:t>m</a:t>
            </a:r>
            <a:r>
              <a:rPr sz="2400" spc="-274" dirty="0">
                <a:latin typeface="Trebuchet MS" panose="020B0603020202020204" pitchFamily="34" charset="0"/>
                <a:cs typeface="Microsoft Sans Serif"/>
              </a:rPr>
              <a:t>a</a:t>
            </a:r>
            <a:r>
              <a:rPr sz="2400" spc="-98" dirty="0">
                <a:latin typeface="Trebuchet MS" panose="020B0603020202020204" pitchFamily="34" charset="0"/>
                <a:cs typeface="Microsoft Sans Serif"/>
              </a:rPr>
              <a:t>p</a:t>
            </a:r>
            <a:r>
              <a:rPr sz="2400" spc="19" dirty="0">
                <a:latin typeface="Trebuchet MS" panose="020B0603020202020204" pitchFamily="34" charset="0"/>
                <a:cs typeface="Microsoft Sans Serif"/>
              </a:rPr>
              <a:t> </a:t>
            </a:r>
            <a:r>
              <a:rPr sz="2400" spc="-139" dirty="0">
                <a:latin typeface="Trebuchet MS" panose="020B0603020202020204" pitchFamily="34" charset="0"/>
                <a:cs typeface="Microsoft Sans Serif"/>
              </a:rPr>
              <a:t>u</a:t>
            </a:r>
            <a:r>
              <a:rPr sz="2400" spc="-184" dirty="0">
                <a:latin typeface="Trebuchet MS" panose="020B0603020202020204" pitchFamily="34" charset="0"/>
                <a:cs typeface="Microsoft Sans Serif"/>
              </a:rPr>
              <a:t>se</a:t>
            </a:r>
            <a:r>
              <a:rPr sz="2400" spc="-26" dirty="0">
                <a:latin typeface="Trebuchet MS" panose="020B0603020202020204" pitchFamily="34" charset="0"/>
                <a:cs typeface="Microsoft Sans Serif"/>
              </a:rPr>
              <a:t>r</a:t>
            </a:r>
            <a:r>
              <a:rPr sz="2400" spc="-307" dirty="0">
                <a:latin typeface="Trebuchet MS" panose="020B0603020202020204" pitchFamily="34" charset="0"/>
                <a:cs typeface="Microsoft Sans Serif"/>
              </a:rPr>
              <a:t>s</a:t>
            </a:r>
            <a:r>
              <a:rPr sz="2400" spc="19" dirty="0">
                <a:latin typeface="Trebuchet MS" panose="020B0603020202020204" pitchFamily="34" charset="0"/>
                <a:cs typeface="Microsoft Sans Serif"/>
              </a:rPr>
              <a:t> </a:t>
            </a:r>
            <a:r>
              <a:rPr sz="2400" spc="49" dirty="0">
                <a:latin typeface="Trebuchet MS" panose="020B0603020202020204" pitchFamily="34" charset="0"/>
                <a:cs typeface="Microsoft Sans Serif"/>
              </a:rPr>
              <a:t>t</a:t>
            </a:r>
            <a:r>
              <a:rPr sz="2400" spc="-30" dirty="0">
                <a:latin typeface="Trebuchet MS" panose="020B0603020202020204" pitchFamily="34" charset="0"/>
                <a:cs typeface="Microsoft Sans Serif"/>
              </a:rPr>
              <a:t>o</a:t>
            </a:r>
            <a:r>
              <a:rPr sz="2400" spc="19" dirty="0">
                <a:latin typeface="Trebuchet MS" panose="020B0603020202020204" pitchFamily="34" charset="0"/>
                <a:cs typeface="Microsoft Sans Serif"/>
              </a:rPr>
              <a:t> </a:t>
            </a:r>
            <a:r>
              <a:rPr sz="2400" spc="-83" dirty="0">
                <a:latin typeface="Trebuchet MS" panose="020B0603020202020204" pitchFamily="34" charset="0"/>
                <a:cs typeface="Microsoft Sans Serif"/>
              </a:rPr>
              <a:t>f</a:t>
            </a:r>
            <a:r>
              <a:rPr sz="2400" dirty="0">
                <a:latin typeface="Trebuchet MS" panose="020B0603020202020204" pitchFamily="34" charset="0"/>
                <a:cs typeface="Microsoft Sans Serif"/>
              </a:rPr>
              <a:t>r</a:t>
            </a:r>
            <a:r>
              <a:rPr sz="2400" spc="-90" dirty="0">
                <a:latin typeface="Trebuchet MS" panose="020B0603020202020204" pitchFamily="34" charset="0"/>
                <a:cs typeface="Microsoft Sans Serif"/>
              </a:rPr>
              <a:t>o</a:t>
            </a:r>
            <a:r>
              <a:rPr sz="2400" spc="-86" dirty="0">
                <a:latin typeface="Trebuchet MS" panose="020B0603020202020204" pitchFamily="34" charset="0"/>
                <a:cs typeface="Microsoft Sans Serif"/>
              </a:rPr>
              <a:t>n</a:t>
            </a:r>
            <a:r>
              <a:rPr sz="2400" spc="60" dirty="0">
                <a:latin typeface="Trebuchet MS" panose="020B0603020202020204" pitchFamily="34" charset="0"/>
                <a:cs typeface="Microsoft Sans Serif"/>
              </a:rPr>
              <a:t>t</a:t>
            </a:r>
            <a:r>
              <a:rPr sz="2400" spc="-49" dirty="0">
                <a:latin typeface="Trebuchet MS" panose="020B0603020202020204" pitchFamily="34" charset="0"/>
                <a:cs typeface="Microsoft Sans Serif"/>
              </a:rPr>
              <a:t>-</a:t>
            </a:r>
            <a:r>
              <a:rPr sz="2400" spc="-158" dirty="0">
                <a:latin typeface="Trebuchet MS" panose="020B0603020202020204" pitchFamily="34" charset="0"/>
                <a:cs typeface="Microsoft Sans Serif"/>
              </a:rPr>
              <a:t>e</a:t>
            </a:r>
            <a:r>
              <a:rPr sz="2400" spc="-153" dirty="0">
                <a:latin typeface="Trebuchet MS" panose="020B0603020202020204" pitchFamily="34" charset="0"/>
                <a:cs typeface="Microsoft Sans Serif"/>
              </a:rPr>
              <a:t>n</a:t>
            </a:r>
            <a:r>
              <a:rPr sz="2400" spc="-210" dirty="0">
                <a:latin typeface="Trebuchet MS" panose="020B0603020202020204" pitchFamily="34" charset="0"/>
                <a:cs typeface="Microsoft Sans Serif"/>
              </a:rPr>
              <a:t>ds.</a:t>
            </a:r>
            <a:endParaRPr sz="2400" dirty="0">
              <a:latin typeface="Trebuchet MS" panose="020B0603020202020204" pitchFamily="34" charset="0"/>
              <a:cs typeface="Microsoft Sans Serif"/>
            </a:endParaRPr>
          </a:p>
          <a:p>
            <a:pPr>
              <a:defRPr/>
            </a:pPr>
            <a:endParaRPr sz="2400" dirty="0">
              <a:latin typeface="Trebuchet MS" panose="020B0603020202020204" pitchFamily="34" charset="0"/>
              <a:cs typeface="Microsoft Sans Serif"/>
            </a:endParaRPr>
          </a:p>
          <a:p>
            <a:pPr>
              <a:spcBef>
                <a:spcPts val="4"/>
              </a:spcBef>
              <a:defRPr/>
            </a:pPr>
            <a:endParaRPr sz="2400" dirty="0">
              <a:latin typeface="Trebuchet MS" panose="020B0603020202020204" pitchFamily="34" charset="0"/>
              <a:cs typeface="Microsoft Sans Serif"/>
            </a:endParaRPr>
          </a:p>
          <a:p>
            <a:pPr marL="216694" indent="-207169">
              <a:lnSpc>
                <a:spcPts val="2509"/>
              </a:lnSpc>
              <a:buFontTx/>
              <a:buChar char="•"/>
              <a:tabLst>
                <a:tab pos="216694" algn="l"/>
              </a:tabLst>
              <a:defRPr/>
            </a:pPr>
            <a:r>
              <a:rPr sz="2400" spc="-203" dirty="0">
                <a:latin typeface="Trebuchet MS" panose="020B0603020202020204" pitchFamily="34" charset="0"/>
                <a:cs typeface="Microsoft Sans Serif"/>
              </a:rPr>
              <a:t>Scalable</a:t>
            </a:r>
            <a:r>
              <a:rPr sz="2400" spc="19" dirty="0">
                <a:latin typeface="Trebuchet MS" panose="020B0603020202020204" pitchFamily="34" charset="0"/>
                <a:cs typeface="Microsoft Sans Serif"/>
              </a:rPr>
              <a:t> </a:t>
            </a:r>
            <a:r>
              <a:rPr sz="2400" spc="-116" dirty="0">
                <a:latin typeface="Trebuchet MS" panose="020B0603020202020204" pitchFamily="34" charset="0"/>
                <a:cs typeface="Microsoft Sans Serif"/>
              </a:rPr>
              <a:t>number</a:t>
            </a:r>
            <a:r>
              <a:rPr sz="2400" spc="26" dirty="0">
                <a:latin typeface="Trebuchet MS" panose="020B0603020202020204" pitchFamily="34" charset="0"/>
                <a:cs typeface="Microsoft Sans Serif"/>
              </a:rPr>
              <a:t> </a:t>
            </a:r>
            <a:r>
              <a:rPr sz="2400" spc="-56" dirty="0">
                <a:latin typeface="Trebuchet MS" panose="020B0603020202020204" pitchFamily="34" charset="0"/>
                <a:cs typeface="Microsoft Sans Serif"/>
              </a:rPr>
              <a:t>of</a:t>
            </a:r>
            <a:r>
              <a:rPr sz="2400" spc="23" dirty="0">
                <a:latin typeface="Trebuchet MS" panose="020B0603020202020204" pitchFamily="34" charset="0"/>
                <a:cs typeface="Microsoft Sans Serif"/>
              </a:rPr>
              <a:t> </a:t>
            </a:r>
            <a:r>
              <a:rPr sz="2400" spc="-146" dirty="0">
                <a:latin typeface="Trebuchet MS" panose="020B0603020202020204" pitchFamily="34" charset="0"/>
                <a:cs typeface="Microsoft Sans Serif"/>
              </a:rPr>
              <a:t>back-end</a:t>
            </a:r>
            <a:r>
              <a:rPr sz="2400" spc="19" dirty="0">
                <a:latin typeface="Trebuchet MS" panose="020B0603020202020204" pitchFamily="34" charset="0"/>
                <a:cs typeface="Microsoft Sans Serif"/>
              </a:rPr>
              <a:t> </a:t>
            </a:r>
            <a:r>
              <a:rPr sz="2400" spc="-180" dirty="0">
                <a:latin typeface="Trebuchet MS" panose="020B0603020202020204" pitchFamily="34" charset="0"/>
                <a:cs typeface="Microsoft Sans Serif"/>
              </a:rPr>
              <a:t>database</a:t>
            </a:r>
            <a:r>
              <a:rPr sz="2400" spc="23" dirty="0">
                <a:latin typeface="Trebuchet MS" panose="020B0603020202020204" pitchFamily="34" charset="0"/>
                <a:cs typeface="Microsoft Sans Serif"/>
              </a:rPr>
              <a:t> </a:t>
            </a:r>
            <a:r>
              <a:rPr sz="2400" spc="-143" dirty="0">
                <a:latin typeface="Trebuchet MS" panose="020B0603020202020204" pitchFamily="34" charset="0"/>
                <a:cs typeface="Microsoft Sans Serif"/>
              </a:rPr>
              <a:t>servers.</a:t>
            </a:r>
            <a:endParaRPr sz="2400" dirty="0">
              <a:latin typeface="Trebuchet MS" panose="020B0603020202020204" pitchFamily="34" charset="0"/>
              <a:cs typeface="Microsoft Sans Serif"/>
            </a:endParaRPr>
          </a:p>
          <a:p>
            <a:pPr marL="523875" lvl="1" indent="-171450">
              <a:lnSpc>
                <a:spcPts val="2509"/>
              </a:lnSpc>
              <a:buFont typeface="Arial MT"/>
              <a:buChar char="•"/>
              <a:tabLst>
                <a:tab pos="523875" algn="l"/>
              </a:tabLst>
              <a:defRPr/>
            </a:pPr>
            <a:r>
              <a:rPr sz="2400" spc="-203" dirty="0">
                <a:latin typeface="Trebuchet MS" panose="020B0603020202020204" pitchFamily="34" charset="0"/>
                <a:cs typeface="Microsoft Sans Serif"/>
              </a:rPr>
              <a:t>Run</a:t>
            </a:r>
            <a:r>
              <a:rPr sz="2400" spc="23" dirty="0">
                <a:latin typeface="Trebuchet MS" panose="020B0603020202020204" pitchFamily="34" charset="0"/>
                <a:cs typeface="Microsoft Sans Serif"/>
              </a:rPr>
              <a:t> </a:t>
            </a:r>
            <a:r>
              <a:rPr sz="2400" spc="-135" dirty="0">
                <a:latin typeface="Trebuchet MS" panose="020B0603020202020204" pitchFamily="34" charset="0"/>
                <a:cs typeface="Microsoft Sans Serif"/>
              </a:rPr>
              <a:t>carefully</a:t>
            </a:r>
            <a:r>
              <a:rPr sz="2400" spc="23" dirty="0">
                <a:latin typeface="Trebuchet MS" panose="020B0603020202020204" pitchFamily="34" charset="0"/>
                <a:cs typeface="Microsoft Sans Serif"/>
              </a:rPr>
              <a:t> </a:t>
            </a:r>
            <a:r>
              <a:rPr sz="2400" spc="-169" dirty="0">
                <a:latin typeface="Trebuchet MS" panose="020B0603020202020204" pitchFamily="34" charset="0"/>
                <a:cs typeface="Microsoft Sans Serif"/>
              </a:rPr>
              <a:t>designed</a:t>
            </a:r>
            <a:r>
              <a:rPr sz="2400" spc="19" dirty="0">
                <a:latin typeface="Trebuchet MS" panose="020B0603020202020204" pitchFamily="34" charset="0"/>
                <a:cs typeface="Microsoft Sans Serif"/>
              </a:rPr>
              <a:t> </a:t>
            </a:r>
            <a:r>
              <a:rPr sz="2400" spc="-90" dirty="0">
                <a:latin typeface="Trebuchet MS" panose="020B0603020202020204" pitchFamily="34" charset="0"/>
                <a:cs typeface="Microsoft Sans Serif"/>
              </a:rPr>
              <a:t>distributed</a:t>
            </a:r>
            <a:r>
              <a:rPr sz="2400" spc="23" dirty="0">
                <a:latin typeface="Trebuchet MS" panose="020B0603020202020204" pitchFamily="34" charset="0"/>
                <a:cs typeface="Microsoft Sans Serif"/>
              </a:rPr>
              <a:t> </a:t>
            </a:r>
            <a:r>
              <a:rPr sz="2400" spc="-195" dirty="0">
                <a:latin typeface="Trebuchet MS" panose="020B0603020202020204" pitchFamily="34" charset="0"/>
                <a:cs typeface="Microsoft Sans Serif"/>
              </a:rPr>
              <a:t>systems</a:t>
            </a:r>
            <a:r>
              <a:rPr sz="2400" spc="23" dirty="0">
                <a:latin typeface="Trebuchet MS" panose="020B0603020202020204" pitchFamily="34" charset="0"/>
                <a:cs typeface="Microsoft Sans Serif"/>
              </a:rPr>
              <a:t> </a:t>
            </a:r>
            <a:r>
              <a:rPr sz="2400" spc="-127" dirty="0">
                <a:latin typeface="Trebuchet MS" panose="020B0603020202020204" pitchFamily="34" charset="0"/>
                <a:cs typeface="Microsoft Sans Serif"/>
              </a:rPr>
              <a:t>code.</a:t>
            </a:r>
            <a:endParaRPr sz="2400" dirty="0">
              <a:latin typeface="Trebuchet MS" panose="020B0603020202020204" pitchFamily="34" charset="0"/>
              <a:cs typeface="Microsoft Sans Serif"/>
            </a:endParaRPr>
          </a:p>
          <a:p>
            <a:pPr marL="523875" lvl="1" indent="-171450">
              <a:spcBef>
                <a:spcPts val="4"/>
              </a:spcBef>
              <a:buFont typeface="Arial MT"/>
              <a:buChar char="•"/>
              <a:tabLst>
                <a:tab pos="523875" algn="l"/>
              </a:tabLst>
              <a:defRPr/>
            </a:pPr>
            <a:r>
              <a:rPr sz="2400" spc="-113" dirty="0">
                <a:latin typeface="Trebuchet MS" panose="020B0603020202020204" pitchFamily="34" charset="0"/>
                <a:cs typeface="Microsoft Sans Serif"/>
              </a:rPr>
              <a:t>I</a:t>
            </a:r>
            <a:r>
              <a:rPr sz="2400" spc="-116" dirty="0">
                <a:latin typeface="Trebuchet MS" panose="020B0603020202020204" pitchFamily="34" charset="0"/>
                <a:cs typeface="Microsoft Sans Serif"/>
              </a:rPr>
              <a:t>f</a:t>
            </a:r>
            <a:r>
              <a:rPr sz="2400" spc="23" dirty="0">
                <a:latin typeface="Trebuchet MS" panose="020B0603020202020204" pitchFamily="34" charset="0"/>
                <a:cs typeface="Microsoft Sans Serif"/>
              </a:rPr>
              <a:t> </a:t>
            </a:r>
            <a:r>
              <a:rPr sz="2400" spc="-184" dirty="0">
                <a:latin typeface="Trebuchet MS" panose="020B0603020202020204" pitchFamily="34" charset="0"/>
                <a:cs typeface="Microsoft Sans Serif"/>
              </a:rPr>
              <a:t>c</a:t>
            </a:r>
            <a:r>
              <a:rPr sz="2400" spc="53" dirty="0">
                <a:latin typeface="Trebuchet MS" panose="020B0603020202020204" pitchFamily="34" charset="0"/>
                <a:cs typeface="Microsoft Sans Serif"/>
              </a:rPr>
              <a:t>r</a:t>
            </a:r>
            <a:r>
              <a:rPr sz="2400" spc="-304" dirty="0">
                <a:latin typeface="Trebuchet MS" panose="020B0603020202020204" pitchFamily="34" charset="0"/>
                <a:cs typeface="Microsoft Sans Serif"/>
              </a:rPr>
              <a:t>a</a:t>
            </a:r>
            <a:r>
              <a:rPr sz="2400" spc="-278" dirty="0">
                <a:latin typeface="Trebuchet MS" panose="020B0603020202020204" pitchFamily="34" charset="0"/>
                <a:cs typeface="Microsoft Sans Serif"/>
              </a:rPr>
              <a:t>s</a:t>
            </a:r>
            <a:r>
              <a:rPr sz="2400" spc="-139" dirty="0">
                <a:latin typeface="Trebuchet MS" panose="020B0603020202020204" pitchFamily="34" charset="0"/>
                <a:cs typeface="Microsoft Sans Serif"/>
              </a:rPr>
              <a:t>h</a:t>
            </a:r>
            <a:r>
              <a:rPr sz="2400" spc="-214" dirty="0">
                <a:latin typeface="Trebuchet MS" panose="020B0603020202020204" pitchFamily="34" charset="0"/>
                <a:cs typeface="Microsoft Sans Serif"/>
              </a:rPr>
              <a:t>,</a:t>
            </a:r>
            <a:r>
              <a:rPr sz="2400" spc="-143" dirty="0">
                <a:latin typeface="Trebuchet MS" panose="020B0603020202020204" pitchFamily="34" charset="0"/>
                <a:cs typeface="Microsoft Sans Serif"/>
              </a:rPr>
              <a:t> </a:t>
            </a:r>
            <a:r>
              <a:rPr sz="2400" spc="-311" dirty="0">
                <a:latin typeface="Trebuchet MS" panose="020B0603020202020204" pitchFamily="34" charset="0"/>
                <a:cs typeface="Microsoft Sans Serif"/>
              </a:rPr>
              <a:t>s</a:t>
            </a:r>
            <a:r>
              <a:rPr sz="2400" spc="-184" dirty="0">
                <a:latin typeface="Trebuchet MS" panose="020B0603020202020204" pitchFamily="34" charset="0"/>
                <a:cs typeface="Microsoft Sans Serif"/>
              </a:rPr>
              <a:t>y</a:t>
            </a:r>
            <a:r>
              <a:rPr sz="2400" spc="-311" dirty="0">
                <a:latin typeface="Trebuchet MS" panose="020B0603020202020204" pitchFamily="34" charset="0"/>
                <a:cs typeface="Microsoft Sans Serif"/>
              </a:rPr>
              <a:t>s</a:t>
            </a:r>
            <a:r>
              <a:rPr sz="2400" spc="-34" dirty="0">
                <a:latin typeface="Trebuchet MS" panose="020B0603020202020204" pitchFamily="34" charset="0"/>
                <a:cs typeface="Microsoft Sans Serif"/>
              </a:rPr>
              <a:t>t</a:t>
            </a:r>
            <a:r>
              <a:rPr sz="2400" spc="-79" dirty="0">
                <a:latin typeface="Trebuchet MS" panose="020B0603020202020204" pitchFamily="34" charset="0"/>
                <a:cs typeface="Microsoft Sans Serif"/>
              </a:rPr>
              <a:t>e</a:t>
            </a:r>
            <a:r>
              <a:rPr sz="2400" spc="-131" dirty="0">
                <a:latin typeface="Trebuchet MS" panose="020B0603020202020204" pitchFamily="34" charset="0"/>
                <a:cs typeface="Microsoft Sans Serif"/>
              </a:rPr>
              <a:t>m</a:t>
            </a:r>
            <a:r>
              <a:rPr sz="2400" spc="23" dirty="0">
                <a:latin typeface="Trebuchet MS" panose="020B0603020202020204" pitchFamily="34" charset="0"/>
                <a:cs typeface="Microsoft Sans Serif"/>
              </a:rPr>
              <a:t> </a:t>
            </a:r>
            <a:r>
              <a:rPr sz="2400" spc="-60" dirty="0">
                <a:latin typeface="Trebuchet MS" panose="020B0603020202020204" pitchFamily="34" charset="0"/>
                <a:cs typeface="Microsoft Sans Serif"/>
              </a:rPr>
              <a:t>r</a:t>
            </a:r>
            <a:r>
              <a:rPr sz="2400" spc="-109" dirty="0">
                <a:latin typeface="Trebuchet MS" panose="020B0603020202020204" pitchFamily="34" charset="0"/>
                <a:cs typeface="Microsoft Sans Serif"/>
              </a:rPr>
              <a:t>e</a:t>
            </a:r>
            <a:r>
              <a:rPr sz="2400" spc="-131" dirty="0">
                <a:latin typeface="Trebuchet MS" panose="020B0603020202020204" pitchFamily="34" charset="0"/>
                <a:cs typeface="Microsoft Sans Serif"/>
              </a:rPr>
              <a:t>m</a:t>
            </a:r>
            <a:r>
              <a:rPr sz="2400" spc="-251" dirty="0">
                <a:latin typeface="Trebuchet MS" panose="020B0603020202020204" pitchFamily="34" charset="0"/>
                <a:cs typeface="Microsoft Sans Serif"/>
              </a:rPr>
              <a:t>a</a:t>
            </a:r>
            <a:r>
              <a:rPr sz="2400" spc="-105" dirty="0">
                <a:latin typeface="Trebuchet MS" panose="020B0603020202020204" pitchFamily="34" charset="0"/>
                <a:cs typeface="Microsoft Sans Serif"/>
              </a:rPr>
              <a:t>i</a:t>
            </a:r>
            <a:r>
              <a:rPr sz="2400" spc="-139" dirty="0">
                <a:latin typeface="Trebuchet MS" panose="020B0603020202020204" pitchFamily="34" charset="0"/>
                <a:cs typeface="Microsoft Sans Serif"/>
              </a:rPr>
              <a:t>n</a:t>
            </a:r>
            <a:r>
              <a:rPr sz="2400" spc="-307" dirty="0">
                <a:latin typeface="Trebuchet MS" panose="020B0603020202020204" pitchFamily="34" charset="0"/>
                <a:cs typeface="Microsoft Sans Serif"/>
              </a:rPr>
              <a:t>s</a:t>
            </a:r>
            <a:r>
              <a:rPr sz="2400" spc="19" dirty="0">
                <a:latin typeface="Trebuchet MS" panose="020B0603020202020204" pitchFamily="34" charset="0"/>
                <a:cs typeface="Microsoft Sans Serif"/>
              </a:rPr>
              <a:t> </a:t>
            </a:r>
            <a:r>
              <a:rPr sz="2400" spc="-323" dirty="0">
                <a:latin typeface="Trebuchet MS" panose="020B0603020202020204" pitchFamily="34" charset="0"/>
                <a:cs typeface="Microsoft Sans Serif"/>
              </a:rPr>
              <a:t>a</a:t>
            </a:r>
            <a:r>
              <a:rPr sz="2400" spc="-206" dirty="0">
                <a:latin typeface="Trebuchet MS" panose="020B0603020202020204" pitchFamily="34" charset="0"/>
                <a:cs typeface="Microsoft Sans Serif"/>
              </a:rPr>
              <a:t>va</a:t>
            </a:r>
            <a:r>
              <a:rPr sz="2400" spc="-94" dirty="0">
                <a:latin typeface="Trebuchet MS" panose="020B0603020202020204" pitchFamily="34" charset="0"/>
                <a:cs typeface="Microsoft Sans Serif"/>
              </a:rPr>
              <a:t>i</a:t>
            </a:r>
            <a:r>
              <a:rPr sz="2400" spc="-90" dirty="0">
                <a:latin typeface="Trebuchet MS" panose="020B0603020202020204" pitchFamily="34" charset="0"/>
                <a:cs typeface="Microsoft Sans Serif"/>
              </a:rPr>
              <a:t>l</a:t>
            </a:r>
            <a:r>
              <a:rPr sz="2400" spc="-184" dirty="0">
                <a:latin typeface="Trebuchet MS" panose="020B0603020202020204" pitchFamily="34" charset="0"/>
                <a:cs typeface="Microsoft Sans Serif"/>
              </a:rPr>
              <a:t>a</a:t>
            </a:r>
            <a:r>
              <a:rPr sz="2400" spc="-221" dirty="0">
                <a:latin typeface="Trebuchet MS" panose="020B0603020202020204" pitchFamily="34" charset="0"/>
                <a:cs typeface="Microsoft Sans Serif"/>
              </a:rPr>
              <a:t>b</a:t>
            </a:r>
            <a:r>
              <a:rPr sz="2400" spc="-90" dirty="0">
                <a:latin typeface="Trebuchet MS" panose="020B0603020202020204" pitchFamily="34" charset="0"/>
                <a:cs typeface="Microsoft Sans Serif"/>
              </a:rPr>
              <a:t>l</a:t>
            </a:r>
            <a:r>
              <a:rPr sz="2400" spc="-109" dirty="0">
                <a:latin typeface="Trebuchet MS" panose="020B0603020202020204" pitchFamily="34" charset="0"/>
                <a:cs typeface="Microsoft Sans Serif"/>
              </a:rPr>
              <a:t>e</a:t>
            </a:r>
            <a:r>
              <a:rPr sz="2400" spc="-214" dirty="0">
                <a:latin typeface="Trebuchet MS" panose="020B0603020202020204" pitchFamily="34" charset="0"/>
                <a:cs typeface="Microsoft Sans Serif"/>
              </a:rPr>
              <a:t>.</a:t>
            </a:r>
            <a:endParaRPr sz="2400" dirty="0">
              <a:latin typeface="Trebuchet MS" panose="020B0603020202020204" pitchFamily="34" charset="0"/>
              <a:cs typeface="Microsoft Sans Serif"/>
            </a:endParaRPr>
          </a:p>
        </p:txBody>
      </p:sp>
      <p:sp>
        <p:nvSpPr>
          <p:cNvPr id="4" name="object 2">
            <a:extLst>
              <a:ext uri="{FF2B5EF4-FFF2-40B4-BE49-F238E27FC236}">
                <a16:creationId xmlns:a16="http://schemas.microsoft.com/office/drawing/2014/main" id="{BBFD34B8-462B-1698-8CB1-732A4376FC4F}"/>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Example: scaling up Facebook</a:t>
            </a:r>
            <a:endParaRPr lang="en-US" sz="2800" kern="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910812C5-3E45-28BE-D9DE-E91A5440A562}"/>
              </a:ext>
            </a:extLst>
          </p:cNvPr>
          <p:cNvSpPr txBox="1">
            <a:spLocks noGrp="1"/>
          </p:cNvSpPr>
          <p:nvPr>
            <p:ph type="title"/>
          </p:nvPr>
        </p:nvSpPr>
        <p:spPr>
          <a:xfrm>
            <a:off x="1346598" y="439342"/>
            <a:ext cx="4311253" cy="517449"/>
          </a:xfrm>
        </p:spPr>
        <p:txBody>
          <a:bodyPr wrap="square" lIns="0" tIns="9525" rIns="0" bIns="0" rtlCol="0">
            <a:spAutoFit/>
          </a:bodyPr>
          <a:lstStyle/>
          <a:p>
            <a:pPr marL="9525">
              <a:spcBef>
                <a:spcPts val="75"/>
              </a:spcBef>
              <a:defRPr/>
            </a:pPr>
            <a:r>
              <a:rPr lang="en-US" sz="3300" spc="-390" dirty="0"/>
              <a:t>What are important ?</a:t>
            </a:r>
            <a:endParaRPr sz="3300" dirty="0"/>
          </a:p>
        </p:txBody>
      </p:sp>
      <p:sp>
        <p:nvSpPr>
          <p:cNvPr id="3" name="object 3">
            <a:extLst>
              <a:ext uri="{FF2B5EF4-FFF2-40B4-BE49-F238E27FC236}">
                <a16:creationId xmlns:a16="http://schemas.microsoft.com/office/drawing/2014/main" id="{29E556E7-5246-718E-EB68-12B26758F402}"/>
              </a:ext>
            </a:extLst>
          </p:cNvPr>
          <p:cNvSpPr txBox="1"/>
          <p:nvPr/>
        </p:nvSpPr>
        <p:spPr>
          <a:xfrm>
            <a:off x="457199" y="742951"/>
            <a:ext cx="8378275" cy="3628557"/>
          </a:xfrm>
          <a:prstGeom prst="rect">
            <a:avLst/>
          </a:prstGeom>
        </p:spPr>
        <p:txBody>
          <a:bodyPr wrap="square" lIns="0" tIns="9525" rIns="0" bIns="0">
            <a:spAutoFit/>
          </a:bodyPr>
          <a:lstStyle/>
          <a:p>
            <a:pPr marL="180975" indent="-171450">
              <a:lnSpc>
                <a:spcPts val="2509"/>
              </a:lnSpc>
              <a:spcBef>
                <a:spcPts val="75"/>
              </a:spcBef>
              <a:buFontTx/>
              <a:buChar char="•"/>
              <a:tabLst>
                <a:tab pos="180975" algn="l"/>
              </a:tabLst>
              <a:defRPr/>
            </a:pPr>
            <a:r>
              <a:rPr sz="2100" spc="38" dirty="0">
                <a:latin typeface="Trebuchet MS" panose="020B0603020202020204" pitchFamily="34" charset="0"/>
                <a:cs typeface="Calibri" panose="020F0502020204030204" pitchFamily="34" charset="0"/>
              </a:rPr>
              <a:t>D</a:t>
            </a:r>
            <a:r>
              <a:rPr sz="2100" spc="8" dirty="0">
                <a:latin typeface="Trebuchet MS" panose="020B0603020202020204" pitchFamily="34" charset="0"/>
                <a:cs typeface="Calibri" panose="020F0502020204030204" pitchFamily="34" charset="0"/>
              </a:rPr>
              <a:t>i</a:t>
            </a:r>
            <a:r>
              <a:rPr sz="2100" spc="-248" dirty="0">
                <a:latin typeface="Trebuchet MS" panose="020B0603020202020204" pitchFamily="34" charset="0"/>
                <a:cs typeface="Calibri" panose="020F0502020204030204" pitchFamily="34" charset="0"/>
              </a:rPr>
              <a:t>s</a:t>
            </a:r>
            <a:r>
              <a:rPr sz="2100" spc="116" dirty="0">
                <a:latin typeface="Trebuchet MS" panose="020B0603020202020204" pitchFamily="34" charset="0"/>
                <a:cs typeface="Calibri" panose="020F0502020204030204" pitchFamily="34" charset="0"/>
              </a:rPr>
              <a:t>t</a:t>
            </a:r>
            <a:r>
              <a:rPr sz="2100" spc="131" dirty="0">
                <a:latin typeface="Trebuchet MS" panose="020B0603020202020204" pitchFamily="34" charset="0"/>
                <a:cs typeface="Calibri" panose="020F0502020204030204" pitchFamily="34" charset="0"/>
              </a:rPr>
              <a:t>r</a:t>
            </a:r>
            <a:r>
              <a:rPr sz="2100" spc="-11" dirty="0">
                <a:latin typeface="Trebuchet MS" panose="020B0603020202020204" pitchFamily="34" charset="0"/>
                <a:cs typeface="Calibri" panose="020F0502020204030204" pitchFamily="34" charset="0"/>
              </a:rPr>
              <a:t>i</a:t>
            </a:r>
            <a:r>
              <a:rPr sz="2100" spc="-49" dirty="0">
                <a:latin typeface="Trebuchet MS" panose="020B0603020202020204" pitchFamily="34" charset="0"/>
                <a:cs typeface="Calibri" panose="020F0502020204030204" pitchFamily="34" charset="0"/>
              </a:rPr>
              <a:t>bu</a:t>
            </a:r>
            <a:r>
              <a:rPr sz="2100" spc="-23" dirty="0">
                <a:latin typeface="Trebuchet MS" panose="020B0603020202020204" pitchFamily="34" charset="0"/>
                <a:cs typeface="Calibri" panose="020F0502020204030204" pitchFamily="34" charset="0"/>
              </a:rPr>
              <a:t>t</a:t>
            </a:r>
            <a:r>
              <a:rPr sz="2100" spc="-169" dirty="0">
                <a:latin typeface="Trebuchet MS" panose="020B0603020202020204" pitchFamily="34" charset="0"/>
                <a:cs typeface="Calibri" panose="020F0502020204030204" pitchFamily="34" charset="0"/>
              </a:rPr>
              <a:t>e</a:t>
            </a:r>
            <a:r>
              <a:rPr sz="2100" spc="-98" dirty="0">
                <a:latin typeface="Trebuchet MS" panose="020B0603020202020204" pitchFamily="34" charset="0"/>
                <a:cs typeface="Calibri" panose="020F0502020204030204" pitchFamily="34" charset="0"/>
              </a:rPr>
              <a:t>d</a:t>
            </a:r>
            <a:r>
              <a:rPr sz="2100" spc="-8" dirty="0">
                <a:latin typeface="Trebuchet MS" panose="020B0603020202020204" pitchFamily="34" charset="0"/>
                <a:cs typeface="Calibri" panose="020F0502020204030204" pitchFamily="34" charset="0"/>
              </a:rPr>
              <a:t> </a:t>
            </a:r>
            <a:r>
              <a:rPr sz="2100" spc="-248" dirty="0">
                <a:latin typeface="Trebuchet MS" panose="020B0603020202020204" pitchFamily="34" charset="0"/>
                <a:cs typeface="Calibri" panose="020F0502020204030204" pitchFamily="34" charset="0"/>
              </a:rPr>
              <a:t>s</a:t>
            </a:r>
            <a:r>
              <a:rPr sz="2100" spc="-135" dirty="0">
                <a:latin typeface="Trebuchet MS" panose="020B0603020202020204" pitchFamily="34" charset="0"/>
                <a:cs typeface="Calibri" panose="020F0502020204030204" pitchFamily="34" charset="0"/>
              </a:rPr>
              <a:t>y</a:t>
            </a:r>
            <a:r>
              <a:rPr sz="2100" spc="-248" dirty="0">
                <a:latin typeface="Trebuchet MS" panose="020B0603020202020204" pitchFamily="34" charset="0"/>
                <a:cs typeface="Calibri" panose="020F0502020204030204" pitchFamily="34" charset="0"/>
              </a:rPr>
              <a:t>s</a:t>
            </a:r>
            <a:r>
              <a:rPr sz="2100" spc="116" dirty="0">
                <a:latin typeface="Trebuchet MS" panose="020B0603020202020204" pitchFamily="34" charset="0"/>
                <a:cs typeface="Calibri" panose="020F0502020204030204" pitchFamily="34" charset="0"/>
              </a:rPr>
              <a:t>t</a:t>
            </a:r>
            <a:r>
              <a:rPr sz="2100" spc="-169" dirty="0">
                <a:latin typeface="Trebuchet MS" panose="020B0603020202020204" pitchFamily="34" charset="0"/>
                <a:cs typeface="Calibri" panose="020F0502020204030204" pitchFamily="34" charset="0"/>
              </a:rPr>
              <a:t>e</a:t>
            </a:r>
            <a:r>
              <a:rPr sz="2100" spc="-131" dirty="0">
                <a:latin typeface="Trebuchet MS" panose="020B0603020202020204" pitchFamily="34" charset="0"/>
                <a:cs typeface="Calibri" panose="020F0502020204030204" pitchFamily="34" charset="0"/>
              </a:rPr>
              <a:t>m</a:t>
            </a:r>
            <a:r>
              <a:rPr sz="2100" dirty="0">
                <a:latin typeface="Trebuchet MS" panose="020B0603020202020204" pitchFamily="34" charset="0"/>
                <a:cs typeface="Calibri" panose="020F0502020204030204" pitchFamily="34" charset="0"/>
              </a:rPr>
              <a:t> </a:t>
            </a:r>
            <a:r>
              <a:rPr sz="2100" spc="-135" dirty="0">
                <a:latin typeface="Trebuchet MS" panose="020B0603020202020204" pitchFamily="34" charset="0"/>
                <a:cs typeface="Calibri" panose="020F0502020204030204" pitchFamily="34" charset="0"/>
              </a:rPr>
              <a:t>c</a:t>
            </a:r>
            <a:r>
              <a:rPr sz="2100" spc="-8" dirty="0">
                <a:latin typeface="Trebuchet MS" panose="020B0603020202020204" pitchFamily="34" charset="0"/>
                <a:cs typeface="Calibri" panose="020F0502020204030204" pitchFamily="34" charset="0"/>
              </a:rPr>
              <a:t>o</a:t>
            </a:r>
            <a:r>
              <a:rPr sz="2100" spc="-131" dirty="0">
                <a:latin typeface="Trebuchet MS" panose="020B0603020202020204" pitchFamily="34" charset="0"/>
                <a:cs typeface="Calibri" panose="020F0502020204030204" pitchFamily="34" charset="0"/>
              </a:rPr>
              <a:t>n</a:t>
            </a:r>
            <a:r>
              <a:rPr sz="2100" spc="-124" dirty="0">
                <a:latin typeface="Trebuchet MS" panose="020B0603020202020204" pitchFamily="34" charset="0"/>
                <a:cs typeface="Calibri" panose="020F0502020204030204" pitchFamily="34" charset="0"/>
              </a:rPr>
              <a:t>c</a:t>
            </a:r>
            <a:r>
              <a:rPr sz="2100" spc="-169" dirty="0">
                <a:latin typeface="Trebuchet MS" panose="020B0603020202020204" pitchFamily="34" charset="0"/>
                <a:cs typeface="Calibri" panose="020F0502020204030204" pitchFamily="34" charset="0"/>
              </a:rPr>
              <a:t>e</a:t>
            </a:r>
            <a:r>
              <a:rPr sz="2100" spc="-4" dirty="0">
                <a:latin typeface="Trebuchet MS" panose="020B0603020202020204" pitchFamily="34" charset="0"/>
                <a:cs typeface="Calibri" panose="020F0502020204030204" pitchFamily="34" charset="0"/>
              </a:rPr>
              <a:t>p</a:t>
            </a:r>
            <a:r>
              <a:rPr sz="2100" dirty="0">
                <a:latin typeface="Trebuchet MS" panose="020B0603020202020204" pitchFamily="34" charset="0"/>
                <a:cs typeface="Calibri" panose="020F0502020204030204" pitchFamily="34" charset="0"/>
              </a:rPr>
              <a:t>t</a:t>
            </a:r>
            <a:r>
              <a:rPr sz="2100" spc="-244" dirty="0">
                <a:latin typeface="Trebuchet MS" panose="020B0603020202020204" pitchFamily="34" charset="0"/>
                <a:cs typeface="Calibri" panose="020F0502020204030204" pitchFamily="34" charset="0"/>
              </a:rPr>
              <a:t>s</a:t>
            </a:r>
            <a:r>
              <a:rPr sz="2100" spc="-8" dirty="0">
                <a:latin typeface="Trebuchet MS" panose="020B0603020202020204" pitchFamily="34" charset="0"/>
                <a:cs typeface="Calibri" panose="020F0502020204030204" pitchFamily="34" charset="0"/>
              </a:rPr>
              <a:t> </a:t>
            </a:r>
            <a:r>
              <a:rPr sz="2100" spc="-270" dirty="0">
                <a:latin typeface="Trebuchet MS" panose="020B0603020202020204" pitchFamily="34" charset="0"/>
                <a:cs typeface="Calibri" panose="020F0502020204030204" pitchFamily="34" charset="0"/>
              </a:rPr>
              <a:t>a</a:t>
            </a:r>
            <a:r>
              <a:rPr sz="2100" spc="-109" dirty="0">
                <a:latin typeface="Trebuchet MS" panose="020B0603020202020204" pitchFamily="34" charset="0"/>
                <a:cs typeface="Calibri" panose="020F0502020204030204" pitchFamily="34" charset="0"/>
              </a:rPr>
              <a:t>nd</a:t>
            </a:r>
            <a:r>
              <a:rPr sz="2100" spc="-8" dirty="0">
                <a:latin typeface="Trebuchet MS" panose="020B0603020202020204" pitchFamily="34" charset="0"/>
                <a:cs typeface="Calibri" panose="020F0502020204030204" pitchFamily="34" charset="0"/>
              </a:rPr>
              <a:t> </a:t>
            </a:r>
            <a:r>
              <a:rPr sz="2100" spc="-270" dirty="0">
                <a:latin typeface="Trebuchet MS" panose="020B0603020202020204" pitchFamily="34" charset="0"/>
                <a:cs typeface="Calibri" panose="020F0502020204030204" pitchFamily="34" charset="0"/>
              </a:rPr>
              <a:t>a</a:t>
            </a:r>
            <a:r>
              <a:rPr sz="2100" spc="-11" dirty="0">
                <a:latin typeface="Trebuchet MS" panose="020B0603020202020204" pitchFamily="34" charset="0"/>
                <a:cs typeface="Calibri" panose="020F0502020204030204" pitchFamily="34" charset="0"/>
              </a:rPr>
              <a:t>l</a:t>
            </a:r>
            <a:r>
              <a:rPr sz="2100" spc="-289" dirty="0">
                <a:latin typeface="Trebuchet MS" panose="020B0603020202020204" pitchFamily="34" charset="0"/>
                <a:cs typeface="Calibri" panose="020F0502020204030204" pitchFamily="34" charset="0"/>
              </a:rPr>
              <a:t>g</a:t>
            </a:r>
            <a:r>
              <a:rPr sz="2100" spc="-8" dirty="0">
                <a:latin typeface="Trebuchet MS" panose="020B0603020202020204" pitchFamily="34" charset="0"/>
                <a:cs typeface="Calibri" panose="020F0502020204030204" pitchFamily="34" charset="0"/>
              </a:rPr>
              <a:t>o</a:t>
            </a:r>
            <a:r>
              <a:rPr sz="2100" spc="131" dirty="0">
                <a:latin typeface="Trebuchet MS" panose="020B0603020202020204" pitchFamily="34" charset="0"/>
                <a:cs typeface="Calibri" panose="020F0502020204030204" pitchFamily="34" charset="0"/>
              </a:rPr>
              <a:t>r</a:t>
            </a:r>
            <a:r>
              <a:rPr sz="2100" spc="-11" dirty="0">
                <a:latin typeface="Trebuchet MS" panose="020B0603020202020204" pitchFamily="34" charset="0"/>
                <a:cs typeface="Calibri" panose="020F0502020204030204" pitchFamily="34" charset="0"/>
              </a:rPr>
              <a:t>i</a:t>
            </a:r>
            <a:r>
              <a:rPr sz="2100" spc="116" dirty="0">
                <a:latin typeface="Trebuchet MS" panose="020B0603020202020204" pitchFamily="34" charset="0"/>
                <a:cs typeface="Calibri" panose="020F0502020204030204" pitchFamily="34" charset="0"/>
              </a:rPr>
              <a:t>t</a:t>
            </a:r>
            <a:r>
              <a:rPr sz="2100" spc="-127" dirty="0">
                <a:latin typeface="Trebuchet MS" panose="020B0603020202020204" pitchFamily="34" charset="0"/>
                <a:cs typeface="Calibri" panose="020F0502020204030204" pitchFamily="34" charset="0"/>
              </a:rPr>
              <a:t>hm</a:t>
            </a:r>
            <a:r>
              <a:rPr sz="2100" spc="-244" dirty="0">
                <a:latin typeface="Trebuchet MS" panose="020B0603020202020204" pitchFamily="34" charset="0"/>
                <a:cs typeface="Calibri" panose="020F0502020204030204" pitchFamily="34" charset="0"/>
              </a:rPr>
              <a:t>s</a:t>
            </a:r>
            <a:endParaRPr sz="2100" dirty="0">
              <a:latin typeface="Trebuchet MS" panose="020B0603020202020204" pitchFamily="34" charset="0"/>
              <a:cs typeface="Calibri" panose="020F0502020204030204" pitchFamily="34" charset="0"/>
            </a:endParaRPr>
          </a:p>
          <a:p>
            <a:pPr marL="523875" lvl="1" indent="-171450">
              <a:lnSpc>
                <a:spcPts val="2145"/>
              </a:lnSpc>
              <a:buFont typeface="Arial MT"/>
              <a:buChar char="•"/>
              <a:tabLst>
                <a:tab pos="523875" algn="l"/>
              </a:tabLst>
              <a:defRPr/>
            </a:pPr>
            <a:r>
              <a:rPr sz="1350" spc="-23" dirty="0">
                <a:latin typeface="Trebuchet MS" panose="020B0603020202020204" pitchFamily="34" charset="0"/>
                <a:cs typeface="Microsoft Sans Serif"/>
              </a:rPr>
              <a:t>H</a:t>
            </a:r>
            <a:r>
              <a:rPr sz="1350" spc="-45" dirty="0">
                <a:latin typeface="Trebuchet MS" panose="020B0603020202020204" pitchFamily="34" charset="0"/>
                <a:cs typeface="Microsoft Sans Serif"/>
              </a:rPr>
              <a:t>o</a:t>
            </a:r>
            <a:r>
              <a:rPr sz="1350" spc="-26" dirty="0">
                <a:latin typeface="Trebuchet MS" panose="020B0603020202020204" pitchFamily="34" charset="0"/>
                <a:cs typeface="Microsoft Sans Serif"/>
              </a:rPr>
              <a:t>w</a:t>
            </a:r>
            <a:r>
              <a:rPr sz="1350" spc="19" dirty="0">
                <a:latin typeface="Trebuchet MS" panose="020B0603020202020204" pitchFamily="34" charset="0"/>
                <a:cs typeface="Microsoft Sans Serif"/>
              </a:rPr>
              <a:t> </a:t>
            </a:r>
            <a:r>
              <a:rPr sz="1350" spc="-169" dirty="0">
                <a:latin typeface="Trebuchet MS" panose="020B0603020202020204" pitchFamily="34" charset="0"/>
                <a:cs typeface="Microsoft Sans Serif"/>
              </a:rPr>
              <a:t>ca</a:t>
            </a:r>
            <a:r>
              <a:rPr sz="1350" spc="-176" dirty="0">
                <a:latin typeface="Trebuchet MS" panose="020B0603020202020204" pitchFamily="34" charset="0"/>
                <a:cs typeface="Microsoft Sans Serif"/>
              </a:rPr>
              <a:t>n</a:t>
            </a:r>
            <a:r>
              <a:rPr sz="1350" spc="15" dirty="0">
                <a:latin typeface="Trebuchet MS" panose="020B0603020202020204" pitchFamily="34" charset="0"/>
                <a:cs typeface="Microsoft Sans Serif"/>
              </a:rPr>
              <a:t> </a:t>
            </a:r>
            <a:r>
              <a:rPr sz="1350" spc="-101" dirty="0">
                <a:latin typeface="Trebuchet MS" panose="020B0603020202020204" pitchFamily="34" charset="0"/>
                <a:cs typeface="Microsoft Sans Serif"/>
              </a:rPr>
              <a:t>failu</a:t>
            </a:r>
            <a:r>
              <a:rPr sz="1350" spc="-86" dirty="0">
                <a:latin typeface="Trebuchet MS" panose="020B0603020202020204" pitchFamily="34" charset="0"/>
                <a:cs typeface="Microsoft Sans Serif"/>
              </a:rPr>
              <a:t>r</a:t>
            </a:r>
            <a:r>
              <a:rPr sz="1350" spc="-143" dirty="0">
                <a:latin typeface="Trebuchet MS" panose="020B0603020202020204" pitchFamily="34" charset="0"/>
                <a:cs typeface="Microsoft Sans Serif"/>
              </a:rPr>
              <a:t>e</a:t>
            </a:r>
            <a:r>
              <a:rPr sz="1350" spc="-266" dirty="0">
                <a:latin typeface="Trebuchet MS" panose="020B0603020202020204" pitchFamily="34" charset="0"/>
                <a:cs typeface="Microsoft Sans Serif"/>
              </a:rPr>
              <a:t>s</a:t>
            </a:r>
            <a:r>
              <a:rPr sz="1350" spc="19" dirty="0">
                <a:latin typeface="Trebuchet MS" panose="020B0603020202020204" pitchFamily="34" charset="0"/>
                <a:cs typeface="Microsoft Sans Serif"/>
              </a:rPr>
              <a:t> </a:t>
            </a:r>
            <a:r>
              <a:rPr sz="1350" spc="-86" dirty="0">
                <a:latin typeface="Trebuchet MS" panose="020B0603020202020204" pitchFamily="34" charset="0"/>
                <a:cs typeface="Microsoft Sans Serif"/>
              </a:rPr>
              <a:t>b</a:t>
            </a:r>
            <a:r>
              <a:rPr sz="1350" spc="-143" dirty="0">
                <a:latin typeface="Trebuchet MS" panose="020B0603020202020204" pitchFamily="34" charset="0"/>
                <a:cs typeface="Microsoft Sans Serif"/>
              </a:rPr>
              <a:t>e</a:t>
            </a:r>
            <a:r>
              <a:rPr sz="1350" spc="19" dirty="0">
                <a:latin typeface="Trebuchet MS" panose="020B0603020202020204" pitchFamily="34" charset="0"/>
                <a:cs typeface="Microsoft Sans Serif"/>
              </a:rPr>
              <a:t> </a:t>
            </a:r>
            <a:r>
              <a:rPr sz="1350" spc="-86" dirty="0">
                <a:latin typeface="Trebuchet MS" panose="020B0603020202020204" pitchFamily="34" charset="0"/>
                <a:cs typeface="Microsoft Sans Serif"/>
              </a:rPr>
              <a:t>d</a:t>
            </a:r>
            <a:r>
              <a:rPr sz="1350" spc="-143" dirty="0">
                <a:latin typeface="Trebuchet MS" panose="020B0603020202020204" pitchFamily="34" charset="0"/>
                <a:cs typeface="Microsoft Sans Serif"/>
              </a:rPr>
              <a:t>e</a:t>
            </a:r>
            <a:r>
              <a:rPr sz="1350" spc="-38" dirty="0">
                <a:latin typeface="Trebuchet MS" panose="020B0603020202020204" pitchFamily="34" charset="0"/>
                <a:cs typeface="Microsoft Sans Serif"/>
              </a:rPr>
              <a:t>t</a:t>
            </a:r>
            <a:r>
              <a:rPr sz="1350" spc="-68" dirty="0">
                <a:latin typeface="Trebuchet MS" panose="020B0603020202020204" pitchFamily="34" charset="0"/>
                <a:cs typeface="Microsoft Sans Serif"/>
              </a:rPr>
              <a:t>e</a:t>
            </a:r>
            <a:r>
              <a:rPr sz="1350" spc="-79" dirty="0">
                <a:latin typeface="Trebuchet MS" panose="020B0603020202020204" pitchFamily="34" charset="0"/>
                <a:cs typeface="Microsoft Sans Serif"/>
              </a:rPr>
              <a:t>ct</a:t>
            </a:r>
            <a:r>
              <a:rPr sz="1350" spc="-105" dirty="0">
                <a:latin typeface="Trebuchet MS" panose="020B0603020202020204" pitchFamily="34" charset="0"/>
                <a:cs typeface="Microsoft Sans Serif"/>
              </a:rPr>
              <a:t>e</a:t>
            </a:r>
            <a:r>
              <a:rPr sz="1350" spc="-86" dirty="0">
                <a:latin typeface="Trebuchet MS" panose="020B0603020202020204" pitchFamily="34" charset="0"/>
                <a:cs typeface="Microsoft Sans Serif"/>
              </a:rPr>
              <a:t>d</a:t>
            </a:r>
            <a:r>
              <a:rPr sz="1350" spc="-499" dirty="0">
                <a:latin typeface="Trebuchet MS" panose="020B0603020202020204" pitchFamily="34" charset="0"/>
                <a:cs typeface="Microsoft Sans Serif"/>
              </a:rPr>
              <a:t>?</a:t>
            </a:r>
            <a:endParaRPr sz="1350" dirty="0">
              <a:latin typeface="Trebuchet MS" panose="020B0603020202020204" pitchFamily="34" charset="0"/>
              <a:cs typeface="Microsoft Sans Serif"/>
            </a:endParaRPr>
          </a:p>
          <a:p>
            <a:pPr marL="523875" lvl="1" indent="-171450">
              <a:lnSpc>
                <a:spcPts val="2156"/>
              </a:lnSpc>
              <a:buFont typeface="Arial MT"/>
              <a:buChar char="•"/>
              <a:tabLst>
                <a:tab pos="523875" algn="l"/>
              </a:tabLst>
              <a:defRPr/>
            </a:pPr>
            <a:r>
              <a:rPr sz="1350" spc="-23" dirty="0">
                <a:latin typeface="Trebuchet MS" panose="020B0603020202020204" pitchFamily="34" charset="0"/>
                <a:cs typeface="Microsoft Sans Serif"/>
              </a:rPr>
              <a:t>H</a:t>
            </a:r>
            <a:r>
              <a:rPr sz="1350" spc="-45" dirty="0">
                <a:latin typeface="Trebuchet MS" panose="020B0603020202020204" pitchFamily="34" charset="0"/>
                <a:cs typeface="Microsoft Sans Serif"/>
              </a:rPr>
              <a:t>o</a:t>
            </a:r>
            <a:r>
              <a:rPr sz="1350" spc="-26" dirty="0">
                <a:latin typeface="Trebuchet MS" panose="020B0603020202020204" pitchFamily="34" charset="0"/>
                <a:cs typeface="Microsoft Sans Serif"/>
              </a:rPr>
              <a:t>w</a:t>
            </a:r>
            <a:r>
              <a:rPr sz="1350" spc="19" dirty="0">
                <a:latin typeface="Trebuchet MS" panose="020B0603020202020204" pitchFamily="34" charset="0"/>
                <a:cs typeface="Microsoft Sans Serif"/>
              </a:rPr>
              <a:t> </a:t>
            </a:r>
            <a:r>
              <a:rPr sz="1350" spc="-86" dirty="0">
                <a:latin typeface="Trebuchet MS" panose="020B0603020202020204" pitchFamily="34" charset="0"/>
                <a:cs typeface="Microsoft Sans Serif"/>
              </a:rPr>
              <a:t>d</a:t>
            </a:r>
            <a:r>
              <a:rPr sz="1350" spc="-26" dirty="0">
                <a:latin typeface="Trebuchet MS" panose="020B0603020202020204" pitchFamily="34" charset="0"/>
                <a:cs typeface="Microsoft Sans Serif"/>
              </a:rPr>
              <a:t>o</a:t>
            </a:r>
            <a:r>
              <a:rPr sz="1350" spc="15" dirty="0">
                <a:latin typeface="Trebuchet MS" panose="020B0603020202020204" pitchFamily="34" charset="0"/>
                <a:cs typeface="Microsoft Sans Serif"/>
              </a:rPr>
              <a:t> </a:t>
            </a:r>
            <a:r>
              <a:rPr sz="1350" spc="-53" dirty="0">
                <a:latin typeface="Trebuchet MS" panose="020B0603020202020204" pitchFamily="34" charset="0"/>
                <a:cs typeface="Microsoft Sans Serif"/>
              </a:rPr>
              <a:t>w</a:t>
            </a:r>
            <a:r>
              <a:rPr sz="1350" spc="-143" dirty="0">
                <a:latin typeface="Trebuchet MS" panose="020B0603020202020204" pitchFamily="34" charset="0"/>
                <a:cs typeface="Microsoft Sans Serif"/>
              </a:rPr>
              <a:t>e</a:t>
            </a:r>
            <a:r>
              <a:rPr sz="1350" spc="19" dirty="0">
                <a:latin typeface="Trebuchet MS" panose="020B0603020202020204" pitchFamily="34" charset="0"/>
                <a:cs typeface="Microsoft Sans Serif"/>
              </a:rPr>
              <a:t> </a:t>
            </a:r>
            <a:r>
              <a:rPr sz="1350" dirty="0">
                <a:latin typeface="Trebuchet MS" panose="020B0603020202020204" pitchFamily="34" charset="0"/>
                <a:cs typeface="Microsoft Sans Serif"/>
              </a:rPr>
              <a:t>r</a:t>
            </a:r>
            <a:r>
              <a:rPr sz="1350" spc="-143" dirty="0">
                <a:latin typeface="Trebuchet MS" panose="020B0603020202020204" pitchFamily="34" charset="0"/>
                <a:cs typeface="Microsoft Sans Serif"/>
              </a:rPr>
              <a:t>e</a:t>
            </a:r>
            <a:r>
              <a:rPr sz="1350" spc="-266" dirty="0">
                <a:latin typeface="Trebuchet MS" panose="020B0603020202020204" pitchFamily="34" charset="0"/>
                <a:cs typeface="Microsoft Sans Serif"/>
              </a:rPr>
              <a:t>a</a:t>
            </a:r>
            <a:r>
              <a:rPr sz="1350" spc="-236" dirty="0">
                <a:latin typeface="Trebuchet MS" panose="020B0603020202020204" pitchFamily="34" charset="0"/>
                <a:cs typeface="Microsoft Sans Serif"/>
              </a:rPr>
              <a:t>s</a:t>
            </a:r>
            <a:r>
              <a:rPr sz="1350" spc="-79" dirty="0">
                <a:latin typeface="Trebuchet MS" panose="020B0603020202020204" pitchFamily="34" charset="0"/>
                <a:cs typeface="Microsoft Sans Serif"/>
              </a:rPr>
              <a:t>o</a:t>
            </a:r>
            <a:r>
              <a:rPr sz="1350" spc="-75" dirty="0">
                <a:latin typeface="Trebuchet MS" panose="020B0603020202020204" pitchFamily="34" charset="0"/>
                <a:cs typeface="Microsoft Sans Serif"/>
              </a:rPr>
              <a:t>n</a:t>
            </a:r>
            <a:r>
              <a:rPr sz="1350" spc="15" dirty="0">
                <a:latin typeface="Trebuchet MS" panose="020B0603020202020204" pitchFamily="34" charset="0"/>
                <a:cs typeface="Microsoft Sans Serif"/>
              </a:rPr>
              <a:t> </a:t>
            </a:r>
            <a:r>
              <a:rPr sz="1350" spc="-165" dirty="0">
                <a:latin typeface="Trebuchet MS" panose="020B0603020202020204" pitchFamily="34" charset="0"/>
                <a:cs typeface="Microsoft Sans Serif"/>
              </a:rPr>
              <a:t>a</a:t>
            </a:r>
            <a:r>
              <a:rPr sz="1350" spc="-161" dirty="0">
                <a:latin typeface="Trebuchet MS" panose="020B0603020202020204" pitchFamily="34" charset="0"/>
                <a:cs typeface="Microsoft Sans Serif"/>
              </a:rPr>
              <a:t>b</a:t>
            </a:r>
            <a:r>
              <a:rPr sz="1350" spc="-45" dirty="0">
                <a:latin typeface="Trebuchet MS" panose="020B0603020202020204" pitchFamily="34" charset="0"/>
                <a:cs typeface="Microsoft Sans Serif"/>
              </a:rPr>
              <a:t>ou</a:t>
            </a:r>
            <a:r>
              <a:rPr sz="1350" spc="-23" dirty="0">
                <a:latin typeface="Trebuchet MS" panose="020B0603020202020204" pitchFamily="34" charset="0"/>
                <a:cs typeface="Microsoft Sans Serif"/>
              </a:rPr>
              <a:t>t</a:t>
            </a:r>
            <a:r>
              <a:rPr sz="1350" spc="15" dirty="0">
                <a:latin typeface="Trebuchet MS" panose="020B0603020202020204" pitchFamily="34" charset="0"/>
                <a:cs typeface="Microsoft Sans Serif"/>
              </a:rPr>
              <a:t> </a:t>
            </a:r>
            <a:r>
              <a:rPr sz="1350" spc="-98" dirty="0">
                <a:latin typeface="Trebuchet MS" panose="020B0603020202020204" pitchFamily="34" charset="0"/>
                <a:cs typeface="Microsoft Sans Serif"/>
              </a:rPr>
              <a:t>timing</a:t>
            </a:r>
            <a:r>
              <a:rPr sz="1350" spc="15" dirty="0">
                <a:latin typeface="Trebuchet MS" panose="020B0603020202020204" pitchFamily="34" charset="0"/>
                <a:cs typeface="Microsoft Sans Serif"/>
              </a:rPr>
              <a:t> </a:t>
            </a:r>
            <a:r>
              <a:rPr sz="1350" spc="-150" dirty="0">
                <a:latin typeface="Trebuchet MS" panose="020B0603020202020204" pitchFamily="34" charset="0"/>
                <a:cs typeface="Microsoft Sans Serif"/>
              </a:rPr>
              <a:t>an</a:t>
            </a:r>
            <a:r>
              <a:rPr sz="1350" spc="-146" dirty="0">
                <a:latin typeface="Trebuchet MS" panose="020B0603020202020204" pitchFamily="34" charset="0"/>
                <a:cs typeface="Microsoft Sans Serif"/>
              </a:rPr>
              <a:t>d</a:t>
            </a:r>
            <a:r>
              <a:rPr sz="1350" spc="19" dirty="0">
                <a:latin typeface="Trebuchet MS" panose="020B0603020202020204" pitchFamily="34" charset="0"/>
                <a:cs typeface="Microsoft Sans Serif"/>
              </a:rPr>
              <a:t> </a:t>
            </a:r>
            <a:r>
              <a:rPr sz="1350" spc="-143" dirty="0">
                <a:latin typeface="Trebuchet MS" panose="020B0603020202020204" pitchFamily="34" charset="0"/>
                <a:cs typeface="Microsoft Sans Serif"/>
              </a:rPr>
              <a:t>e</a:t>
            </a:r>
            <a:r>
              <a:rPr sz="1350" spc="-165" dirty="0">
                <a:latin typeface="Trebuchet MS" panose="020B0603020202020204" pitchFamily="34" charset="0"/>
                <a:cs typeface="Microsoft Sans Serif"/>
              </a:rPr>
              <a:t>v</a:t>
            </a:r>
            <a:r>
              <a:rPr sz="1350" spc="-143" dirty="0">
                <a:latin typeface="Trebuchet MS" panose="020B0603020202020204" pitchFamily="34" charset="0"/>
                <a:cs typeface="Microsoft Sans Serif"/>
              </a:rPr>
              <a:t>e</a:t>
            </a:r>
            <a:r>
              <a:rPr sz="1350" spc="-56" dirty="0">
                <a:latin typeface="Trebuchet MS" panose="020B0603020202020204" pitchFamily="34" charset="0"/>
                <a:cs typeface="Microsoft Sans Serif"/>
              </a:rPr>
              <a:t>n</a:t>
            </a:r>
            <a:r>
              <a:rPr sz="1350" spc="-26" dirty="0">
                <a:latin typeface="Trebuchet MS" panose="020B0603020202020204" pitchFamily="34" charset="0"/>
                <a:cs typeface="Microsoft Sans Serif"/>
              </a:rPr>
              <a:t>t</a:t>
            </a:r>
            <a:r>
              <a:rPr sz="1350" spc="15" dirty="0">
                <a:latin typeface="Trebuchet MS" panose="020B0603020202020204" pitchFamily="34" charset="0"/>
                <a:cs typeface="Microsoft Sans Serif"/>
              </a:rPr>
              <a:t> </a:t>
            </a:r>
            <a:r>
              <a:rPr sz="1350" spc="-23" dirty="0">
                <a:latin typeface="Trebuchet MS" panose="020B0603020202020204" pitchFamily="34" charset="0"/>
                <a:cs typeface="Microsoft Sans Serif"/>
              </a:rPr>
              <a:t>o</a:t>
            </a:r>
            <a:r>
              <a:rPr sz="1350" spc="-11" dirty="0">
                <a:latin typeface="Trebuchet MS" panose="020B0603020202020204" pitchFamily="34" charset="0"/>
                <a:cs typeface="Microsoft Sans Serif"/>
              </a:rPr>
              <a:t>r</a:t>
            </a:r>
            <a:r>
              <a:rPr sz="1350" spc="-86" dirty="0">
                <a:latin typeface="Trebuchet MS" panose="020B0603020202020204" pitchFamily="34" charset="0"/>
                <a:cs typeface="Microsoft Sans Serif"/>
              </a:rPr>
              <a:t>d</a:t>
            </a:r>
            <a:r>
              <a:rPr sz="1350" spc="-143" dirty="0">
                <a:latin typeface="Trebuchet MS" panose="020B0603020202020204" pitchFamily="34" charset="0"/>
                <a:cs typeface="Microsoft Sans Serif"/>
              </a:rPr>
              <a:t>e</a:t>
            </a:r>
            <a:r>
              <a:rPr sz="1350" spc="41" dirty="0">
                <a:latin typeface="Trebuchet MS" panose="020B0603020202020204" pitchFamily="34" charset="0"/>
                <a:cs typeface="Microsoft Sans Serif"/>
              </a:rPr>
              <a:t>r</a:t>
            </a:r>
            <a:r>
              <a:rPr sz="1350" spc="-236" dirty="0">
                <a:latin typeface="Trebuchet MS" panose="020B0603020202020204" pitchFamily="34" charset="0"/>
                <a:cs typeface="Microsoft Sans Serif"/>
              </a:rPr>
              <a:t>ing?</a:t>
            </a:r>
            <a:endParaRPr sz="1350" dirty="0">
              <a:latin typeface="Trebuchet MS" panose="020B0603020202020204" pitchFamily="34" charset="0"/>
              <a:cs typeface="Microsoft Sans Serif"/>
            </a:endParaRPr>
          </a:p>
          <a:p>
            <a:pPr marL="523875" lvl="1" indent="-171450">
              <a:lnSpc>
                <a:spcPts val="2156"/>
              </a:lnSpc>
              <a:spcBef>
                <a:spcPts val="15"/>
              </a:spcBef>
              <a:buFont typeface="Arial MT"/>
              <a:buChar char="•"/>
              <a:tabLst>
                <a:tab pos="523875" algn="l"/>
              </a:tabLst>
              <a:defRPr/>
            </a:pPr>
            <a:r>
              <a:rPr sz="1350" spc="-23" dirty="0">
                <a:latin typeface="Trebuchet MS" panose="020B0603020202020204" pitchFamily="34" charset="0"/>
                <a:cs typeface="Microsoft Sans Serif"/>
              </a:rPr>
              <a:t>H</a:t>
            </a:r>
            <a:r>
              <a:rPr sz="1350" spc="-45" dirty="0">
                <a:latin typeface="Trebuchet MS" panose="020B0603020202020204" pitchFamily="34" charset="0"/>
                <a:cs typeface="Microsoft Sans Serif"/>
              </a:rPr>
              <a:t>o</a:t>
            </a:r>
            <a:r>
              <a:rPr sz="1350" spc="-26" dirty="0">
                <a:latin typeface="Trebuchet MS" panose="020B0603020202020204" pitchFamily="34" charset="0"/>
                <a:cs typeface="Microsoft Sans Serif"/>
              </a:rPr>
              <a:t>w</a:t>
            </a:r>
            <a:r>
              <a:rPr sz="1350" spc="19" dirty="0">
                <a:latin typeface="Trebuchet MS" panose="020B0603020202020204" pitchFamily="34" charset="0"/>
                <a:cs typeface="Microsoft Sans Serif"/>
              </a:rPr>
              <a:t> </a:t>
            </a:r>
            <a:r>
              <a:rPr sz="1350" spc="-86" dirty="0">
                <a:latin typeface="Trebuchet MS" panose="020B0603020202020204" pitchFamily="34" charset="0"/>
                <a:cs typeface="Microsoft Sans Serif"/>
              </a:rPr>
              <a:t>d</a:t>
            </a:r>
            <a:r>
              <a:rPr sz="1350" spc="-26" dirty="0">
                <a:latin typeface="Trebuchet MS" panose="020B0603020202020204" pitchFamily="34" charset="0"/>
                <a:cs typeface="Microsoft Sans Serif"/>
              </a:rPr>
              <a:t>o</a:t>
            </a:r>
            <a:r>
              <a:rPr sz="1350" spc="15" dirty="0">
                <a:latin typeface="Trebuchet MS" panose="020B0603020202020204" pitchFamily="34" charset="0"/>
                <a:cs typeface="Microsoft Sans Serif"/>
              </a:rPr>
              <a:t> </a:t>
            </a:r>
            <a:r>
              <a:rPr sz="1350" spc="-105" dirty="0">
                <a:latin typeface="Trebuchet MS" panose="020B0603020202020204" pitchFamily="34" charset="0"/>
                <a:cs typeface="Microsoft Sans Serif"/>
              </a:rPr>
              <a:t>concu</a:t>
            </a:r>
            <a:r>
              <a:rPr sz="1350" spc="-23" dirty="0">
                <a:latin typeface="Trebuchet MS" panose="020B0603020202020204" pitchFamily="34" charset="0"/>
                <a:cs typeface="Microsoft Sans Serif"/>
              </a:rPr>
              <a:t>r</a:t>
            </a:r>
            <a:r>
              <a:rPr sz="1350" dirty="0">
                <a:latin typeface="Trebuchet MS" panose="020B0603020202020204" pitchFamily="34" charset="0"/>
                <a:cs typeface="Microsoft Sans Serif"/>
              </a:rPr>
              <a:t>r</a:t>
            </a:r>
            <a:r>
              <a:rPr sz="1350" spc="-143" dirty="0">
                <a:latin typeface="Trebuchet MS" panose="020B0603020202020204" pitchFamily="34" charset="0"/>
                <a:cs typeface="Microsoft Sans Serif"/>
              </a:rPr>
              <a:t>e</a:t>
            </a:r>
            <a:r>
              <a:rPr sz="1350" spc="-56" dirty="0">
                <a:latin typeface="Trebuchet MS" panose="020B0603020202020204" pitchFamily="34" charset="0"/>
                <a:cs typeface="Microsoft Sans Serif"/>
              </a:rPr>
              <a:t>n</a:t>
            </a:r>
            <a:r>
              <a:rPr sz="1350" spc="-26" dirty="0">
                <a:latin typeface="Trebuchet MS" panose="020B0603020202020204" pitchFamily="34" charset="0"/>
                <a:cs typeface="Microsoft Sans Serif"/>
              </a:rPr>
              <a:t>t</a:t>
            </a:r>
            <a:r>
              <a:rPr sz="1350" spc="15" dirty="0">
                <a:latin typeface="Trebuchet MS" panose="020B0603020202020204" pitchFamily="34" charset="0"/>
                <a:cs typeface="Microsoft Sans Serif"/>
              </a:rPr>
              <a:t> </a:t>
            </a:r>
            <a:r>
              <a:rPr sz="1350" spc="-86" dirty="0">
                <a:latin typeface="Trebuchet MS" panose="020B0603020202020204" pitchFamily="34" charset="0"/>
                <a:cs typeface="Microsoft Sans Serif"/>
              </a:rPr>
              <a:t>p</a:t>
            </a:r>
            <a:r>
              <a:rPr sz="1350" dirty="0">
                <a:latin typeface="Trebuchet MS" panose="020B0603020202020204" pitchFamily="34" charset="0"/>
                <a:cs typeface="Microsoft Sans Serif"/>
              </a:rPr>
              <a:t>r</a:t>
            </a:r>
            <a:r>
              <a:rPr sz="1350" spc="-109" dirty="0">
                <a:latin typeface="Trebuchet MS" panose="020B0603020202020204" pitchFamily="34" charset="0"/>
                <a:cs typeface="Microsoft Sans Serif"/>
              </a:rPr>
              <a:t>oce</a:t>
            </a:r>
            <a:r>
              <a:rPr sz="1350" spc="-266" dirty="0">
                <a:latin typeface="Trebuchet MS" panose="020B0603020202020204" pitchFamily="34" charset="0"/>
                <a:cs typeface="Microsoft Sans Serif"/>
              </a:rPr>
              <a:t>ss</a:t>
            </a:r>
            <a:r>
              <a:rPr sz="1350" spc="-143" dirty="0">
                <a:latin typeface="Trebuchet MS" panose="020B0603020202020204" pitchFamily="34" charset="0"/>
                <a:cs typeface="Microsoft Sans Serif"/>
              </a:rPr>
              <a:t>e</a:t>
            </a:r>
            <a:r>
              <a:rPr sz="1350" spc="-266" dirty="0">
                <a:latin typeface="Trebuchet MS" panose="020B0603020202020204" pitchFamily="34" charset="0"/>
                <a:cs typeface="Microsoft Sans Serif"/>
              </a:rPr>
              <a:t>s</a:t>
            </a:r>
            <a:r>
              <a:rPr sz="1350" spc="19" dirty="0">
                <a:latin typeface="Trebuchet MS" panose="020B0603020202020204" pitchFamily="34" charset="0"/>
                <a:cs typeface="Microsoft Sans Serif"/>
              </a:rPr>
              <a:t> </a:t>
            </a:r>
            <a:r>
              <a:rPr sz="1350" spc="-266" dirty="0">
                <a:latin typeface="Trebuchet MS" panose="020B0603020202020204" pitchFamily="34" charset="0"/>
                <a:cs typeface="Microsoft Sans Serif"/>
              </a:rPr>
              <a:t>s</a:t>
            </a:r>
            <a:r>
              <a:rPr sz="1350" spc="-143" dirty="0">
                <a:latin typeface="Trebuchet MS" panose="020B0603020202020204" pitchFamily="34" charset="0"/>
                <a:cs typeface="Microsoft Sans Serif"/>
              </a:rPr>
              <a:t>ha</a:t>
            </a:r>
            <a:r>
              <a:rPr sz="1350" spc="-83" dirty="0">
                <a:latin typeface="Trebuchet MS" panose="020B0603020202020204" pitchFamily="34" charset="0"/>
                <a:cs typeface="Microsoft Sans Serif"/>
              </a:rPr>
              <a:t>r</a:t>
            </a:r>
            <a:r>
              <a:rPr sz="1350" spc="-143" dirty="0">
                <a:latin typeface="Trebuchet MS" panose="020B0603020202020204" pitchFamily="34" charset="0"/>
                <a:cs typeface="Microsoft Sans Serif"/>
              </a:rPr>
              <a:t>e</a:t>
            </a:r>
            <a:r>
              <a:rPr sz="1350" spc="19" dirty="0">
                <a:latin typeface="Trebuchet MS" panose="020B0603020202020204" pitchFamily="34" charset="0"/>
                <a:cs typeface="Microsoft Sans Serif"/>
              </a:rPr>
              <a:t> </a:t>
            </a:r>
            <a:r>
              <a:rPr sz="1350" spc="-236" dirty="0">
                <a:latin typeface="Trebuchet MS" panose="020B0603020202020204" pitchFamily="34" charset="0"/>
                <a:cs typeface="Microsoft Sans Serif"/>
              </a:rPr>
              <a:t>a</a:t>
            </a:r>
            <a:r>
              <a:rPr sz="1350" spc="15" dirty="0">
                <a:latin typeface="Trebuchet MS" panose="020B0603020202020204" pitchFamily="34" charset="0"/>
                <a:cs typeface="Microsoft Sans Serif"/>
              </a:rPr>
              <a:t> </a:t>
            </a:r>
            <a:r>
              <a:rPr sz="1350" spc="-98" dirty="0">
                <a:latin typeface="Trebuchet MS" panose="020B0603020202020204" pitchFamily="34" charset="0"/>
                <a:cs typeface="Microsoft Sans Serif"/>
              </a:rPr>
              <a:t>commo</a:t>
            </a:r>
            <a:r>
              <a:rPr sz="1350" spc="-79" dirty="0">
                <a:latin typeface="Trebuchet MS" panose="020B0603020202020204" pitchFamily="34" charset="0"/>
                <a:cs typeface="Microsoft Sans Serif"/>
              </a:rPr>
              <a:t>n</a:t>
            </a:r>
            <a:r>
              <a:rPr sz="1350" spc="15" dirty="0">
                <a:latin typeface="Trebuchet MS" panose="020B0603020202020204" pitchFamily="34" charset="0"/>
                <a:cs typeface="Microsoft Sans Serif"/>
              </a:rPr>
              <a:t> </a:t>
            </a:r>
            <a:r>
              <a:rPr sz="1350" dirty="0">
                <a:latin typeface="Trebuchet MS" panose="020B0603020202020204" pitchFamily="34" charset="0"/>
                <a:cs typeface="Microsoft Sans Serif"/>
              </a:rPr>
              <a:t>r</a:t>
            </a:r>
            <a:r>
              <a:rPr sz="1350" spc="-143" dirty="0">
                <a:latin typeface="Trebuchet MS" panose="020B0603020202020204" pitchFamily="34" charset="0"/>
                <a:cs typeface="Microsoft Sans Serif"/>
              </a:rPr>
              <a:t>e</a:t>
            </a:r>
            <a:r>
              <a:rPr sz="1350" spc="-266" dirty="0">
                <a:latin typeface="Trebuchet MS" panose="020B0603020202020204" pitchFamily="34" charset="0"/>
                <a:cs typeface="Microsoft Sans Serif"/>
              </a:rPr>
              <a:t>s</a:t>
            </a:r>
            <a:r>
              <a:rPr sz="1350" spc="-60" dirty="0">
                <a:latin typeface="Trebuchet MS" panose="020B0603020202020204" pitchFamily="34" charset="0"/>
                <a:cs typeface="Microsoft Sans Serif"/>
              </a:rPr>
              <a:t>ou</a:t>
            </a:r>
            <a:r>
              <a:rPr sz="1350" spc="-34" dirty="0">
                <a:latin typeface="Trebuchet MS" panose="020B0603020202020204" pitchFamily="34" charset="0"/>
                <a:cs typeface="Microsoft Sans Serif"/>
              </a:rPr>
              <a:t>r</a:t>
            </a:r>
            <a:r>
              <a:rPr sz="1350" spc="-143" dirty="0">
                <a:latin typeface="Trebuchet MS" panose="020B0603020202020204" pitchFamily="34" charset="0"/>
                <a:cs typeface="Microsoft Sans Serif"/>
              </a:rPr>
              <a:t>c</a:t>
            </a:r>
            <a:r>
              <a:rPr sz="1350" spc="-153" dirty="0">
                <a:latin typeface="Trebuchet MS" panose="020B0603020202020204" pitchFamily="34" charset="0"/>
                <a:cs typeface="Microsoft Sans Serif"/>
              </a:rPr>
              <a:t>e</a:t>
            </a:r>
            <a:r>
              <a:rPr sz="1350" spc="-499" dirty="0">
                <a:latin typeface="Trebuchet MS" panose="020B0603020202020204" pitchFamily="34" charset="0"/>
                <a:cs typeface="Microsoft Sans Serif"/>
              </a:rPr>
              <a:t>?</a:t>
            </a:r>
            <a:endParaRPr sz="1350" dirty="0">
              <a:latin typeface="Trebuchet MS" panose="020B0603020202020204" pitchFamily="34" charset="0"/>
              <a:cs typeface="Microsoft Sans Serif"/>
            </a:endParaRPr>
          </a:p>
          <a:p>
            <a:pPr marL="523875" lvl="1" indent="-171450">
              <a:lnSpc>
                <a:spcPts val="2156"/>
              </a:lnSpc>
              <a:buFont typeface="Arial MT"/>
              <a:buChar char="•"/>
              <a:tabLst>
                <a:tab pos="523875" algn="l"/>
              </a:tabLst>
              <a:defRPr/>
            </a:pPr>
            <a:r>
              <a:rPr sz="1350" spc="-30" dirty="0">
                <a:latin typeface="Trebuchet MS" panose="020B0603020202020204" pitchFamily="34" charset="0"/>
                <a:cs typeface="Microsoft Sans Serif"/>
              </a:rPr>
              <a:t>How</a:t>
            </a:r>
            <a:r>
              <a:rPr sz="1350" spc="19" dirty="0">
                <a:latin typeface="Trebuchet MS" panose="020B0603020202020204" pitchFamily="34" charset="0"/>
                <a:cs typeface="Microsoft Sans Serif"/>
              </a:rPr>
              <a:t> </a:t>
            </a:r>
            <a:r>
              <a:rPr sz="1350" spc="-56" dirty="0">
                <a:latin typeface="Trebuchet MS" panose="020B0603020202020204" pitchFamily="34" charset="0"/>
                <a:cs typeface="Microsoft Sans Serif"/>
              </a:rPr>
              <a:t>do</a:t>
            </a:r>
            <a:r>
              <a:rPr sz="1350" spc="15" dirty="0">
                <a:latin typeface="Trebuchet MS" panose="020B0603020202020204" pitchFamily="34" charset="0"/>
                <a:cs typeface="Microsoft Sans Serif"/>
              </a:rPr>
              <a:t> </a:t>
            </a:r>
            <a:r>
              <a:rPr sz="1350" spc="-94" dirty="0">
                <a:latin typeface="Trebuchet MS" panose="020B0603020202020204" pitchFamily="34" charset="0"/>
                <a:cs typeface="Microsoft Sans Serif"/>
              </a:rPr>
              <a:t>they</a:t>
            </a:r>
            <a:r>
              <a:rPr sz="1350" spc="15" dirty="0">
                <a:latin typeface="Trebuchet MS" panose="020B0603020202020204" pitchFamily="34" charset="0"/>
                <a:cs typeface="Microsoft Sans Serif"/>
              </a:rPr>
              <a:t> </a:t>
            </a:r>
            <a:r>
              <a:rPr sz="1350" spc="-94" dirty="0">
                <a:latin typeface="Trebuchet MS" panose="020B0603020202020204" pitchFamily="34" charset="0"/>
                <a:cs typeface="Microsoft Sans Serif"/>
              </a:rPr>
              <a:t>elect</a:t>
            </a:r>
            <a:r>
              <a:rPr sz="1350" spc="15" dirty="0">
                <a:latin typeface="Trebuchet MS" panose="020B0603020202020204" pitchFamily="34" charset="0"/>
                <a:cs typeface="Microsoft Sans Serif"/>
              </a:rPr>
              <a:t> </a:t>
            </a:r>
            <a:r>
              <a:rPr sz="1350" spc="-236" dirty="0">
                <a:latin typeface="Trebuchet MS" panose="020B0603020202020204" pitchFamily="34" charset="0"/>
                <a:cs typeface="Microsoft Sans Serif"/>
              </a:rPr>
              <a:t>a</a:t>
            </a:r>
            <a:r>
              <a:rPr sz="1350" spc="-165" dirty="0">
                <a:latin typeface="Trebuchet MS" panose="020B0603020202020204" pitchFamily="34" charset="0"/>
                <a:cs typeface="Microsoft Sans Serif"/>
              </a:rPr>
              <a:t> </a:t>
            </a:r>
            <a:r>
              <a:rPr sz="1350" spc="-60" dirty="0">
                <a:latin typeface="Trebuchet MS" panose="020B0603020202020204" pitchFamily="34" charset="0"/>
                <a:cs typeface="Microsoft Sans Serif"/>
              </a:rPr>
              <a:t>“leader”</a:t>
            </a:r>
            <a:r>
              <a:rPr sz="1350" spc="-127" dirty="0">
                <a:latin typeface="Trebuchet MS" panose="020B0603020202020204" pitchFamily="34" charset="0"/>
                <a:cs typeface="Microsoft Sans Serif"/>
              </a:rPr>
              <a:t> </a:t>
            </a:r>
            <a:r>
              <a:rPr sz="1350" spc="-135" dirty="0">
                <a:latin typeface="Trebuchet MS" panose="020B0603020202020204" pitchFamily="34" charset="0"/>
                <a:cs typeface="Microsoft Sans Serif"/>
              </a:rPr>
              <a:t>process</a:t>
            </a:r>
            <a:r>
              <a:rPr sz="1350" spc="19" dirty="0">
                <a:latin typeface="Trebuchet MS" panose="020B0603020202020204" pitchFamily="34" charset="0"/>
                <a:cs typeface="Microsoft Sans Serif"/>
              </a:rPr>
              <a:t> </a:t>
            </a:r>
            <a:r>
              <a:rPr sz="1350" spc="8" dirty="0">
                <a:latin typeface="Trebuchet MS" panose="020B0603020202020204" pitchFamily="34" charset="0"/>
                <a:cs typeface="Microsoft Sans Serif"/>
              </a:rPr>
              <a:t>to</a:t>
            </a:r>
            <a:r>
              <a:rPr sz="1350" spc="19" dirty="0">
                <a:latin typeface="Trebuchet MS" panose="020B0603020202020204" pitchFamily="34" charset="0"/>
                <a:cs typeface="Microsoft Sans Serif"/>
              </a:rPr>
              <a:t> </a:t>
            </a:r>
            <a:r>
              <a:rPr sz="1350" spc="-56" dirty="0">
                <a:latin typeface="Trebuchet MS" panose="020B0603020202020204" pitchFamily="34" charset="0"/>
                <a:cs typeface="Microsoft Sans Serif"/>
              </a:rPr>
              <a:t>do</a:t>
            </a:r>
            <a:r>
              <a:rPr sz="1350" spc="15" dirty="0">
                <a:latin typeface="Trebuchet MS" panose="020B0603020202020204" pitchFamily="34" charset="0"/>
                <a:cs typeface="Microsoft Sans Serif"/>
              </a:rPr>
              <a:t> </a:t>
            </a:r>
            <a:r>
              <a:rPr sz="1350" spc="-236" dirty="0">
                <a:latin typeface="Trebuchet MS" panose="020B0603020202020204" pitchFamily="34" charset="0"/>
                <a:cs typeface="Microsoft Sans Serif"/>
              </a:rPr>
              <a:t>a</a:t>
            </a:r>
            <a:r>
              <a:rPr sz="1350" spc="-225" dirty="0">
                <a:latin typeface="Trebuchet MS" panose="020B0603020202020204" pitchFamily="34" charset="0"/>
                <a:cs typeface="Microsoft Sans Serif"/>
              </a:rPr>
              <a:t> </a:t>
            </a:r>
            <a:r>
              <a:rPr sz="1350" spc="-146" dirty="0">
                <a:latin typeface="Trebuchet MS" panose="020B0603020202020204" pitchFamily="34" charset="0"/>
                <a:cs typeface="Microsoft Sans Serif"/>
              </a:rPr>
              <a:t>special</a:t>
            </a:r>
            <a:r>
              <a:rPr sz="1350" spc="15" dirty="0">
                <a:latin typeface="Trebuchet MS" panose="020B0603020202020204" pitchFamily="34" charset="0"/>
                <a:cs typeface="Microsoft Sans Serif"/>
              </a:rPr>
              <a:t> </a:t>
            </a:r>
            <a:r>
              <a:rPr sz="1350" spc="-221" dirty="0">
                <a:latin typeface="Trebuchet MS" panose="020B0603020202020204" pitchFamily="34" charset="0"/>
                <a:cs typeface="Microsoft Sans Serif"/>
              </a:rPr>
              <a:t>task?</a:t>
            </a:r>
            <a:endParaRPr sz="1350" dirty="0">
              <a:latin typeface="Trebuchet MS" panose="020B0603020202020204" pitchFamily="34" charset="0"/>
              <a:cs typeface="Microsoft Sans Serif"/>
            </a:endParaRPr>
          </a:p>
          <a:p>
            <a:pPr marL="523875" lvl="1" indent="-171450">
              <a:lnSpc>
                <a:spcPts val="2156"/>
              </a:lnSpc>
              <a:spcBef>
                <a:spcPts val="15"/>
              </a:spcBef>
              <a:buFont typeface="Arial MT"/>
              <a:buChar char="•"/>
              <a:tabLst>
                <a:tab pos="523875" algn="l"/>
              </a:tabLst>
              <a:defRPr/>
            </a:pPr>
            <a:r>
              <a:rPr sz="1350" spc="-30" dirty="0">
                <a:latin typeface="Trebuchet MS" panose="020B0603020202020204" pitchFamily="34" charset="0"/>
                <a:cs typeface="Microsoft Sans Serif"/>
              </a:rPr>
              <a:t>How</a:t>
            </a:r>
            <a:r>
              <a:rPr sz="1350" spc="19" dirty="0">
                <a:latin typeface="Trebuchet MS" panose="020B0603020202020204" pitchFamily="34" charset="0"/>
                <a:cs typeface="Microsoft Sans Serif"/>
              </a:rPr>
              <a:t> </a:t>
            </a:r>
            <a:r>
              <a:rPr sz="1350" spc="-56" dirty="0">
                <a:latin typeface="Trebuchet MS" panose="020B0603020202020204" pitchFamily="34" charset="0"/>
                <a:cs typeface="Microsoft Sans Serif"/>
              </a:rPr>
              <a:t>do</a:t>
            </a:r>
            <a:r>
              <a:rPr sz="1350" spc="15" dirty="0">
                <a:latin typeface="Trebuchet MS" panose="020B0603020202020204" pitchFamily="34" charset="0"/>
                <a:cs typeface="Microsoft Sans Serif"/>
              </a:rPr>
              <a:t> </a:t>
            </a:r>
            <a:r>
              <a:rPr sz="1350" spc="-94" dirty="0">
                <a:latin typeface="Trebuchet MS" panose="020B0603020202020204" pitchFamily="34" charset="0"/>
                <a:cs typeface="Microsoft Sans Serif"/>
              </a:rPr>
              <a:t>they</a:t>
            </a:r>
            <a:r>
              <a:rPr sz="1350" spc="15" dirty="0">
                <a:latin typeface="Trebuchet MS" panose="020B0603020202020204" pitchFamily="34" charset="0"/>
                <a:cs typeface="Microsoft Sans Serif"/>
              </a:rPr>
              <a:t> </a:t>
            </a:r>
            <a:r>
              <a:rPr sz="1350" spc="-153" dirty="0">
                <a:latin typeface="Trebuchet MS" panose="020B0603020202020204" pitchFamily="34" charset="0"/>
                <a:cs typeface="Microsoft Sans Serif"/>
              </a:rPr>
              <a:t>agree</a:t>
            </a:r>
            <a:r>
              <a:rPr sz="1350" spc="19" dirty="0">
                <a:latin typeface="Trebuchet MS" panose="020B0603020202020204" pitchFamily="34" charset="0"/>
                <a:cs typeface="Microsoft Sans Serif"/>
              </a:rPr>
              <a:t> </a:t>
            </a:r>
            <a:r>
              <a:rPr sz="1350" spc="-75" dirty="0">
                <a:latin typeface="Trebuchet MS" panose="020B0603020202020204" pitchFamily="34" charset="0"/>
                <a:cs typeface="Microsoft Sans Serif"/>
              </a:rPr>
              <a:t>on</a:t>
            </a:r>
            <a:r>
              <a:rPr sz="1350" spc="19" dirty="0">
                <a:latin typeface="Trebuchet MS" panose="020B0603020202020204" pitchFamily="34" charset="0"/>
                <a:cs typeface="Microsoft Sans Serif"/>
              </a:rPr>
              <a:t> </a:t>
            </a:r>
            <a:r>
              <a:rPr sz="1350" spc="-236" dirty="0">
                <a:latin typeface="Trebuchet MS" panose="020B0603020202020204" pitchFamily="34" charset="0"/>
                <a:cs typeface="Microsoft Sans Serif"/>
              </a:rPr>
              <a:t>a</a:t>
            </a:r>
            <a:r>
              <a:rPr sz="1350" spc="15" dirty="0">
                <a:latin typeface="Trebuchet MS" panose="020B0603020202020204" pitchFamily="34" charset="0"/>
                <a:cs typeface="Microsoft Sans Serif"/>
              </a:rPr>
              <a:t> </a:t>
            </a:r>
            <a:r>
              <a:rPr sz="1350" spc="-203" dirty="0">
                <a:latin typeface="Trebuchet MS" panose="020B0603020202020204" pitchFamily="34" charset="0"/>
                <a:cs typeface="Microsoft Sans Serif"/>
              </a:rPr>
              <a:t>value?</a:t>
            </a:r>
            <a:r>
              <a:rPr sz="1350" spc="19" dirty="0">
                <a:latin typeface="Trebuchet MS" panose="020B0603020202020204" pitchFamily="34" charset="0"/>
                <a:cs typeface="Microsoft Sans Serif"/>
              </a:rPr>
              <a:t> </a:t>
            </a:r>
            <a:r>
              <a:rPr sz="1350" spc="-146" dirty="0">
                <a:latin typeface="Trebuchet MS" panose="020B0603020202020204" pitchFamily="34" charset="0"/>
                <a:cs typeface="Microsoft Sans Serif"/>
              </a:rPr>
              <a:t>Can</a:t>
            </a:r>
            <a:r>
              <a:rPr sz="1350" spc="15" dirty="0">
                <a:latin typeface="Trebuchet MS" panose="020B0603020202020204" pitchFamily="34" charset="0"/>
                <a:cs typeface="Microsoft Sans Serif"/>
              </a:rPr>
              <a:t> </a:t>
            </a:r>
            <a:r>
              <a:rPr sz="1350" spc="-98" dirty="0">
                <a:latin typeface="Trebuchet MS" panose="020B0603020202020204" pitchFamily="34" charset="0"/>
                <a:cs typeface="Microsoft Sans Serif"/>
              </a:rPr>
              <a:t>we</a:t>
            </a:r>
            <a:r>
              <a:rPr sz="1350" spc="19" dirty="0">
                <a:latin typeface="Trebuchet MS" panose="020B0603020202020204" pitchFamily="34" charset="0"/>
                <a:cs typeface="Microsoft Sans Serif"/>
              </a:rPr>
              <a:t> </a:t>
            </a:r>
            <a:r>
              <a:rPr sz="1350" spc="-172" dirty="0">
                <a:latin typeface="Trebuchet MS" panose="020B0603020202020204" pitchFamily="34" charset="0"/>
                <a:cs typeface="Microsoft Sans Serif"/>
              </a:rPr>
              <a:t>always</a:t>
            </a:r>
            <a:r>
              <a:rPr sz="1350" spc="23" dirty="0">
                <a:latin typeface="Trebuchet MS" panose="020B0603020202020204" pitchFamily="34" charset="0"/>
                <a:cs typeface="Microsoft Sans Serif"/>
              </a:rPr>
              <a:t> </a:t>
            </a:r>
            <a:r>
              <a:rPr sz="1350" spc="-113" dirty="0">
                <a:latin typeface="Trebuchet MS" panose="020B0603020202020204" pitchFamily="34" charset="0"/>
                <a:cs typeface="Microsoft Sans Serif"/>
              </a:rPr>
              <a:t>get</a:t>
            </a:r>
            <a:r>
              <a:rPr sz="1350" spc="15" dirty="0">
                <a:latin typeface="Trebuchet MS" panose="020B0603020202020204" pitchFamily="34" charset="0"/>
                <a:cs typeface="Microsoft Sans Serif"/>
              </a:rPr>
              <a:t> </a:t>
            </a:r>
            <a:r>
              <a:rPr sz="1350" spc="-86" dirty="0">
                <a:latin typeface="Trebuchet MS" panose="020B0603020202020204" pitchFamily="34" charset="0"/>
                <a:cs typeface="Microsoft Sans Serif"/>
              </a:rPr>
              <a:t>them</a:t>
            </a:r>
            <a:r>
              <a:rPr sz="1350" spc="15" dirty="0">
                <a:latin typeface="Trebuchet MS" panose="020B0603020202020204" pitchFamily="34" charset="0"/>
                <a:cs typeface="Microsoft Sans Serif"/>
              </a:rPr>
              <a:t> </a:t>
            </a:r>
            <a:r>
              <a:rPr sz="1350" spc="8" dirty="0">
                <a:latin typeface="Trebuchet MS" panose="020B0603020202020204" pitchFamily="34" charset="0"/>
                <a:cs typeface="Microsoft Sans Serif"/>
              </a:rPr>
              <a:t>to</a:t>
            </a:r>
            <a:r>
              <a:rPr sz="1350" spc="15" dirty="0">
                <a:latin typeface="Trebuchet MS" panose="020B0603020202020204" pitchFamily="34" charset="0"/>
                <a:cs typeface="Microsoft Sans Serif"/>
              </a:rPr>
              <a:t> </a:t>
            </a:r>
            <a:r>
              <a:rPr sz="1350" spc="-210" dirty="0">
                <a:latin typeface="Trebuchet MS" panose="020B0603020202020204" pitchFamily="34" charset="0"/>
                <a:cs typeface="Microsoft Sans Serif"/>
              </a:rPr>
              <a:t>agree?</a:t>
            </a:r>
            <a:endParaRPr sz="1350" dirty="0">
              <a:latin typeface="Trebuchet MS" panose="020B0603020202020204" pitchFamily="34" charset="0"/>
              <a:cs typeface="Microsoft Sans Serif"/>
            </a:endParaRPr>
          </a:p>
          <a:p>
            <a:pPr marL="523875" lvl="1" indent="-171450">
              <a:lnSpc>
                <a:spcPts val="2149"/>
              </a:lnSpc>
              <a:buFont typeface="Arial MT"/>
              <a:buChar char="•"/>
              <a:tabLst>
                <a:tab pos="523875" algn="l"/>
              </a:tabLst>
              <a:defRPr/>
            </a:pPr>
            <a:r>
              <a:rPr sz="1350" spc="-30" dirty="0">
                <a:latin typeface="Trebuchet MS" panose="020B0603020202020204" pitchFamily="34" charset="0"/>
                <a:cs typeface="Microsoft Sans Serif"/>
              </a:rPr>
              <a:t>How</a:t>
            </a:r>
            <a:r>
              <a:rPr sz="1350" spc="15" dirty="0">
                <a:latin typeface="Trebuchet MS" panose="020B0603020202020204" pitchFamily="34" charset="0"/>
                <a:cs typeface="Microsoft Sans Serif"/>
              </a:rPr>
              <a:t> </a:t>
            </a:r>
            <a:r>
              <a:rPr sz="1350" spc="8" dirty="0">
                <a:latin typeface="Trebuchet MS" panose="020B0603020202020204" pitchFamily="34" charset="0"/>
                <a:cs typeface="Microsoft Sans Serif"/>
              </a:rPr>
              <a:t>to</a:t>
            </a:r>
            <a:r>
              <a:rPr sz="1350" spc="15" dirty="0">
                <a:latin typeface="Trebuchet MS" panose="020B0603020202020204" pitchFamily="34" charset="0"/>
                <a:cs typeface="Microsoft Sans Serif"/>
              </a:rPr>
              <a:t> </a:t>
            </a:r>
            <a:r>
              <a:rPr sz="1350" spc="-131" dirty="0">
                <a:latin typeface="Trebuchet MS" panose="020B0603020202020204" pitchFamily="34" charset="0"/>
                <a:cs typeface="Microsoft Sans Serif"/>
              </a:rPr>
              <a:t>handle</a:t>
            </a:r>
            <a:r>
              <a:rPr sz="1350" spc="19" dirty="0">
                <a:latin typeface="Trebuchet MS" panose="020B0603020202020204" pitchFamily="34" charset="0"/>
                <a:cs typeface="Microsoft Sans Serif"/>
              </a:rPr>
              <a:t> </a:t>
            </a:r>
            <a:r>
              <a:rPr sz="1350" spc="-75" dirty="0">
                <a:latin typeface="Trebuchet MS" panose="020B0603020202020204" pitchFamily="34" charset="0"/>
                <a:cs typeface="Microsoft Sans Serif"/>
              </a:rPr>
              <a:t>distributed</a:t>
            </a:r>
            <a:r>
              <a:rPr sz="1350" spc="15" dirty="0">
                <a:latin typeface="Trebuchet MS" panose="020B0603020202020204" pitchFamily="34" charset="0"/>
                <a:cs typeface="Microsoft Sans Serif"/>
              </a:rPr>
              <a:t> </a:t>
            </a:r>
            <a:r>
              <a:rPr sz="1350" spc="-79" dirty="0">
                <a:latin typeface="Trebuchet MS" panose="020B0603020202020204" pitchFamily="34" charset="0"/>
                <a:cs typeface="Microsoft Sans Serif"/>
              </a:rPr>
              <a:t>concurrent</a:t>
            </a:r>
            <a:r>
              <a:rPr sz="1350" spc="15" dirty="0">
                <a:latin typeface="Trebuchet MS" panose="020B0603020202020204" pitchFamily="34" charset="0"/>
                <a:cs typeface="Microsoft Sans Serif"/>
              </a:rPr>
              <a:t> </a:t>
            </a:r>
            <a:r>
              <a:rPr sz="1350" spc="-146" dirty="0">
                <a:latin typeface="Trebuchet MS" panose="020B0603020202020204" pitchFamily="34" charset="0"/>
                <a:cs typeface="Microsoft Sans Serif"/>
              </a:rPr>
              <a:t>transactions?</a:t>
            </a:r>
            <a:endParaRPr sz="1350" dirty="0">
              <a:latin typeface="Trebuchet MS" panose="020B0603020202020204" pitchFamily="34" charset="0"/>
              <a:cs typeface="Microsoft Sans Serif"/>
            </a:endParaRPr>
          </a:p>
          <a:p>
            <a:pPr marL="523875" lvl="1" indent="-171450">
              <a:lnSpc>
                <a:spcPts val="2149"/>
              </a:lnSpc>
              <a:buFont typeface="Arial MT"/>
              <a:buChar char="•"/>
              <a:tabLst>
                <a:tab pos="523875" algn="l"/>
              </a:tabLst>
              <a:defRPr/>
            </a:pPr>
            <a:r>
              <a:rPr sz="1350" spc="300" dirty="0">
                <a:latin typeface="Trebuchet MS" panose="020B0603020202020204" pitchFamily="34" charset="0"/>
                <a:cs typeface="Microsoft Sans Serif"/>
              </a:rPr>
              <a:t>….</a:t>
            </a:r>
            <a:endParaRPr sz="1350" dirty="0">
              <a:latin typeface="Trebuchet MS" panose="020B0603020202020204" pitchFamily="34" charset="0"/>
              <a:cs typeface="Microsoft Sans Serif"/>
            </a:endParaRPr>
          </a:p>
          <a:p>
            <a:pPr marL="254794" indent="-245269">
              <a:lnSpc>
                <a:spcPts val="2516"/>
              </a:lnSpc>
              <a:buFontTx/>
              <a:buChar char="•"/>
              <a:tabLst>
                <a:tab pos="254318" algn="l"/>
                <a:tab pos="254794" algn="l"/>
              </a:tabLst>
              <a:defRPr/>
            </a:pPr>
            <a:r>
              <a:rPr sz="2100" spc="-244" dirty="0">
                <a:latin typeface="Trebuchet MS" panose="020B0603020202020204" pitchFamily="34" charset="0"/>
                <a:cs typeface="Calibri" panose="020F0502020204030204" pitchFamily="34" charset="0"/>
              </a:rPr>
              <a:t>Re</a:t>
            </a:r>
            <a:r>
              <a:rPr sz="2100" spc="-210" dirty="0">
                <a:latin typeface="Trebuchet MS" panose="020B0603020202020204" pitchFamily="34" charset="0"/>
                <a:cs typeface="Calibri" panose="020F0502020204030204" pitchFamily="34" charset="0"/>
              </a:rPr>
              <a:t>a</a:t>
            </a:r>
            <a:r>
              <a:rPr sz="2100" spc="-11" dirty="0">
                <a:latin typeface="Trebuchet MS" panose="020B0603020202020204" pitchFamily="34" charset="0"/>
                <a:cs typeface="Calibri" panose="020F0502020204030204" pitchFamily="34" charset="0"/>
              </a:rPr>
              <a:t>l</a:t>
            </a:r>
            <a:r>
              <a:rPr sz="2100" spc="-30" dirty="0">
                <a:latin typeface="Trebuchet MS" panose="020B0603020202020204" pitchFamily="34" charset="0"/>
                <a:cs typeface="Calibri" panose="020F0502020204030204" pitchFamily="34" charset="0"/>
              </a:rPr>
              <a:t>-</a:t>
            </a:r>
            <a:r>
              <a:rPr sz="2100" spc="-53" dirty="0">
                <a:latin typeface="Trebuchet MS" panose="020B0603020202020204" pitchFamily="34" charset="0"/>
                <a:cs typeface="Calibri" panose="020F0502020204030204" pitchFamily="34" charset="0"/>
              </a:rPr>
              <a:t>w</a:t>
            </a:r>
            <a:r>
              <a:rPr sz="2100" spc="-8" dirty="0">
                <a:latin typeface="Trebuchet MS" panose="020B0603020202020204" pitchFamily="34" charset="0"/>
                <a:cs typeface="Calibri" panose="020F0502020204030204" pitchFamily="34" charset="0"/>
              </a:rPr>
              <a:t>o</a:t>
            </a:r>
            <a:r>
              <a:rPr sz="2100" spc="131" dirty="0">
                <a:latin typeface="Trebuchet MS" panose="020B0603020202020204" pitchFamily="34" charset="0"/>
                <a:cs typeface="Calibri" panose="020F0502020204030204" pitchFamily="34" charset="0"/>
              </a:rPr>
              <a:t>r</a:t>
            </a:r>
            <a:r>
              <a:rPr sz="2100" spc="-11" dirty="0">
                <a:latin typeface="Trebuchet MS" panose="020B0603020202020204" pitchFamily="34" charset="0"/>
                <a:cs typeface="Calibri" panose="020F0502020204030204" pitchFamily="34" charset="0"/>
              </a:rPr>
              <a:t>l</a:t>
            </a:r>
            <a:r>
              <a:rPr sz="2100" spc="-98" dirty="0">
                <a:latin typeface="Trebuchet MS" panose="020B0603020202020204" pitchFamily="34" charset="0"/>
                <a:cs typeface="Calibri" panose="020F0502020204030204" pitchFamily="34" charset="0"/>
              </a:rPr>
              <a:t>d</a:t>
            </a:r>
            <a:r>
              <a:rPr sz="2100" spc="-8" dirty="0">
                <a:latin typeface="Trebuchet MS" panose="020B0603020202020204" pitchFamily="34" charset="0"/>
                <a:cs typeface="Calibri" panose="020F0502020204030204" pitchFamily="34" charset="0"/>
              </a:rPr>
              <a:t> </a:t>
            </a:r>
            <a:r>
              <a:rPr sz="2100" spc="-135" dirty="0">
                <a:latin typeface="Trebuchet MS" panose="020B0603020202020204" pitchFamily="34" charset="0"/>
                <a:cs typeface="Calibri" panose="020F0502020204030204" pitchFamily="34" charset="0"/>
              </a:rPr>
              <a:t>c</a:t>
            </a:r>
            <a:r>
              <a:rPr sz="2100" spc="-270" dirty="0">
                <a:latin typeface="Trebuchet MS" panose="020B0603020202020204" pitchFamily="34" charset="0"/>
                <a:cs typeface="Calibri" panose="020F0502020204030204" pitchFamily="34" charset="0"/>
              </a:rPr>
              <a:t>a</a:t>
            </a:r>
            <a:r>
              <a:rPr sz="2100" spc="-248" dirty="0">
                <a:latin typeface="Trebuchet MS" panose="020B0603020202020204" pitchFamily="34" charset="0"/>
                <a:cs typeface="Calibri" panose="020F0502020204030204" pitchFamily="34" charset="0"/>
              </a:rPr>
              <a:t>s</a:t>
            </a:r>
            <a:r>
              <a:rPr sz="2100" spc="-165" dirty="0">
                <a:latin typeface="Trebuchet MS" panose="020B0603020202020204" pitchFamily="34" charset="0"/>
                <a:cs typeface="Calibri" panose="020F0502020204030204" pitchFamily="34" charset="0"/>
              </a:rPr>
              <a:t>e</a:t>
            </a:r>
            <a:r>
              <a:rPr sz="2100" spc="-8" dirty="0">
                <a:latin typeface="Trebuchet MS" panose="020B0603020202020204" pitchFamily="34" charset="0"/>
                <a:cs typeface="Calibri" panose="020F0502020204030204" pitchFamily="34" charset="0"/>
              </a:rPr>
              <a:t> </a:t>
            </a:r>
            <a:r>
              <a:rPr sz="2100" spc="-248" dirty="0">
                <a:latin typeface="Trebuchet MS" panose="020B0603020202020204" pitchFamily="34" charset="0"/>
                <a:cs typeface="Calibri" panose="020F0502020204030204" pitchFamily="34" charset="0"/>
              </a:rPr>
              <a:t>s</a:t>
            </a:r>
            <a:r>
              <a:rPr sz="2100" spc="116" dirty="0">
                <a:latin typeface="Trebuchet MS" panose="020B0603020202020204" pitchFamily="34" charset="0"/>
                <a:cs typeface="Calibri" panose="020F0502020204030204" pitchFamily="34" charset="0"/>
              </a:rPr>
              <a:t>t</a:t>
            </a:r>
            <a:r>
              <a:rPr sz="2100" spc="-109" dirty="0">
                <a:latin typeface="Trebuchet MS" panose="020B0603020202020204" pitchFamily="34" charset="0"/>
                <a:cs typeface="Calibri" panose="020F0502020204030204" pitchFamily="34" charset="0"/>
              </a:rPr>
              <a:t>u</a:t>
            </a:r>
            <a:r>
              <a:rPr sz="2100" spc="-113" dirty="0">
                <a:latin typeface="Trebuchet MS" panose="020B0603020202020204" pitchFamily="34" charset="0"/>
                <a:cs typeface="Calibri" panose="020F0502020204030204" pitchFamily="34" charset="0"/>
              </a:rPr>
              <a:t>d</a:t>
            </a:r>
            <a:r>
              <a:rPr sz="2100" spc="-11" dirty="0">
                <a:latin typeface="Trebuchet MS" panose="020B0603020202020204" pitchFamily="34" charset="0"/>
                <a:cs typeface="Calibri" panose="020F0502020204030204" pitchFamily="34" charset="0"/>
              </a:rPr>
              <a:t>i</a:t>
            </a:r>
            <a:r>
              <a:rPr sz="2100" spc="-169" dirty="0">
                <a:latin typeface="Trebuchet MS" panose="020B0603020202020204" pitchFamily="34" charset="0"/>
                <a:cs typeface="Calibri" panose="020F0502020204030204" pitchFamily="34" charset="0"/>
              </a:rPr>
              <a:t>e</a:t>
            </a:r>
            <a:r>
              <a:rPr sz="2100" spc="-244" dirty="0">
                <a:latin typeface="Trebuchet MS" panose="020B0603020202020204" pitchFamily="34" charset="0"/>
                <a:cs typeface="Calibri" panose="020F0502020204030204" pitchFamily="34" charset="0"/>
              </a:rPr>
              <a:t>s</a:t>
            </a:r>
            <a:endParaRPr sz="2100" dirty="0">
              <a:latin typeface="Trebuchet MS" panose="020B0603020202020204" pitchFamily="34" charset="0"/>
              <a:cs typeface="Calibri" panose="020F0502020204030204" pitchFamily="34" charset="0"/>
            </a:endParaRPr>
          </a:p>
          <a:p>
            <a:pPr marL="523875" lvl="1" indent="-171450">
              <a:lnSpc>
                <a:spcPts val="2156"/>
              </a:lnSpc>
              <a:spcBef>
                <a:spcPts val="30"/>
              </a:spcBef>
              <a:buFont typeface="Arial MT"/>
              <a:buChar char="•"/>
              <a:tabLst>
                <a:tab pos="523875" algn="l"/>
              </a:tabLst>
              <a:defRPr/>
            </a:pPr>
            <a:r>
              <a:rPr sz="1350" spc="-68" dirty="0">
                <a:latin typeface="Trebuchet MS" panose="020B0603020202020204" pitchFamily="34" charset="0"/>
                <a:cs typeface="Microsoft Sans Serif"/>
              </a:rPr>
              <a:t>Distributed</a:t>
            </a:r>
            <a:r>
              <a:rPr sz="1350" spc="15" dirty="0">
                <a:latin typeface="Trebuchet MS" panose="020B0603020202020204" pitchFamily="34" charset="0"/>
                <a:cs typeface="Microsoft Sans Serif"/>
              </a:rPr>
              <a:t> </a:t>
            </a:r>
            <a:r>
              <a:rPr sz="1350" spc="-135" dirty="0">
                <a:latin typeface="Trebuchet MS" panose="020B0603020202020204" pitchFamily="34" charset="0"/>
                <a:cs typeface="Microsoft Sans Serif"/>
              </a:rPr>
              <a:t>key-value</a:t>
            </a:r>
            <a:r>
              <a:rPr sz="1350" spc="19" dirty="0">
                <a:latin typeface="Trebuchet MS" panose="020B0603020202020204" pitchFamily="34" charset="0"/>
                <a:cs typeface="Microsoft Sans Serif"/>
              </a:rPr>
              <a:t> </a:t>
            </a:r>
            <a:r>
              <a:rPr sz="1350" spc="-109" dirty="0">
                <a:latin typeface="Trebuchet MS" panose="020B0603020202020204" pitchFamily="34" charset="0"/>
                <a:cs typeface="Microsoft Sans Serif"/>
              </a:rPr>
              <a:t>stores</a:t>
            </a:r>
            <a:endParaRPr sz="1350" dirty="0">
              <a:latin typeface="Trebuchet MS" panose="020B0603020202020204" pitchFamily="34" charset="0"/>
              <a:cs typeface="Microsoft Sans Serif"/>
            </a:endParaRPr>
          </a:p>
          <a:p>
            <a:pPr marL="523875" lvl="1" indent="-171450">
              <a:lnSpc>
                <a:spcPts val="2149"/>
              </a:lnSpc>
              <a:buFont typeface="Arial MT"/>
              <a:buChar char="•"/>
              <a:tabLst>
                <a:tab pos="523875" algn="l"/>
              </a:tabLst>
              <a:defRPr/>
            </a:pPr>
            <a:r>
              <a:rPr sz="1350" spc="-68" dirty="0">
                <a:latin typeface="Trebuchet MS" panose="020B0603020202020204" pitchFamily="34" charset="0"/>
                <a:cs typeface="Microsoft Sans Serif"/>
              </a:rPr>
              <a:t>Distributed</a:t>
            </a:r>
            <a:r>
              <a:rPr sz="1350" spc="15" dirty="0">
                <a:latin typeface="Trebuchet MS" panose="020B0603020202020204" pitchFamily="34" charset="0"/>
                <a:cs typeface="Microsoft Sans Serif"/>
              </a:rPr>
              <a:t> </a:t>
            </a:r>
            <a:r>
              <a:rPr sz="1350" spc="-101" dirty="0">
                <a:latin typeface="Trebuchet MS" panose="020B0603020202020204" pitchFamily="34" charset="0"/>
                <a:cs typeface="Microsoft Sans Serif"/>
              </a:rPr>
              <a:t>file</a:t>
            </a:r>
            <a:r>
              <a:rPr sz="1350" spc="15" dirty="0">
                <a:latin typeface="Trebuchet MS" panose="020B0603020202020204" pitchFamily="34" charset="0"/>
                <a:cs typeface="Microsoft Sans Serif"/>
              </a:rPr>
              <a:t> </a:t>
            </a:r>
            <a:r>
              <a:rPr sz="1350" spc="-113" dirty="0">
                <a:latin typeface="Trebuchet MS" panose="020B0603020202020204" pitchFamily="34" charset="0"/>
                <a:cs typeface="Microsoft Sans Serif"/>
              </a:rPr>
              <a:t>servers</a:t>
            </a:r>
            <a:endParaRPr sz="1350" dirty="0">
              <a:latin typeface="Trebuchet MS" panose="020B0603020202020204" pitchFamily="34" charset="0"/>
              <a:cs typeface="Microsoft Sans Serif"/>
            </a:endParaRPr>
          </a:p>
          <a:p>
            <a:pPr marL="523875" lvl="1" indent="-171450">
              <a:lnSpc>
                <a:spcPts val="2156"/>
              </a:lnSpc>
              <a:buFont typeface="Arial MT"/>
              <a:buChar char="•"/>
              <a:tabLst>
                <a:tab pos="523875" algn="l"/>
              </a:tabLst>
              <a:defRPr/>
            </a:pPr>
            <a:r>
              <a:rPr sz="1350" spc="-146" dirty="0">
                <a:latin typeface="Trebuchet MS" panose="020B0603020202020204" pitchFamily="34" charset="0"/>
                <a:cs typeface="Microsoft Sans Serif"/>
              </a:rPr>
              <a:t>Blockchains</a:t>
            </a:r>
            <a:endParaRPr sz="1350" dirty="0">
              <a:latin typeface="Trebuchet MS" panose="020B0603020202020204" pitchFamily="34" charset="0"/>
              <a:cs typeface="Microsoft Sans Serif"/>
            </a:endParaRPr>
          </a:p>
          <a:p>
            <a:pPr marL="523875" lvl="1" indent="-171450">
              <a:spcBef>
                <a:spcPts val="15"/>
              </a:spcBef>
              <a:buFont typeface="Arial MT"/>
              <a:buChar char="•"/>
              <a:tabLst>
                <a:tab pos="523875" algn="l"/>
              </a:tabLst>
              <a:defRPr/>
            </a:pPr>
            <a:r>
              <a:rPr sz="1350" spc="780" dirty="0">
                <a:latin typeface="Trebuchet MS" panose="020B0603020202020204" pitchFamily="34" charset="0"/>
                <a:cs typeface="Microsoft Sans Serif"/>
              </a:rPr>
              <a:t>…</a:t>
            </a:r>
            <a:endParaRPr sz="1350" dirty="0">
              <a:latin typeface="Trebuchet MS" panose="020B0603020202020204" pitchFamily="34" charset="0"/>
              <a:cs typeface="Microsoft Sans Serif"/>
            </a:endParaRPr>
          </a:p>
        </p:txBody>
      </p:sp>
      <p:sp>
        <p:nvSpPr>
          <p:cNvPr id="4" name="object 2">
            <a:extLst>
              <a:ext uri="{FF2B5EF4-FFF2-40B4-BE49-F238E27FC236}">
                <a16:creationId xmlns:a16="http://schemas.microsoft.com/office/drawing/2014/main" id="{CCB93E49-1192-451E-D65B-1D8DF9F189A0}"/>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What are important ?</a:t>
            </a:r>
            <a:endParaRPr lang="en-US" sz="2800" kern="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34BB9173-4800-F49B-5BD4-6B274FA7E7BC}"/>
              </a:ext>
            </a:extLst>
          </p:cNvPr>
          <p:cNvSpPr txBox="1">
            <a:spLocks noGrp="1"/>
          </p:cNvSpPr>
          <p:nvPr>
            <p:ph type="title"/>
          </p:nvPr>
        </p:nvSpPr>
        <p:spPr>
          <a:xfrm>
            <a:off x="1288257" y="169069"/>
            <a:ext cx="4140994" cy="1500199"/>
          </a:xfrm>
        </p:spPr>
        <p:txBody>
          <a:bodyPr wrap="square" lIns="0" tIns="22650" rIns="0" bIns="0" rtlCol="0">
            <a:spAutoFit/>
          </a:bodyPr>
          <a:lstStyle/>
          <a:p>
            <a:pPr marL="18876">
              <a:spcBef>
                <a:spcPts val="179"/>
              </a:spcBef>
              <a:defRPr/>
            </a:pPr>
            <a:r>
              <a:rPr spc="-156" dirty="0"/>
              <a:t>Latency</a:t>
            </a:r>
            <a:r>
              <a:rPr spc="-8" dirty="0"/>
              <a:t> </a:t>
            </a:r>
            <a:r>
              <a:rPr spc="-170" dirty="0"/>
              <a:t>and</a:t>
            </a:r>
            <a:r>
              <a:rPr spc="8" dirty="0"/>
              <a:t> </a:t>
            </a:r>
            <a:r>
              <a:rPr spc="-170" dirty="0"/>
              <a:t>bandwidth</a:t>
            </a:r>
          </a:p>
        </p:txBody>
      </p:sp>
      <p:sp>
        <p:nvSpPr>
          <p:cNvPr id="3" name="object 3">
            <a:extLst>
              <a:ext uri="{FF2B5EF4-FFF2-40B4-BE49-F238E27FC236}">
                <a16:creationId xmlns:a16="http://schemas.microsoft.com/office/drawing/2014/main" id="{6F8A1471-2180-22D9-2A04-43FC58C848D8}"/>
              </a:ext>
            </a:extLst>
          </p:cNvPr>
          <p:cNvSpPr txBox="1"/>
          <p:nvPr/>
        </p:nvSpPr>
        <p:spPr>
          <a:xfrm>
            <a:off x="762000" y="612780"/>
            <a:ext cx="7391400" cy="3572764"/>
          </a:xfrm>
          <a:prstGeom prst="rect">
            <a:avLst/>
          </a:prstGeom>
        </p:spPr>
        <p:txBody>
          <a:bodyPr wrap="square" lIns="0" tIns="76445" rIns="0" bIns="0">
            <a:spAutoFit/>
          </a:bodyPr>
          <a:lstStyle/>
          <a:p>
            <a:pPr marL="56627">
              <a:spcBef>
                <a:spcPts val="602"/>
              </a:spcBef>
              <a:defRPr/>
            </a:pPr>
            <a:r>
              <a:rPr sz="1784" b="1" spc="-67" dirty="0">
                <a:latin typeface="Arial"/>
                <a:cs typeface="Arial"/>
              </a:rPr>
              <a:t>Latency</a:t>
            </a:r>
            <a:r>
              <a:rPr sz="1784" spc="-67" dirty="0">
                <a:latin typeface="Tahoma"/>
                <a:cs typeface="Tahoma"/>
              </a:rPr>
              <a:t>:</a:t>
            </a:r>
            <a:r>
              <a:rPr sz="1784" spc="194" dirty="0">
                <a:latin typeface="Tahoma"/>
                <a:cs typeface="Tahoma"/>
              </a:rPr>
              <a:t> </a:t>
            </a:r>
            <a:r>
              <a:rPr sz="1784" spc="-67" dirty="0">
                <a:latin typeface="Tahoma"/>
                <a:cs typeface="Tahoma"/>
              </a:rPr>
              <a:t>time</a:t>
            </a:r>
            <a:r>
              <a:rPr sz="1784" dirty="0">
                <a:latin typeface="Tahoma"/>
                <a:cs typeface="Tahoma"/>
              </a:rPr>
              <a:t> </a:t>
            </a:r>
            <a:r>
              <a:rPr sz="1784" spc="-38" dirty="0">
                <a:latin typeface="Tahoma"/>
                <a:cs typeface="Tahoma"/>
              </a:rPr>
              <a:t>until</a:t>
            </a:r>
            <a:r>
              <a:rPr sz="1784" spc="8" dirty="0">
                <a:latin typeface="Tahoma"/>
                <a:cs typeface="Tahoma"/>
              </a:rPr>
              <a:t> </a:t>
            </a:r>
            <a:r>
              <a:rPr sz="1784" spc="-134" dirty="0">
                <a:latin typeface="Tahoma"/>
                <a:cs typeface="Tahoma"/>
              </a:rPr>
              <a:t>message</a:t>
            </a:r>
            <a:r>
              <a:rPr sz="1784" spc="8" dirty="0">
                <a:latin typeface="Tahoma"/>
                <a:cs typeface="Tahoma"/>
              </a:rPr>
              <a:t> </a:t>
            </a:r>
            <a:r>
              <a:rPr sz="1784" spc="-97" dirty="0">
                <a:latin typeface="Tahoma"/>
                <a:cs typeface="Tahoma"/>
              </a:rPr>
              <a:t>arrives</a:t>
            </a:r>
            <a:endParaRPr sz="1784" dirty="0">
              <a:latin typeface="Tahoma"/>
              <a:cs typeface="Tahoma"/>
            </a:endParaRPr>
          </a:p>
          <a:p>
            <a:pPr marL="498318" indent="-286910">
              <a:spcBef>
                <a:spcPts val="446"/>
              </a:spcBef>
              <a:buClr>
                <a:srgbClr val="3333B2"/>
              </a:buClr>
              <a:buFont typeface="Lucida Sans Unicode"/>
              <a:buChar char="►"/>
              <a:tabLst>
                <a:tab pos="499262" algn="l"/>
              </a:tabLst>
              <a:defRPr/>
            </a:pPr>
            <a:r>
              <a:rPr sz="1784" spc="-149" dirty="0">
                <a:latin typeface="Tahoma"/>
                <a:cs typeface="Tahoma"/>
              </a:rPr>
              <a:t>In</a:t>
            </a:r>
            <a:r>
              <a:rPr sz="1784" spc="15" dirty="0">
                <a:latin typeface="Tahoma"/>
                <a:cs typeface="Tahoma"/>
              </a:rPr>
              <a:t> </a:t>
            </a:r>
            <a:r>
              <a:rPr sz="1784" spc="-82" dirty="0">
                <a:latin typeface="Tahoma"/>
                <a:cs typeface="Tahoma"/>
              </a:rPr>
              <a:t>the</a:t>
            </a:r>
            <a:r>
              <a:rPr sz="1784" spc="23" dirty="0">
                <a:latin typeface="Tahoma"/>
                <a:cs typeface="Tahoma"/>
              </a:rPr>
              <a:t> </a:t>
            </a:r>
            <a:r>
              <a:rPr sz="1784" spc="-134" dirty="0">
                <a:latin typeface="Tahoma"/>
                <a:cs typeface="Tahoma"/>
              </a:rPr>
              <a:t>same</a:t>
            </a:r>
            <a:r>
              <a:rPr sz="1784" spc="15" dirty="0">
                <a:latin typeface="Tahoma"/>
                <a:cs typeface="Tahoma"/>
              </a:rPr>
              <a:t> </a:t>
            </a:r>
            <a:r>
              <a:rPr sz="1784" spc="-67" dirty="0">
                <a:latin typeface="Tahoma"/>
                <a:cs typeface="Tahoma"/>
              </a:rPr>
              <a:t>building/datacenter:</a:t>
            </a:r>
            <a:r>
              <a:rPr sz="1784" spc="208" dirty="0">
                <a:latin typeface="Tahoma"/>
                <a:cs typeface="Tahoma"/>
              </a:rPr>
              <a:t> </a:t>
            </a:r>
            <a:r>
              <a:rPr sz="1784" spc="386" dirty="0">
                <a:latin typeface="Cambria"/>
                <a:cs typeface="Cambria"/>
              </a:rPr>
              <a:t>≈</a:t>
            </a:r>
            <a:r>
              <a:rPr sz="1784" spc="97" dirty="0">
                <a:latin typeface="Cambria"/>
                <a:cs typeface="Cambria"/>
              </a:rPr>
              <a:t> </a:t>
            </a:r>
            <a:r>
              <a:rPr sz="1784" spc="-38" dirty="0">
                <a:latin typeface="Calibri"/>
                <a:cs typeface="Calibri"/>
              </a:rPr>
              <a:t>1</a:t>
            </a:r>
            <a:r>
              <a:rPr sz="1784" spc="164" dirty="0">
                <a:latin typeface="Calibri"/>
                <a:cs typeface="Calibri"/>
              </a:rPr>
              <a:t> </a:t>
            </a:r>
            <a:r>
              <a:rPr sz="1784" spc="-126" dirty="0">
                <a:latin typeface="Tahoma"/>
                <a:cs typeface="Tahoma"/>
              </a:rPr>
              <a:t>ms</a:t>
            </a:r>
            <a:endParaRPr sz="1784" dirty="0">
              <a:latin typeface="Tahoma"/>
              <a:cs typeface="Tahoma"/>
            </a:endParaRPr>
          </a:p>
          <a:p>
            <a:pPr marL="498318" indent="-286910">
              <a:spcBef>
                <a:spcPts val="453"/>
              </a:spcBef>
              <a:buClr>
                <a:srgbClr val="3333B2"/>
              </a:buClr>
              <a:buFont typeface="Lucida Sans Unicode"/>
              <a:buChar char="►"/>
              <a:tabLst>
                <a:tab pos="499262" algn="l"/>
              </a:tabLst>
              <a:defRPr/>
            </a:pPr>
            <a:r>
              <a:rPr sz="1784" spc="-89" dirty="0">
                <a:latin typeface="Tahoma"/>
                <a:cs typeface="Tahoma"/>
              </a:rPr>
              <a:t>One</a:t>
            </a:r>
            <a:r>
              <a:rPr sz="1784" spc="15" dirty="0">
                <a:latin typeface="Tahoma"/>
                <a:cs typeface="Tahoma"/>
              </a:rPr>
              <a:t> </a:t>
            </a:r>
            <a:r>
              <a:rPr sz="1784" spc="-67" dirty="0">
                <a:latin typeface="Tahoma"/>
                <a:cs typeface="Tahoma"/>
              </a:rPr>
              <a:t>continent</a:t>
            </a:r>
            <a:r>
              <a:rPr sz="1784" spc="15" dirty="0">
                <a:latin typeface="Tahoma"/>
                <a:cs typeface="Tahoma"/>
              </a:rPr>
              <a:t> </a:t>
            </a:r>
            <a:r>
              <a:rPr sz="1784" spc="-38" dirty="0">
                <a:latin typeface="Tahoma"/>
                <a:cs typeface="Tahoma"/>
              </a:rPr>
              <a:t>to</a:t>
            </a:r>
            <a:r>
              <a:rPr sz="1784" spc="15" dirty="0">
                <a:latin typeface="Tahoma"/>
                <a:cs typeface="Tahoma"/>
              </a:rPr>
              <a:t> </a:t>
            </a:r>
            <a:r>
              <a:rPr sz="1784" spc="-97" dirty="0">
                <a:latin typeface="Tahoma"/>
                <a:cs typeface="Tahoma"/>
              </a:rPr>
              <a:t>another:</a:t>
            </a:r>
            <a:r>
              <a:rPr sz="1784" spc="208" dirty="0">
                <a:latin typeface="Tahoma"/>
                <a:cs typeface="Tahoma"/>
              </a:rPr>
              <a:t> </a:t>
            </a:r>
            <a:r>
              <a:rPr sz="1784" spc="386" dirty="0">
                <a:latin typeface="Cambria"/>
                <a:cs typeface="Cambria"/>
              </a:rPr>
              <a:t>≈</a:t>
            </a:r>
            <a:r>
              <a:rPr sz="1784" spc="97" dirty="0">
                <a:latin typeface="Cambria"/>
                <a:cs typeface="Cambria"/>
              </a:rPr>
              <a:t> </a:t>
            </a:r>
            <a:r>
              <a:rPr sz="1784" spc="-38" dirty="0">
                <a:latin typeface="Calibri"/>
                <a:cs typeface="Calibri"/>
              </a:rPr>
              <a:t>100</a:t>
            </a:r>
            <a:r>
              <a:rPr sz="1784" spc="164" dirty="0">
                <a:latin typeface="Calibri"/>
                <a:cs typeface="Calibri"/>
              </a:rPr>
              <a:t> </a:t>
            </a:r>
            <a:r>
              <a:rPr sz="1784" spc="-126" dirty="0">
                <a:latin typeface="Tahoma"/>
                <a:cs typeface="Tahoma"/>
              </a:rPr>
              <a:t>ms</a:t>
            </a:r>
            <a:endParaRPr sz="1784" dirty="0">
              <a:latin typeface="Tahoma"/>
              <a:cs typeface="Tahoma"/>
            </a:endParaRPr>
          </a:p>
          <a:p>
            <a:pPr marL="498318" indent="-286910">
              <a:spcBef>
                <a:spcPts val="453"/>
              </a:spcBef>
              <a:buClr>
                <a:srgbClr val="3333B2"/>
              </a:buClr>
              <a:buFont typeface="Lucida Sans Unicode"/>
              <a:buChar char="►"/>
              <a:tabLst>
                <a:tab pos="499262" algn="l"/>
              </a:tabLst>
              <a:defRPr/>
            </a:pPr>
            <a:r>
              <a:rPr sz="1784" spc="-74" dirty="0">
                <a:latin typeface="Tahoma"/>
                <a:cs typeface="Tahoma"/>
              </a:rPr>
              <a:t>Hard</a:t>
            </a:r>
            <a:r>
              <a:rPr sz="1784" spc="8" dirty="0">
                <a:latin typeface="Tahoma"/>
                <a:cs typeface="Tahoma"/>
              </a:rPr>
              <a:t> </a:t>
            </a:r>
            <a:r>
              <a:rPr sz="1784" spc="-89" dirty="0">
                <a:latin typeface="Tahoma"/>
                <a:cs typeface="Tahoma"/>
              </a:rPr>
              <a:t>drives</a:t>
            </a:r>
            <a:r>
              <a:rPr sz="1784" spc="8" dirty="0">
                <a:latin typeface="Tahoma"/>
                <a:cs typeface="Tahoma"/>
              </a:rPr>
              <a:t> </a:t>
            </a:r>
            <a:r>
              <a:rPr sz="1784" spc="-52" dirty="0">
                <a:latin typeface="Tahoma"/>
                <a:cs typeface="Tahoma"/>
              </a:rPr>
              <a:t>in</a:t>
            </a:r>
            <a:r>
              <a:rPr sz="1784" spc="15" dirty="0">
                <a:latin typeface="Tahoma"/>
                <a:cs typeface="Tahoma"/>
              </a:rPr>
              <a:t> </a:t>
            </a:r>
            <a:r>
              <a:rPr sz="1784" spc="-112" dirty="0">
                <a:latin typeface="Tahoma"/>
                <a:cs typeface="Tahoma"/>
              </a:rPr>
              <a:t>a</a:t>
            </a:r>
            <a:r>
              <a:rPr sz="1784" spc="8" dirty="0">
                <a:latin typeface="Tahoma"/>
                <a:cs typeface="Tahoma"/>
              </a:rPr>
              <a:t> </a:t>
            </a:r>
            <a:r>
              <a:rPr sz="1784" spc="-119" dirty="0">
                <a:latin typeface="Tahoma"/>
                <a:cs typeface="Tahoma"/>
              </a:rPr>
              <a:t>van:</a:t>
            </a:r>
            <a:r>
              <a:rPr sz="1784" spc="201" dirty="0">
                <a:latin typeface="Tahoma"/>
                <a:cs typeface="Tahoma"/>
              </a:rPr>
              <a:t> </a:t>
            </a:r>
            <a:r>
              <a:rPr sz="1784" spc="386" dirty="0">
                <a:latin typeface="Cambria"/>
                <a:cs typeface="Cambria"/>
              </a:rPr>
              <a:t>≈</a:t>
            </a:r>
            <a:r>
              <a:rPr sz="1784" spc="89" dirty="0">
                <a:latin typeface="Cambria"/>
                <a:cs typeface="Cambria"/>
              </a:rPr>
              <a:t> </a:t>
            </a:r>
            <a:r>
              <a:rPr sz="1784" spc="-38" dirty="0">
                <a:latin typeface="Calibri"/>
                <a:cs typeface="Calibri"/>
              </a:rPr>
              <a:t>1</a:t>
            </a:r>
            <a:r>
              <a:rPr sz="1784" spc="156" dirty="0">
                <a:latin typeface="Calibri"/>
                <a:cs typeface="Calibri"/>
              </a:rPr>
              <a:t> </a:t>
            </a:r>
            <a:r>
              <a:rPr sz="1784" spc="-119" dirty="0">
                <a:latin typeface="Tahoma"/>
                <a:cs typeface="Tahoma"/>
              </a:rPr>
              <a:t>day</a:t>
            </a:r>
            <a:endParaRPr sz="1784" dirty="0">
              <a:latin typeface="Tahoma"/>
              <a:cs typeface="Tahoma"/>
            </a:endParaRPr>
          </a:p>
          <a:p>
            <a:pPr>
              <a:spcBef>
                <a:spcPts val="74"/>
              </a:spcBef>
              <a:buClr>
                <a:srgbClr val="3333B2"/>
              </a:buClr>
              <a:buFont typeface="Lucida Sans Unicode"/>
              <a:buChar char="►"/>
              <a:defRPr/>
            </a:pPr>
            <a:endParaRPr sz="2824" dirty="0">
              <a:latin typeface="Tahoma"/>
              <a:cs typeface="Tahoma"/>
            </a:endParaRPr>
          </a:p>
          <a:p>
            <a:pPr marL="56627">
              <a:defRPr/>
            </a:pPr>
            <a:r>
              <a:rPr sz="1784" b="1" spc="-59" dirty="0">
                <a:latin typeface="Arial"/>
                <a:cs typeface="Arial"/>
              </a:rPr>
              <a:t>Bandwidth</a:t>
            </a:r>
            <a:r>
              <a:rPr sz="1784" spc="-59" dirty="0">
                <a:latin typeface="Tahoma"/>
                <a:cs typeface="Tahoma"/>
              </a:rPr>
              <a:t>:</a:t>
            </a:r>
            <a:r>
              <a:rPr sz="1784" spc="208" dirty="0">
                <a:latin typeface="Tahoma"/>
                <a:cs typeface="Tahoma"/>
              </a:rPr>
              <a:t> </a:t>
            </a:r>
            <a:r>
              <a:rPr sz="1784" spc="-74" dirty="0">
                <a:latin typeface="Tahoma"/>
                <a:cs typeface="Tahoma"/>
              </a:rPr>
              <a:t>data</a:t>
            </a:r>
            <a:r>
              <a:rPr sz="1784" spc="23" dirty="0">
                <a:latin typeface="Tahoma"/>
                <a:cs typeface="Tahoma"/>
              </a:rPr>
              <a:t> </a:t>
            </a:r>
            <a:r>
              <a:rPr sz="1784" spc="-104" dirty="0">
                <a:latin typeface="Tahoma"/>
                <a:cs typeface="Tahoma"/>
              </a:rPr>
              <a:t>volume</a:t>
            </a:r>
            <a:r>
              <a:rPr sz="1784" spc="23" dirty="0">
                <a:latin typeface="Tahoma"/>
                <a:cs typeface="Tahoma"/>
              </a:rPr>
              <a:t> </a:t>
            </a:r>
            <a:r>
              <a:rPr sz="1784" spc="-97" dirty="0">
                <a:latin typeface="Tahoma"/>
                <a:cs typeface="Tahoma"/>
              </a:rPr>
              <a:t>per</a:t>
            </a:r>
            <a:r>
              <a:rPr sz="1784" spc="23" dirty="0">
                <a:latin typeface="Tahoma"/>
                <a:cs typeface="Tahoma"/>
              </a:rPr>
              <a:t> </a:t>
            </a:r>
            <a:r>
              <a:rPr sz="1784" spc="-44" dirty="0">
                <a:latin typeface="Tahoma"/>
                <a:cs typeface="Tahoma"/>
              </a:rPr>
              <a:t>unit</a:t>
            </a:r>
            <a:r>
              <a:rPr sz="1784" spc="23" dirty="0">
                <a:latin typeface="Tahoma"/>
                <a:cs typeface="Tahoma"/>
              </a:rPr>
              <a:t> </a:t>
            </a:r>
            <a:r>
              <a:rPr sz="1784" spc="-67" dirty="0">
                <a:latin typeface="Tahoma"/>
                <a:cs typeface="Tahoma"/>
              </a:rPr>
              <a:t>time</a:t>
            </a:r>
            <a:endParaRPr sz="1784" dirty="0">
              <a:latin typeface="Tahoma"/>
              <a:cs typeface="Tahoma"/>
            </a:endParaRPr>
          </a:p>
          <a:p>
            <a:pPr marL="498318" indent="-286910">
              <a:spcBef>
                <a:spcPts val="453"/>
              </a:spcBef>
              <a:buClr>
                <a:srgbClr val="3333B2"/>
              </a:buClr>
              <a:buFont typeface="Lucida Sans Unicode"/>
              <a:buChar char="►"/>
              <a:tabLst>
                <a:tab pos="499262" algn="l"/>
              </a:tabLst>
              <a:defRPr/>
            </a:pPr>
            <a:r>
              <a:rPr sz="1784" spc="-74" dirty="0">
                <a:latin typeface="Tahoma"/>
                <a:cs typeface="Tahoma"/>
              </a:rPr>
              <a:t>3G</a:t>
            </a:r>
            <a:r>
              <a:rPr sz="1784" spc="8" dirty="0">
                <a:latin typeface="Tahoma"/>
                <a:cs typeface="Tahoma"/>
              </a:rPr>
              <a:t> </a:t>
            </a:r>
            <a:r>
              <a:rPr sz="1784" spc="-67" dirty="0">
                <a:latin typeface="Tahoma"/>
                <a:cs typeface="Tahoma"/>
              </a:rPr>
              <a:t>cellular</a:t>
            </a:r>
            <a:r>
              <a:rPr sz="1784" spc="15" dirty="0">
                <a:latin typeface="Tahoma"/>
                <a:cs typeface="Tahoma"/>
              </a:rPr>
              <a:t> </a:t>
            </a:r>
            <a:r>
              <a:rPr sz="1784" spc="-89" dirty="0">
                <a:latin typeface="Tahoma"/>
                <a:cs typeface="Tahoma"/>
              </a:rPr>
              <a:t>data:</a:t>
            </a:r>
            <a:r>
              <a:rPr sz="1784" spc="208" dirty="0">
                <a:latin typeface="Tahoma"/>
                <a:cs typeface="Tahoma"/>
              </a:rPr>
              <a:t> </a:t>
            </a:r>
            <a:r>
              <a:rPr sz="1784" spc="386" dirty="0">
                <a:latin typeface="Cambria"/>
                <a:cs typeface="Cambria"/>
              </a:rPr>
              <a:t>≈</a:t>
            </a:r>
            <a:r>
              <a:rPr sz="1784" spc="89" dirty="0">
                <a:latin typeface="Cambria"/>
                <a:cs typeface="Cambria"/>
              </a:rPr>
              <a:t> </a:t>
            </a:r>
            <a:r>
              <a:rPr sz="1784" spc="-38" dirty="0">
                <a:latin typeface="Calibri"/>
                <a:cs typeface="Calibri"/>
              </a:rPr>
              <a:t>1</a:t>
            </a:r>
            <a:r>
              <a:rPr sz="1784" spc="164" dirty="0">
                <a:latin typeface="Calibri"/>
                <a:cs typeface="Calibri"/>
              </a:rPr>
              <a:t> </a:t>
            </a:r>
            <a:r>
              <a:rPr sz="1784" spc="15" dirty="0">
                <a:latin typeface="Tahoma"/>
                <a:cs typeface="Tahoma"/>
              </a:rPr>
              <a:t>Mbit/s</a:t>
            </a:r>
            <a:endParaRPr sz="1784" dirty="0">
              <a:latin typeface="Tahoma"/>
              <a:cs typeface="Tahoma"/>
            </a:endParaRPr>
          </a:p>
          <a:p>
            <a:pPr marL="498318" indent="-286910">
              <a:spcBef>
                <a:spcPts val="453"/>
              </a:spcBef>
              <a:buClr>
                <a:srgbClr val="3333B2"/>
              </a:buClr>
              <a:buFont typeface="Lucida Sans Unicode"/>
              <a:buChar char="►"/>
              <a:tabLst>
                <a:tab pos="499262" algn="l"/>
              </a:tabLst>
              <a:defRPr/>
            </a:pPr>
            <a:r>
              <a:rPr sz="1784" spc="-97" dirty="0">
                <a:latin typeface="Tahoma"/>
                <a:cs typeface="Tahoma"/>
              </a:rPr>
              <a:t>Home</a:t>
            </a:r>
            <a:r>
              <a:rPr sz="1784" dirty="0">
                <a:latin typeface="Tahoma"/>
                <a:cs typeface="Tahoma"/>
              </a:rPr>
              <a:t> </a:t>
            </a:r>
            <a:r>
              <a:rPr sz="1784" spc="-104" dirty="0">
                <a:latin typeface="Tahoma"/>
                <a:cs typeface="Tahoma"/>
              </a:rPr>
              <a:t>broadband:</a:t>
            </a:r>
            <a:r>
              <a:rPr sz="1784" spc="186" dirty="0">
                <a:latin typeface="Tahoma"/>
                <a:cs typeface="Tahoma"/>
              </a:rPr>
              <a:t> </a:t>
            </a:r>
            <a:r>
              <a:rPr sz="1784" spc="386" dirty="0">
                <a:latin typeface="Cambria"/>
                <a:cs typeface="Cambria"/>
              </a:rPr>
              <a:t>≈</a:t>
            </a:r>
            <a:r>
              <a:rPr sz="1784" spc="89" dirty="0">
                <a:latin typeface="Cambria"/>
                <a:cs typeface="Cambria"/>
              </a:rPr>
              <a:t> </a:t>
            </a:r>
            <a:r>
              <a:rPr sz="1784" spc="-38" dirty="0">
                <a:latin typeface="Calibri"/>
                <a:cs typeface="Calibri"/>
              </a:rPr>
              <a:t>10</a:t>
            </a:r>
            <a:r>
              <a:rPr sz="1784" spc="149" dirty="0">
                <a:latin typeface="Calibri"/>
                <a:cs typeface="Calibri"/>
              </a:rPr>
              <a:t> </a:t>
            </a:r>
            <a:r>
              <a:rPr sz="1784" spc="15" dirty="0">
                <a:latin typeface="Tahoma"/>
                <a:cs typeface="Tahoma"/>
              </a:rPr>
              <a:t>Mbit/s</a:t>
            </a:r>
            <a:endParaRPr sz="1784" dirty="0">
              <a:latin typeface="Tahoma"/>
              <a:cs typeface="Tahoma"/>
            </a:endParaRPr>
          </a:p>
          <a:p>
            <a:pPr marL="498318" indent="-286910">
              <a:spcBef>
                <a:spcPts val="446"/>
              </a:spcBef>
              <a:buClr>
                <a:srgbClr val="3333B2"/>
              </a:buClr>
              <a:buFont typeface="Lucida Sans Unicode"/>
              <a:buChar char="►"/>
              <a:tabLst>
                <a:tab pos="499262" algn="l"/>
              </a:tabLst>
              <a:defRPr/>
            </a:pPr>
            <a:r>
              <a:rPr sz="1784" spc="-74" dirty="0">
                <a:latin typeface="Tahoma"/>
                <a:cs typeface="Tahoma"/>
              </a:rPr>
              <a:t>Hard</a:t>
            </a:r>
            <a:r>
              <a:rPr sz="1784" spc="15" dirty="0">
                <a:latin typeface="Tahoma"/>
                <a:cs typeface="Tahoma"/>
              </a:rPr>
              <a:t> </a:t>
            </a:r>
            <a:r>
              <a:rPr sz="1784" spc="-89" dirty="0">
                <a:latin typeface="Tahoma"/>
                <a:cs typeface="Tahoma"/>
              </a:rPr>
              <a:t>drives</a:t>
            </a:r>
            <a:r>
              <a:rPr sz="1784" spc="15" dirty="0">
                <a:latin typeface="Tahoma"/>
                <a:cs typeface="Tahoma"/>
              </a:rPr>
              <a:t> </a:t>
            </a:r>
            <a:r>
              <a:rPr sz="1784" spc="-52" dirty="0">
                <a:latin typeface="Tahoma"/>
                <a:cs typeface="Tahoma"/>
              </a:rPr>
              <a:t>in</a:t>
            </a:r>
            <a:r>
              <a:rPr sz="1784" spc="15" dirty="0">
                <a:latin typeface="Tahoma"/>
                <a:cs typeface="Tahoma"/>
              </a:rPr>
              <a:t> </a:t>
            </a:r>
            <a:r>
              <a:rPr sz="1784" spc="-112" dirty="0">
                <a:latin typeface="Tahoma"/>
                <a:cs typeface="Tahoma"/>
              </a:rPr>
              <a:t>a</a:t>
            </a:r>
            <a:r>
              <a:rPr sz="1784" spc="15" dirty="0">
                <a:latin typeface="Tahoma"/>
                <a:cs typeface="Tahoma"/>
              </a:rPr>
              <a:t> </a:t>
            </a:r>
            <a:r>
              <a:rPr sz="1784" spc="-119" dirty="0">
                <a:latin typeface="Tahoma"/>
                <a:cs typeface="Tahoma"/>
              </a:rPr>
              <a:t>van:</a:t>
            </a:r>
            <a:r>
              <a:rPr sz="1784" spc="208" dirty="0">
                <a:latin typeface="Tahoma"/>
                <a:cs typeface="Tahoma"/>
              </a:rPr>
              <a:t> </a:t>
            </a:r>
            <a:r>
              <a:rPr sz="1784" spc="-112" dirty="0">
                <a:latin typeface="Tahoma"/>
                <a:cs typeface="Tahoma"/>
              </a:rPr>
              <a:t>50</a:t>
            </a:r>
            <a:r>
              <a:rPr sz="1784" spc="15" dirty="0">
                <a:latin typeface="Tahoma"/>
                <a:cs typeface="Tahoma"/>
              </a:rPr>
              <a:t> </a:t>
            </a:r>
            <a:r>
              <a:rPr sz="1784" spc="23" dirty="0">
                <a:latin typeface="Tahoma"/>
                <a:cs typeface="Tahoma"/>
              </a:rPr>
              <a:t>TB/box</a:t>
            </a:r>
            <a:r>
              <a:rPr sz="1784" spc="15" dirty="0">
                <a:latin typeface="Tahoma"/>
                <a:cs typeface="Tahoma"/>
              </a:rPr>
              <a:t> </a:t>
            </a:r>
            <a:r>
              <a:rPr sz="1784" spc="386" dirty="0">
                <a:latin typeface="Cambria"/>
                <a:cs typeface="Cambria"/>
              </a:rPr>
              <a:t>≈</a:t>
            </a:r>
            <a:r>
              <a:rPr sz="1784" spc="97" dirty="0">
                <a:latin typeface="Cambria"/>
                <a:cs typeface="Cambria"/>
              </a:rPr>
              <a:t> </a:t>
            </a:r>
            <a:r>
              <a:rPr sz="1784" spc="-38" dirty="0">
                <a:latin typeface="Calibri"/>
                <a:cs typeface="Calibri"/>
              </a:rPr>
              <a:t>1</a:t>
            </a:r>
            <a:r>
              <a:rPr sz="1784" spc="164" dirty="0">
                <a:latin typeface="Calibri"/>
                <a:cs typeface="Calibri"/>
              </a:rPr>
              <a:t> </a:t>
            </a:r>
            <a:r>
              <a:rPr sz="1784" spc="-15" dirty="0">
                <a:latin typeface="Tahoma"/>
                <a:cs typeface="Tahoma"/>
              </a:rPr>
              <a:t>Gbit/s</a:t>
            </a:r>
            <a:endParaRPr sz="1784" dirty="0">
              <a:latin typeface="Tahoma"/>
              <a:cs typeface="Tahoma"/>
            </a:endParaRPr>
          </a:p>
          <a:p>
            <a:pPr marL="56627">
              <a:spcBef>
                <a:spcPts val="1746"/>
              </a:spcBef>
              <a:defRPr/>
            </a:pPr>
            <a:r>
              <a:rPr sz="1784" spc="-59" dirty="0">
                <a:latin typeface="Tahoma"/>
                <a:cs typeface="Tahoma"/>
              </a:rPr>
              <a:t>(Very</a:t>
            </a:r>
            <a:r>
              <a:rPr sz="1784" spc="15" dirty="0">
                <a:latin typeface="Tahoma"/>
                <a:cs typeface="Tahoma"/>
              </a:rPr>
              <a:t> </a:t>
            </a:r>
            <a:r>
              <a:rPr sz="1784" spc="-97" dirty="0">
                <a:latin typeface="Tahoma"/>
                <a:cs typeface="Tahoma"/>
              </a:rPr>
              <a:t>rough</a:t>
            </a:r>
            <a:r>
              <a:rPr sz="1784" spc="23" dirty="0">
                <a:latin typeface="Tahoma"/>
                <a:cs typeface="Tahoma"/>
              </a:rPr>
              <a:t> </a:t>
            </a:r>
            <a:r>
              <a:rPr sz="1784" spc="-104" dirty="0">
                <a:latin typeface="Tahoma"/>
                <a:cs typeface="Tahoma"/>
              </a:rPr>
              <a:t>numbers,</a:t>
            </a:r>
            <a:r>
              <a:rPr sz="1784" spc="23" dirty="0">
                <a:latin typeface="Tahoma"/>
                <a:cs typeface="Tahoma"/>
              </a:rPr>
              <a:t> </a:t>
            </a:r>
            <a:r>
              <a:rPr sz="1784" spc="-104" dirty="0">
                <a:latin typeface="Tahoma"/>
                <a:cs typeface="Tahoma"/>
              </a:rPr>
              <a:t>vary</a:t>
            </a:r>
            <a:r>
              <a:rPr sz="1784" spc="23" dirty="0">
                <a:latin typeface="Tahoma"/>
                <a:cs typeface="Tahoma"/>
              </a:rPr>
              <a:t> </a:t>
            </a:r>
            <a:r>
              <a:rPr sz="1784" spc="-104" dirty="0">
                <a:latin typeface="Tahoma"/>
                <a:cs typeface="Tahoma"/>
              </a:rPr>
              <a:t>hugely</a:t>
            </a:r>
            <a:r>
              <a:rPr sz="1784" spc="23" dirty="0">
                <a:latin typeface="Tahoma"/>
                <a:cs typeface="Tahoma"/>
              </a:rPr>
              <a:t> </a:t>
            </a:r>
            <a:r>
              <a:rPr sz="1784" spc="-52" dirty="0">
                <a:latin typeface="Tahoma"/>
                <a:cs typeface="Tahoma"/>
              </a:rPr>
              <a:t>in</a:t>
            </a:r>
            <a:r>
              <a:rPr sz="1784" spc="23" dirty="0">
                <a:latin typeface="Tahoma"/>
                <a:cs typeface="Tahoma"/>
              </a:rPr>
              <a:t> </a:t>
            </a:r>
            <a:r>
              <a:rPr sz="1784" spc="-59" dirty="0">
                <a:latin typeface="Tahoma"/>
                <a:cs typeface="Tahoma"/>
              </a:rPr>
              <a:t>practice!)</a:t>
            </a:r>
            <a:endParaRPr sz="1784" dirty="0">
              <a:latin typeface="Tahoma"/>
              <a:cs typeface="Tahoma"/>
            </a:endParaRPr>
          </a:p>
        </p:txBody>
      </p:sp>
      <p:sp>
        <p:nvSpPr>
          <p:cNvPr id="4" name="object 2">
            <a:extLst>
              <a:ext uri="{FF2B5EF4-FFF2-40B4-BE49-F238E27FC236}">
                <a16:creationId xmlns:a16="http://schemas.microsoft.com/office/drawing/2014/main" id="{5FBF7B41-46A3-0125-8663-C4F66299BB41}"/>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Latency and bandwidth</a:t>
            </a:r>
            <a:endParaRPr lang="en-US" sz="2800" kern="0" dirty="0"/>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5" name="Rectangle 3">
            <a:extLst>
              <a:ext uri="{FF2B5EF4-FFF2-40B4-BE49-F238E27FC236}">
                <a16:creationId xmlns:a16="http://schemas.microsoft.com/office/drawing/2014/main" id="{B315C34D-80A1-A052-4E41-798277F01CF6}"/>
              </a:ext>
            </a:extLst>
          </p:cNvPr>
          <p:cNvSpPr>
            <a:spLocks noGrp="1"/>
          </p:cNvSpPr>
          <p:nvPr>
            <p:ph sz="quarter" idx="1"/>
          </p:nvPr>
        </p:nvSpPr>
        <p:spPr>
          <a:xfrm>
            <a:off x="112437" y="743557"/>
            <a:ext cx="8763000" cy="3656386"/>
          </a:xfrm>
        </p:spPr>
        <p:txBody>
          <a:bodyPr/>
          <a:lstStyle/>
          <a:p>
            <a:pPr marL="342900" indent="-342900" eaLnBrk="1" hangingPunct="1">
              <a:lnSpc>
                <a:spcPct val="90000"/>
              </a:lnSpc>
              <a:buFont typeface="Arial" panose="020B0604020202020204" pitchFamily="34" charset="0"/>
              <a:buChar char="•"/>
            </a:pPr>
            <a:r>
              <a:rPr lang="en-US" altLang="zh-TW" sz="2400" dirty="0">
                <a:latin typeface="Trebuchet MS" panose="020B0603020202020204" pitchFamily="34" charset="0"/>
                <a:ea typeface="新細明體" panose="02020500000000000000" pitchFamily="18" charset="-120"/>
              </a:rPr>
              <a:t>What are we trying to achieve when we construct a distributed system?</a:t>
            </a:r>
          </a:p>
          <a:p>
            <a:pPr marL="342900" indent="-342900" eaLnBrk="1" hangingPunct="1">
              <a:lnSpc>
                <a:spcPct val="90000"/>
              </a:lnSpc>
              <a:buFont typeface="Arial" panose="020B0604020202020204" pitchFamily="34" charset="0"/>
              <a:buChar char="•"/>
            </a:pPr>
            <a:r>
              <a:rPr lang="en-US" altLang="zh-TW" sz="2400" dirty="0">
                <a:latin typeface="Trebuchet MS" panose="020B0603020202020204" pitchFamily="34" charset="0"/>
                <a:ea typeface="新細明體" panose="02020500000000000000" pitchFamily="18" charset="-120"/>
              </a:rPr>
              <a:t>Certain common characteristics can be used to assess distributed systems</a:t>
            </a:r>
          </a:p>
          <a:p>
            <a:pPr marL="914400" lvl="1" indent="-457200" eaLnBrk="1" hangingPunct="1">
              <a:lnSpc>
                <a:spcPct val="90000"/>
              </a:lnSpc>
              <a:buFont typeface="+mj-lt"/>
              <a:buAutoNum type="arabicPeriod"/>
            </a:pPr>
            <a:r>
              <a:rPr lang="en-US" altLang="zh-TW" sz="2400" dirty="0">
                <a:latin typeface="Trebuchet MS" panose="020B0603020202020204" pitchFamily="34" charset="0"/>
                <a:ea typeface="新細明體" panose="02020500000000000000" pitchFamily="18" charset="-120"/>
              </a:rPr>
              <a:t>Heterogeneity - </a:t>
            </a:r>
            <a:r>
              <a:rPr lang="en-US" altLang="zh-TW" sz="2400" dirty="0" err="1">
                <a:latin typeface="Trebuchet MS" panose="020B0603020202020204" pitchFamily="34" charset="0"/>
                <a:ea typeface="新細明體" panose="02020500000000000000" pitchFamily="18" charset="-120"/>
              </a:rPr>
              <a:t>Tính</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không</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đồng</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nhất</a:t>
            </a:r>
            <a:r>
              <a:rPr lang="en-US" altLang="zh-TW" sz="2400" dirty="0">
                <a:latin typeface="Trebuchet MS" panose="020B0603020202020204" pitchFamily="34" charset="0"/>
                <a:ea typeface="新細明體" panose="02020500000000000000" pitchFamily="18" charset="-120"/>
              </a:rPr>
              <a:t> </a:t>
            </a:r>
          </a:p>
          <a:p>
            <a:pPr marL="914400" lvl="1" indent="-457200" eaLnBrk="1" hangingPunct="1">
              <a:lnSpc>
                <a:spcPct val="90000"/>
              </a:lnSpc>
              <a:buFont typeface="+mj-lt"/>
              <a:buAutoNum type="arabicPeriod"/>
            </a:pPr>
            <a:r>
              <a:rPr lang="en-US" altLang="zh-TW" sz="2400" dirty="0">
                <a:latin typeface="Trebuchet MS" panose="020B0603020202020204" pitchFamily="34" charset="0"/>
                <a:ea typeface="新細明體" panose="02020500000000000000" pitchFamily="18" charset="-120"/>
              </a:rPr>
              <a:t>Openness - </a:t>
            </a:r>
            <a:r>
              <a:rPr lang="en-US" altLang="zh-TW" sz="2400" dirty="0" err="1">
                <a:latin typeface="Trebuchet MS" panose="020B0603020202020204" pitchFamily="34" charset="0"/>
                <a:ea typeface="新細明體" panose="02020500000000000000" pitchFamily="18" charset="-120"/>
              </a:rPr>
              <a:t>Tính</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mở</a:t>
            </a:r>
            <a:endParaRPr lang="en-US" altLang="zh-TW" sz="2400" dirty="0">
              <a:latin typeface="Trebuchet MS" panose="020B0603020202020204" pitchFamily="34" charset="0"/>
              <a:ea typeface="新細明體" panose="02020500000000000000" pitchFamily="18" charset="-120"/>
            </a:endParaRPr>
          </a:p>
          <a:p>
            <a:pPr marL="914400" lvl="1" indent="-457200" eaLnBrk="1" hangingPunct="1">
              <a:lnSpc>
                <a:spcPct val="90000"/>
              </a:lnSpc>
              <a:buFont typeface="+mj-lt"/>
              <a:buAutoNum type="arabicPeriod"/>
            </a:pPr>
            <a:r>
              <a:rPr lang="en-US" altLang="zh-TW" sz="2400" dirty="0">
                <a:latin typeface="Trebuchet MS" panose="020B0603020202020204" pitchFamily="34" charset="0"/>
                <a:ea typeface="新細明體" panose="02020500000000000000" pitchFamily="18" charset="-120"/>
              </a:rPr>
              <a:t>Security - </a:t>
            </a:r>
            <a:r>
              <a:rPr lang="en-US" altLang="zh-TW" sz="2400" dirty="0" err="1">
                <a:latin typeface="Trebuchet MS" panose="020B0603020202020204" pitchFamily="34" charset="0"/>
                <a:ea typeface="新細明體" panose="02020500000000000000" pitchFamily="18" charset="-120"/>
              </a:rPr>
              <a:t>Bảo</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mật</a:t>
            </a:r>
            <a:endParaRPr lang="en-US" altLang="zh-TW" sz="2400" dirty="0">
              <a:latin typeface="Trebuchet MS" panose="020B0603020202020204" pitchFamily="34" charset="0"/>
              <a:ea typeface="新細明體" panose="02020500000000000000" pitchFamily="18" charset="-120"/>
            </a:endParaRPr>
          </a:p>
          <a:p>
            <a:pPr marL="914400" lvl="1" indent="-457200" eaLnBrk="1" hangingPunct="1">
              <a:lnSpc>
                <a:spcPct val="90000"/>
              </a:lnSpc>
              <a:buFont typeface="+mj-lt"/>
              <a:buAutoNum type="arabicPeriod"/>
            </a:pPr>
            <a:r>
              <a:rPr lang="en-US" altLang="zh-TW" sz="2400" dirty="0">
                <a:latin typeface="Trebuchet MS" panose="020B0603020202020204" pitchFamily="34" charset="0"/>
                <a:ea typeface="新細明體" panose="02020500000000000000" pitchFamily="18" charset="-120"/>
              </a:rPr>
              <a:t>Scalability - </a:t>
            </a:r>
            <a:r>
              <a:rPr lang="en-US" altLang="zh-TW" sz="2400" dirty="0" err="1">
                <a:latin typeface="Trebuchet MS" panose="020B0603020202020204" pitchFamily="34" charset="0"/>
                <a:ea typeface="新細明體" panose="02020500000000000000" pitchFamily="18" charset="-120"/>
              </a:rPr>
              <a:t>Khả</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năng</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mở</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rộng</a:t>
            </a:r>
            <a:endParaRPr lang="en-US" altLang="zh-TW" sz="2400" dirty="0">
              <a:latin typeface="Trebuchet MS" panose="020B0603020202020204" pitchFamily="34" charset="0"/>
              <a:ea typeface="新細明體" panose="02020500000000000000" pitchFamily="18" charset="-120"/>
            </a:endParaRPr>
          </a:p>
          <a:p>
            <a:pPr marL="914400" lvl="1" indent="-457200" eaLnBrk="1" hangingPunct="1">
              <a:lnSpc>
                <a:spcPct val="90000"/>
              </a:lnSpc>
              <a:buFont typeface="+mj-lt"/>
              <a:buAutoNum type="arabicPeriod"/>
            </a:pPr>
            <a:r>
              <a:rPr lang="en-US" altLang="zh-TW" sz="2400" dirty="0">
                <a:latin typeface="Trebuchet MS" panose="020B0603020202020204" pitchFamily="34" charset="0"/>
                <a:ea typeface="新細明體" panose="02020500000000000000" pitchFamily="18" charset="-120"/>
              </a:rPr>
              <a:t>Failure Handling - </a:t>
            </a:r>
            <a:r>
              <a:rPr lang="en-US" altLang="zh-TW" sz="2400" dirty="0" err="1">
                <a:latin typeface="Trebuchet MS" panose="020B0603020202020204" pitchFamily="34" charset="0"/>
                <a:ea typeface="新細明體" panose="02020500000000000000" pitchFamily="18" charset="-120"/>
              </a:rPr>
              <a:t>Xử</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lý</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lỗi</a:t>
            </a:r>
            <a:endParaRPr lang="en-US" altLang="zh-TW" sz="2400" dirty="0">
              <a:latin typeface="Trebuchet MS" panose="020B0603020202020204" pitchFamily="34" charset="0"/>
              <a:ea typeface="新細明體" panose="02020500000000000000" pitchFamily="18" charset="-120"/>
            </a:endParaRPr>
          </a:p>
          <a:p>
            <a:pPr marL="914400" lvl="1" indent="-457200" eaLnBrk="1" hangingPunct="1">
              <a:lnSpc>
                <a:spcPct val="90000"/>
              </a:lnSpc>
              <a:buFont typeface="+mj-lt"/>
              <a:buAutoNum type="arabicPeriod"/>
            </a:pPr>
            <a:r>
              <a:rPr lang="en-US" altLang="zh-TW" sz="2400" dirty="0">
                <a:latin typeface="Trebuchet MS" panose="020B0603020202020204" pitchFamily="34" charset="0"/>
                <a:ea typeface="新細明體" panose="02020500000000000000" pitchFamily="18" charset="-120"/>
              </a:rPr>
              <a:t>Concurrency - </a:t>
            </a:r>
            <a:r>
              <a:rPr lang="en-US" altLang="zh-TW" sz="2400" dirty="0" err="1">
                <a:latin typeface="Trebuchet MS" panose="020B0603020202020204" pitchFamily="34" charset="0"/>
                <a:ea typeface="新細明體" panose="02020500000000000000" pitchFamily="18" charset="-120"/>
              </a:rPr>
              <a:t>Tính</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đồng</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thời</a:t>
            </a:r>
            <a:endParaRPr lang="en-US" altLang="zh-TW" sz="2400" dirty="0">
              <a:latin typeface="Trebuchet MS" panose="020B0603020202020204" pitchFamily="34" charset="0"/>
              <a:ea typeface="新細明體" panose="02020500000000000000" pitchFamily="18" charset="-120"/>
            </a:endParaRPr>
          </a:p>
          <a:p>
            <a:pPr marL="914400" lvl="1" indent="-457200" eaLnBrk="1" hangingPunct="1">
              <a:lnSpc>
                <a:spcPct val="90000"/>
              </a:lnSpc>
              <a:buFont typeface="+mj-lt"/>
              <a:buAutoNum type="arabicPeriod"/>
            </a:pPr>
            <a:r>
              <a:rPr lang="en-US" altLang="zh-TW" sz="2400" dirty="0">
                <a:latin typeface="Trebuchet MS" panose="020B0603020202020204" pitchFamily="34" charset="0"/>
                <a:ea typeface="新細明體" panose="02020500000000000000" pitchFamily="18" charset="-120"/>
              </a:rPr>
              <a:t>Transparency - </a:t>
            </a:r>
            <a:r>
              <a:rPr lang="en-US" altLang="zh-TW" sz="2400" dirty="0" err="1">
                <a:latin typeface="Trebuchet MS" panose="020B0603020202020204" pitchFamily="34" charset="0"/>
                <a:ea typeface="新細明體" panose="02020500000000000000" pitchFamily="18" charset="-120"/>
              </a:rPr>
              <a:t>Tính</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minh</a:t>
            </a:r>
            <a:r>
              <a:rPr lang="en-US" altLang="zh-TW" sz="2400" dirty="0">
                <a:latin typeface="Trebuchet MS" panose="020B0603020202020204" pitchFamily="34" charset="0"/>
                <a:ea typeface="新細明體" panose="02020500000000000000" pitchFamily="18" charset="-120"/>
              </a:rPr>
              <a:t> </a:t>
            </a:r>
            <a:r>
              <a:rPr lang="en-US" altLang="zh-TW" sz="2400" dirty="0" err="1">
                <a:latin typeface="Trebuchet MS" panose="020B0603020202020204" pitchFamily="34" charset="0"/>
                <a:ea typeface="新細明體" panose="02020500000000000000" pitchFamily="18" charset="-120"/>
              </a:rPr>
              <a:t>bạch</a:t>
            </a:r>
            <a:endParaRPr lang="en-US" altLang="zh-TW" sz="2400" dirty="0">
              <a:latin typeface="Trebuchet MS" panose="020B0603020202020204" pitchFamily="34" charset="0"/>
              <a:ea typeface="新細明體" panose="02020500000000000000" pitchFamily="18" charset="-120"/>
            </a:endParaRPr>
          </a:p>
        </p:txBody>
      </p:sp>
      <p:sp>
        <p:nvSpPr>
          <p:cNvPr id="49156" name="Slide Number Placeholder 3">
            <a:extLst>
              <a:ext uri="{FF2B5EF4-FFF2-40B4-BE49-F238E27FC236}">
                <a16:creationId xmlns:a16="http://schemas.microsoft.com/office/drawing/2014/main" id="{C0CD9E96-6C47-7025-9332-053AED12C488}"/>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981FBA63-BEDF-4675-BE83-D9734C786EA0}" type="slidenum">
              <a:rPr lang="en-US" altLang="en-US" smtClean="0"/>
              <a:pPr>
                <a:defRPr/>
              </a:pPr>
              <a:t>27</a:t>
            </a:fld>
            <a:endParaRPr lang="en-US" altLang="en-US" sz="1050">
              <a:solidFill>
                <a:srgbClr val="FFFFFF"/>
              </a:solidFill>
            </a:endParaRPr>
          </a:p>
        </p:txBody>
      </p:sp>
      <p:sp>
        <p:nvSpPr>
          <p:cNvPr id="2" name="object 2">
            <a:extLst>
              <a:ext uri="{FF2B5EF4-FFF2-40B4-BE49-F238E27FC236}">
                <a16:creationId xmlns:a16="http://schemas.microsoft.com/office/drawing/2014/main" id="{833E3BD0-8F21-900A-9C54-438719C4592A}"/>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Common Characteristics of Distributed Systems</a:t>
            </a:r>
            <a:endParaRPr lang="en-US" sz="2800" kern="0"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79971F58-1397-3B45-A3DB-96BCCB5368E2}"/>
              </a:ext>
            </a:extLst>
          </p:cNvPr>
          <p:cNvSpPr>
            <a:spLocks noGrp="1" noChangeArrowheads="1"/>
          </p:cNvSpPr>
          <p:nvPr>
            <p:ph type="title"/>
          </p:nvPr>
        </p:nvSpPr>
        <p:spPr>
          <a:xfrm>
            <a:off x="1294855" y="1149275"/>
            <a:ext cx="1420178" cy="4431983"/>
          </a:xfrm>
        </p:spPr>
        <p:txBody>
          <a:bodyPr/>
          <a:lstStyle/>
          <a:p>
            <a:pPr>
              <a:defRPr/>
            </a:pPr>
            <a:r>
              <a:rPr lang="en-US" altLang="zh-TW">
                <a:ea typeface="+mj-ea"/>
                <a:cs typeface="+mj-cs"/>
              </a:rPr>
              <a:t>4. Basic Design Issues</a:t>
            </a:r>
          </a:p>
        </p:txBody>
      </p:sp>
      <p:sp>
        <p:nvSpPr>
          <p:cNvPr id="81923" name="Rectangle 3">
            <a:extLst>
              <a:ext uri="{FF2B5EF4-FFF2-40B4-BE49-F238E27FC236}">
                <a16:creationId xmlns:a16="http://schemas.microsoft.com/office/drawing/2014/main" id="{EAB9AB2B-32A7-FDA6-62E8-D13F62F92527}"/>
              </a:ext>
            </a:extLst>
          </p:cNvPr>
          <p:cNvSpPr>
            <a:spLocks noGrp="1"/>
          </p:cNvSpPr>
          <p:nvPr>
            <p:ph sz="quarter" idx="1"/>
          </p:nvPr>
        </p:nvSpPr>
        <p:spPr>
          <a:xfrm>
            <a:off x="381001" y="895351"/>
            <a:ext cx="6915150" cy="2839239"/>
          </a:xfrm>
        </p:spPr>
        <p:txBody>
          <a:bodyPr/>
          <a:lstStyle/>
          <a:p>
            <a:pPr eaLnBrk="1" hangingPunct="1"/>
            <a:r>
              <a:rPr lang="en-US" altLang="zh-TW" dirty="0">
                <a:latin typeface="Trebuchet MS" panose="020B0603020202020204" pitchFamily="34" charset="0"/>
                <a:ea typeface="新細明體" panose="02020500000000000000" pitchFamily="18" charset="-120"/>
              </a:rPr>
              <a:t>General software engineering principles include rigor and formality, separation of concerns, modularity, abstraction, anticipation of change, …</a:t>
            </a:r>
          </a:p>
          <a:p>
            <a:pPr eaLnBrk="1" hangingPunct="1"/>
            <a:r>
              <a:rPr lang="en-US" altLang="zh-TW" dirty="0">
                <a:latin typeface="Trebuchet MS" panose="020B0603020202020204" pitchFamily="34" charset="0"/>
                <a:ea typeface="新細明體" panose="02020500000000000000" pitchFamily="18" charset="-120"/>
              </a:rPr>
              <a:t>Specific issues for distributed systems:</a:t>
            </a:r>
          </a:p>
          <a:p>
            <a:pPr marL="800100" lvl="1" indent="-342900" eaLnBrk="1" hangingPunct="1">
              <a:buFont typeface="+mj-lt"/>
              <a:buAutoNum type="arabicPeriod"/>
            </a:pPr>
            <a:r>
              <a:rPr lang="en-US" altLang="zh-TW" dirty="0">
                <a:latin typeface="Trebuchet MS" panose="020B0603020202020204" pitchFamily="34" charset="0"/>
                <a:ea typeface="新細明體" panose="02020500000000000000" pitchFamily="18" charset="-120"/>
              </a:rPr>
              <a:t>Naming</a:t>
            </a:r>
          </a:p>
          <a:p>
            <a:pPr marL="800100" lvl="1" indent="-342900" eaLnBrk="1" hangingPunct="1">
              <a:buFont typeface="+mj-lt"/>
              <a:buAutoNum type="arabicPeriod"/>
            </a:pPr>
            <a:r>
              <a:rPr lang="en-US" altLang="zh-TW" dirty="0">
                <a:latin typeface="Trebuchet MS" panose="020B0603020202020204" pitchFamily="34" charset="0"/>
                <a:ea typeface="新細明體" panose="02020500000000000000" pitchFamily="18" charset="-120"/>
              </a:rPr>
              <a:t>Communication</a:t>
            </a:r>
          </a:p>
          <a:p>
            <a:pPr marL="800100" lvl="1" indent="-342900" eaLnBrk="1" hangingPunct="1">
              <a:buFont typeface="+mj-lt"/>
              <a:buAutoNum type="arabicPeriod"/>
            </a:pPr>
            <a:r>
              <a:rPr lang="en-US" altLang="zh-TW" dirty="0">
                <a:latin typeface="Trebuchet MS" panose="020B0603020202020204" pitchFamily="34" charset="0"/>
                <a:ea typeface="新細明體" panose="02020500000000000000" pitchFamily="18" charset="-120"/>
              </a:rPr>
              <a:t>Software structure</a:t>
            </a:r>
          </a:p>
          <a:p>
            <a:pPr marL="800100" lvl="1" indent="-342900" eaLnBrk="1" hangingPunct="1">
              <a:buFont typeface="+mj-lt"/>
              <a:buAutoNum type="arabicPeriod"/>
            </a:pPr>
            <a:r>
              <a:rPr lang="en-US" altLang="zh-TW" dirty="0">
                <a:latin typeface="Trebuchet MS" panose="020B0603020202020204" pitchFamily="34" charset="0"/>
                <a:ea typeface="新細明體" panose="02020500000000000000" pitchFamily="18" charset="-120"/>
              </a:rPr>
              <a:t>System architecture</a:t>
            </a:r>
          </a:p>
          <a:p>
            <a:pPr marL="800100" lvl="1" indent="-342900" eaLnBrk="1" hangingPunct="1">
              <a:buFont typeface="+mj-lt"/>
              <a:buAutoNum type="arabicPeriod"/>
            </a:pPr>
            <a:r>
              <a:rPr lang="en-US" altLang="zh-TW" dirty="0">
                <a:latin typeface="Trebuchet MS" panose="020B0603020202020204" pitchFamily="34" charset="0"/>
                <a:ea typeface="新細明體" panose="02020500000000000000" pitchFamily="18" charset="-120"/>
              </a:rPr>
              <a:t>Workload allocation</a:t>
            </a:r>
          </a:p>
          <a:p>
            <a:pPr marL="800100" lvl="1" indent="-342900" eaLnBrk="1" hangingPunct="1">
              <a:buFont typeface="+mj-lt"/>
              <a:buAutoNum type="arabicPeriod"/>
            </a:pPr>
            <a:r>
              <a:rPr lang="en-US" altLang="zh-TW" dirty="0">
                <a:latin typeface="Trebuchet MS" panose="020B0603020202020204" pitchFamily="34" charset="0"/>
                <a:ea typeface="新細明體" panose="02020500000000000000" pitchFamily="18" charset="-120"/>
              </a:rPr>
              <a:t>Consistency maintenance</a:t>
            </a:r>
          </a:p>
        </p:txBody>
      </p:sp>
      <p:sp>
        <p:nvSpPr>
          <p:cNvPr id="81924" name="Slide Number Placeholder 3">
            <a:extLst>
              <a:ext uri="{FF2B5EF4-FFF2-40B4-BE49-F238E27FC236}">
                <a16:creationId xmlns:a16="http://schemas.microsoft.com/office/drawing/2014/main" id="{6AA2BE9E-8F2F-A035-F847-D09A9862FD40}"/>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981FBA63-BEDF-4675-BE83-D9734C786EA0}" type="slidenum">
              <a:rPr lang="en-US" altLang="en-US" smtClean="0"/>
              <a:pPr>
                <a:defRPr/>
              </a:pPr>
              <a:t>28</a:t>
            </a:fld>
            <a:endParaRPr lang="en-US" altLang="en-US" sz="1050">
              <a:solidFill>
                <a:srgbClr val="FFFFFF"/>
              </a:solidFill>
            </a:endParaRPr>
          </a:p>
        </p:txBody>
      </p:sp>
      <p:sp>
        <p:nvSpPr>
          <p:cNvPr id="2" name="object 2">
            <a:extLst>
              <a:ext uri="{FF2B5EF4-FFF2-40B4-BE49-F238E27FC236}">
                <a16:creationId xmlns:a16="http://schemas.microsoft.com/office/drawing/2014/main" id="{1ABD8CAE-5BE7-4EE9-6F72-C163BA26A018}"/>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Basic Design Issues</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B78603C-C4FF-1CCA-FFBE-48A03D550381}"/>
              </a:ext>
            </a:extLst>
          </p:cNvPr>
          <p:cNvSpPr>
            <a:spLocks noGrp="1" noChangeArrowheads="1"/>
          </p:cNvSpPr>
          <p:nvPr>
            <p:ph type="title"/>
          </p:nvPr>
        </p:nvSpPr>
        <p:spPr>
          <a:xfrm>
            <a:off x="1294855" y="1149275"/>
            <a:ext cx="1420178" cy="2215991"/>
          </a:xfrm>
        </p:spPr>
        <p:txBody>
          <a:bodyPr/>
          <a:lstStyle/>
          <a:p>
            <a:pPr>
              <a:defRPr/>
            </a:pPr>
            <a:r>
              <a:rPr lang="en-US" altLang="zh-TW">
                <a:ea typeface="+mj-ea"/>
                <a:cs typeface="+mj-cs"/>
              </a:rPr>
              <a:t>4.1 Naming</a:t>
            </a:r>
          </a:p>
        </p:txBody>
      </p:sp>
      <p:sp>
        <p:nvSpPr>
          <p:cNvPr id="83971" name="Rectangle 3">
            <a:extLst>
              <a:ext uri="{FF2B5EF4-FFF2-40B4-BE49-F238E27FC236}">
                <a16:creationId xmlns:a16="http://schemas.microsoft.com/office/drawing/2014/main" id="{3A758FEC-1960-9CF0-6B93-AE5764634DF3}"/>
              </a:ext>
            </a:extLst>
          </p:cNvPr>
          <p:cNvSpPr>
            <a:spLocks noGrp="1"/>
          </p:cNvSpPr>
          <p:nvPr>
            <p:ph sz="quarter" idx="1"/>
          </p:nvPr>
        </p:nvSpPr>
        <p:spPr>
          <a:xfrm>
            <a:off x="1143000" y="1257300"/>
            <a:ext cx="6743700" cy="2492990"/>
          </a:xfrm>
        </p:spPr>
        <p:txBody>
          <a:bodyPr/>
          <a:lstStyle/>
          <a:p>
            <a:pPr eaLnBrk="1" hangingPunct="1"/>
            <a:r>
              <a:rPr lang="en-US" altLang="zh-TW">
                <a:ea typeface="新細明體" panose="02020500000000000000" pitchFamily="18" charset="-120"/>
              </a:rPr>
              <a:t>A name is resolved when translated into an interpretable form for resource/object reference.</a:t>
            </a:r>
          </a:p>
          <a:p>
            <a:pPr lvl="1" eaLnBrk="1" hangingPunct="1"/>
            <a:r>
              <a:rPr lang="en-US" altLang="zh-TW">
                <a:ea typeface="新細明體" panose="02020500000000000000" pitchFamily="18" charset="-120"/>
              </a:rPr>
              <a:t>Communication identifier (IP address + port number)</a:t>
            </a:r>
          </a:p>
          <a:p>
            <a:pPr lvl="1" eaLnBrk="1" hangingPunct="1"/>
            <a:r>
              <a:rPr lang="en-US" altLang="zh-TW">
                <a:ea typeface="新細明體" panose="02020500000000000000" pitchFamily="18" charset="-120"/>
              </a:rPr>
              <a:t>Name resolution involves several translation steps</a:t>
            </a:r>
          </a:p>
          <a:p>
            <a:pPr eaLnBrk="1" hangingPunct="1"/>
            <a:r>
              <a:rPr lang="en-US" altLang="zh-TW">
                <a:ea typeface="新細明體" panose="02020500000000000000" pitchFamily="18" charset="-120"/>
              </a:rPr>
              <a:t>Design considerations</a:t>
            </a:r>
          </a:p>
          <a:p>
            <a:pPr lvl="1" eaLnBrk="1" hangingPunct="1"/>
            <a:r>
              <a:rPr lang="en-US" altLang="zh-TW">
                <a:ea typeface="新細明體" panose="02020500000000000000" pitchFamily="18" charset="-120"/>
              </a:rPr>
              <a:t>Choice of name space for each resource type</a:t>
            </a:r>
          </a:p>
          <a:p>
            <a:pPr lvl="1" eaLnBrk="1" hangingPunct="1"/>
            <a:r>
              <a:rPr lang="en-US" altLang="zh-TW">
                <a:ea typeface="新細明體" panose="02020500000000000000" pitchFamily="18" charset="-120"/>
              </a:rPr>
              <a:t>Name service to resolve resource names to comm. id.</a:t>
            </a:r>
          </a:p>
          <a:p>
            <a:pPr eaLnBrk="1" hangingPunct="1"/>
            <a:r>
              <a:rPr lang="en-US" altLang="zh-TW">
                <a:ea typeface="新細明體" panose="02020500000000000000" pitchFamily="18" charset="-120"/>
              </a:rPr>
              <a:t>Name services include naming context resolution, hierarchical structure, resource protection</a:t>
            </a:r>
          </a:p>
        </p:txBody>
      </p:sp>
      <p:sp>
        <p:nvSpPr>
          <p:cNvPr id="83972" name="Slide Number Placeholder 3">
            <a:extLst>
              <a:ext uri="{FF2B5EF4-FFF2-40B4-BE49-F238E27FC236}">
                <a16:creationId xmlns:a16="http://schemas.microsoft.com/office/drawing/2014/main" id="{3E370D39-C813-5056-7F44-B4F93946068F}"/>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981FBA63-BEDF-4675-BE83-D9734C786EA0}" type="slidenum">
              <a:rPr lang="en-US" altLang="en-US" smtClean="0"/>
              <a:pPr>
                <a:defRPr/>
              </a:pPr>
              <a:t>29</a:t>
            </a:fld>
            <a:endParaRPr lang="en-US" altLang="en-US" sz="1050">
              <a:solidFill>
                <a:srgbClr val="FFFFFF"/>
              </a:solidFill>
            </a:endParaRPr>
          </a:p>
        </p:txBody>
      </p:sp>
      <p:sp>
        <p:nvSpPr>
          <p:cNvPr id="2" name="object 2">
            <a:extLst>
              <a:ext uri="{FF2B5EF4-FFF2-40B4-BE49-F238E27FC236}">
                <a16:creationId xmlns:a16="http://schemas.microsoft.com/office/drawing/2014/main" id="{F41BD86B-DBB8-9DC1-0F8C-3A5F64E22CF7}"/>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Basic Design Issues</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F48496A-E4E2-ADC3-8F68-7F9619E6FAA3}"/>
              </a:ext>
            </a:extLst>
          </p:cNvPr>
          <p:cNvSpPr>
            <a:spLocks noGrp="1" noChangeArrowheads="1"/>
          </p:cNvSpPr>
          <p:nvPr>
            <p:ph type="title"/>
          </p:nvPr>
        </p:nvSpPr>
        <p:spPr>
          <a:xfrm>
            <a:off x="1294855" y="1149275"/>
            <a:ext cx="1420178" cy="3693319"/>
          </a:xfrm>
        </p:spPr>
        <p:txBody>
          <a:bodyPr/>
          <a:lstStyle/>
          <a:p>
            <a:pPr>
              <a:defRPr/>
            </a:pPr>
            <a:r>
              <a:rPr lang="en-US" altLang="zh-TW">
                <a:ea typeface="+mj-ea"/>
                <a:cs typeface="+mj-cs"/>
              </a:rPr>
              <a:t>4.2 Communication</a:t>
            </a:r>
          </a:p>
        </p:txBody>
      </p:sp>
      <p:sp>
        <p:nvSpPr>
          <p:cNvPr id="86019" name="Rectangle 3">
            <a:extLst>
              <a:ext uri="{FF2B5EF4-FFF2-40B4-BE49-F238E27FC236}">
                <a16:creationId xmlns:a16="http://schemas.microsoft.com/office/drawing/2014/main" id="{C9E3F2D9-4A46-2CC4-729E-A5705692D88D}"/>
              </a:ext>
            </a:extLst>
          </p:cNvPr>
          <p:cNvSpPr>
            <a:spLocks noGrp="1"/>
          </p:cNvSpPr>
          <p:nvPr>
            <p:ph sz="quarter" idx="1"/>
          </p:nvPr>
        </p:nvSpPr>
        <p:spPr>
          <a:xfrm>
            <a:off x="1314451" y="1028700"/>
            <a:ext cx="6604397" cy="2492990"/>
          </a:xfrm>
        </p:spPr>
        <p:txBody>
          <a:bodyPr/>
          <a:lstStyle/>
          <a:p>
            <a:pPr eaLnBrk="1" hangingPunct="1"/>
            <a:r>
              <a:rPr lang="en-US" altLang="zh-TW">
                <a:ea typeface="新細明體" panose="02020500000000000000" pitchFamily="18" charset="-120"/>
              </a:rPr>
              <a:t>Separated components communicate with sending processes and receiving processes for </a:t>
            </a:r>
            <a:r>
              <a:rPr lang="en-US" altLang="zh-TW" i="1">
                <a:ea typeface="新細明體" panose="02020500000000000000" pitchFamily="18" charset="-120"/>
              </a:rPr>
              <a:t>data transfer</a:t>
            </a:r>
            <a:r>
              <a:rPr lang="en-US" altLang="zh-TW">
                <a:ea typeface="新細明體" panose="02020500000000000000" pitchFamily="18" charset="-120"/>
              </a:rPr>
              <a:t> and </a:t>
            </a:r>
            <a:r>
              <a:rPr lang="en-US" altLang="zh-TW" i="1">
                <a:ea typeface="新細明體" panose="02020500000000000000" pitchFamily="18" charset="-120"/>
              </a:rPr>
              <a:t>synchronization.</a:t>
            </a:r>
            <a:endParaRPr lang="en-US" altLang="zh-TW">
              <a:ea typeface="新細明體" panose="02020500000000000000" pitchFamily="18" charset="-120"/>
            </a:endParaRPr>
          </a:p>
          <a:p>
            <a:pPr eaLnBrk="1" hangingPunct="1"/>
            <a:r>
              <a:rPr lang="en-US" altLang="zh-TW">
                <a:ea typeface="新細明體" panose="02020500000000000000" pitchFamily="18" charset="-120"/>
              </a:rPr>
              <a:t>Message passing: </a:t>
            </a:r>
            <a:r>
              <a:rPr lang="en-US" altLang="zh-TW" i="1">
                <a:ea typeface="新細明體" panose="02020500000000000000" pitchFamily="18" charset="-120"/>
              </a:rPr>
              <a:t>send</a:t>
            </a:r>
            <a:r>
              <a:rPr lang="en-US" altLang="zh-TW">
                <a:ea typeface="新細明體" panose="02020500000000000000" pitchFamily="18" charset="-120"/>
              </a:rPr>
              <a:t> and </a:t>
            </a:r>
            <a:r>
              <a:rPr lang="en-US" altLang="zh-TW" i="1">
                <a:ea typeface="新細明體" panose="02020500000000000000" pitchFamily="18" charset="-120"/>
              </a:rPr>
              <a:t>receive </a:t>
            </a:r>
            <a:r>
              <a:rPr lang="en-US" altLang="zh-TW">
                <a:ea typeface="新細明體" panose="02020500000000000000" pitchFamily="18" charset="-120"/>
              </a:rPr>
              <a:t>primitives</a:t>
            </a:r>
          </a:p>
          <a:p>
            <a:pPr lvl="1" eaLnBrk="1" hangingPunct="1"/>
            <a:r>
              <a:rPr lang="en-US" altLang="zh-TW">
                <a:ea typeface="新細明體" panose="02020500000000000000" pitchFamily="18" charset="-120"/>
              </a:rPr>
              <a:t>synchronous or blocking</a:t>
            </a:r>
          </a:p>
          <a:p>
            <a:pPr lvl="1" eaLnBrk="1" hangingPunct="1"/>
            <a:r>
              <a:rPr lang="en-US" altLang="zh-TW">
                <a:ea typeface="新細明體" panose="02020500000000000000" pitchFamily="18" charset="-120"/>
              </a:rPr>
              <a:t>asynchronous or non-blocking</a:t>
            </a:r>
          </a:p>
          <a:p>
            <a:pPr lvl="1" eaLnBrk="1" hangingPunct="1"/>
            <a:r>
              <a:rPr lang="en-US" altLang="zh-TW">
                <a:ea typeface="新細明體" panose="02020500000000000000" pitchFamily="18" charset="-120"/>
              </a:rPr>
              <a:t>Abstractions defined: channels, sockets, ports.</a:t>
            </a:r>
          </a:p>
          <a:p>
            <a:pPr eaLnBrk="1" hangingPunct="1"/>
            <a:r>
              <a:rPr lang="en-US" altLang="zh-TW">
                <a:ea typeface="新細明體" panose="02020500000000000000" pitchFamily="18" charset="-120"/>
              </a:rPr>
              <a:t>Communication patterns: client-server communication (e.g., RPC, function shipping) and group multicast</a:t>
            </a:r>
          </a:p>
          <a:p>
            <a:pPr eaLnBrk="1" hangingPunct="1"/>
            <a:endParaRPr lang="en-US" altLang="zh-TW">
              <a:ea typeface="新細明體" panose="02020500000000000000" pitchFamily="18" charset="-120"/>
            </a:endParaRPr>
          </a:p>
        </p:txBody>
      </p:sp>
      <p:sp>
        <p:nvSpPr>
          <p:cNvPr id="86020" name="Slide Number Placeholder 3">
            <a:extLst>
              <a:ext uri="{FF2B5EF4-FFF2-40B4-BE49-F238E27FC236}">
                <a16:creationId xmlns:a16="http://schemas.microsoft.com/office/drawing/2014/main" id="{5ADE6572-8FE5-BB09-D3BA-EC52596B4C19}"/>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981FBA63-BEDF-4675-BE83-D9734C786EA0}" type="slidenum">
              <a:rPr lang="en-US" altLang="en-US" smtClean="0"/>
              <a:pPr>
                <a:defRPr/>
              </a:pPr>
              <a:t>30</a:t>
            </a:fld>
            <a:endParaRPr lang="en-US" altLang="en-US" sz="1050">
              <a:solidFill>
                <a:srgbClr val="FFFFFF"/>
              </a:solidFill>
            </a:endParaRPr>
          </a:p>
        </p:txBody>
      </p:sp>
      <p:sp>
        <p:nvSpPr>
          <p:cNvPr id="2" name="object 2">
            <a:extLst>
              <a:ext uri="{FF2B5EF4-FFF2-40B4-BE49-F238E27FC236}">
                <a16:creationId xmlns:a16="http://schemas.microsoft.com/office/drawing/2014/main" id="{BCE3DED8-97BB-B733-5B09-4A65E93BAC68}"/>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Basic Design Issues</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12DD2AD9-BF9E-F782-6CBF-EC37E8997F9A}"/>
              </a:ext>
            </a:extLst>
          </p:cNvPr>
          <p:cNvSpPr>
            <a:spLocks noGrp="1" noChangeArrowheads="1"/>
          </p:cNvSpPr>
          <p:nvPr>
            <p:ph type="title"/>
          </p:nvPr>
        </p:nvSpPr>
        <p:spPr>
          <a:xfrm>
            <a:off x="1294855" y="1149275"/>
            <a:ext cx="1420178" cy="3693319"/>
          </a:xfrm>
        </p:spPr>
        <p:txBody>
          <a:bodyPr/>
          <a:lstStyle/>
          <a:p>
            <a:pPr>
              <a:defRPr/>
            </a:pPr>
            <a:r>
              <a:rPr lang="en-US" altLang="zh-TW">
                <a:ea typeface="+mj-ea"/>
                <a:cs typeface="+mj-cs"/>
              </a:rPr>
              <a:t>4.3 Software Structure</a:t>
            </a:r>
          </a:p>
        </p:txBody>
      </p:sp>
      <p:grpSp>
        <p:nvGrpSpPr>
          <p:cNvPr id="2" name="Group 9">
            <a:extLst>
              <a:ext uri="{FF2B5EF4-FFF2-40B4-BE49-F238E27FC236}">
                <a16:creationId xmlns:a16="http://schemas.microsoft.com/office/drawing/2014/main" id="{BF7C936C-186C-3E1C-19C5-D6C1878186FB}"/>
              </a:ext>
            </a:extLst>
          </p:cNvPr>
          <p:cNvGrpSpPr>
            <a:grpSpLocks/>
          </p:cNvGrpSpPr>
          <p:nvPr/>
        </p:nvGrpSpPr>
        <p:grpSpPr bwMode="auto">
          <a:xfrm>
            <a:off x="1294855" y="1047750"/>
            <a:ext cx="6477545" cy="3276600"/>
            <a:chOff x="1152" y="1776"/>
            <a:chExt cx="3648" cy="1536"/>
          </a:xfrm>
        </p:grpSpPr>
        <p:sp>
          <p:nvSpPr>
            <p:cNvPr id="88070" name="Rectangle 4">
              <a:extLst>
                <a:ext uri="{FF2B5EF4-FFF2-40B4-BE49-F238E27FC236}">
                  <a16:creationId xmlns:a16="http://schemas.microsoft.com/office/drawing/2014/main" id="{477FB70C-053B-7F82-5DAB-7A73417105E1}"/>
                </a:ext>
              </a:extLst>
            </p:cNvPr>
            <p:cNvSpPr>
              <a:spLocks noChangeArrowheads="1"/>
            </p:cNvSpPr>
            <p:nvPr/>
          </p:nvSpPr>
          <p:spPr bwMode="auto">
            <a:xfrm>
              <a:off x="1152" y="1776"/>
              <a:ext cx="3648" cy="384"/>
            </a:xfrm>
            <a:prstGeom prst="rect">
              <a:avLst/>
            </a:prstGeom>
            <a:solidFill>
              <a:schemeClr val="accent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ctr"/>
              <a:r>
                <a:rPr lang="en-US" altLang="zh-TW" sz="1800">
                  <a:ea typeface="新細明體" panose="02020500000000000000" pitchFamily="18" charset="-120"/>
                </a:rPr>
                <a:t>Applications</a:t>
              </a:r>
            </a:p>
          </p:txBody>
        </p:sp>
        <p:sp>
          <p:nvSpPr>
            <p:cNvPr id="88071" name="Rectangle 6">
              <a:extLst>
                <a:ext uri="{FF2B5EF4-FFF2-40B4-BE49-F238E27FC236}">
                  <a16:creationId xmlns:a16="http://schemas.microsoft.com/office/drawing/2014/main" id="{D74A19C7-6299-946A-A756-0FC95F67A828}"/>
                </a:ext>
              </a:extLst>
            </p:cNvPr>
            <p:cNvSpPr>
              <a:spLocks noChangeArrowheads="1"/>
            </p:cNvSpPr>
            <p:nvPr/>
          </p:nvSpPr>
          <p:spPr bwMode="auto">
            <a:xfrm>
              <a:off x="1152" y="2160"/>
              <a:ext cx="3648" cy="384"/>
            </a:xfrm>
            <a:prstGeom prst="rect">
              <a:avLst/>
            </a:prstGeom>
            <a:solidFill>
              <a:schemeClr val="accent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ctr"/>
              <a:r>
                <a:rPr lang="en-US" altLang="zh-TW" sz="1800">
                  <a:ea typeface="新細明體" panose="02020500000000000000" pitchFamily="18" charset="-120"/>
                </a:rPr>
                <a:t>Middleware</a:t>
              </a:r>
            </a:p>
          </p:txBody>
        </p:sp>
        <p:sp>
          <p:nvSpPr>
            <p:cNvPr id="88072" name="Rectangle 7">
              <a:extLst>
                <a:ext uri="{FF2B5EF4-FFF2-40B4-BE49-F238E27FC236}">
                  <a16:creationId xmlns:a16="http://schemas.microsoft.com/office/drawing/2014/main" id="{215E3315-3D96-24E2-FF3F-E545469DB166}"/>
                </a:ext>
              </a:extLst>
            </p:cNvPr>
            <p:cNvSpPr>
              <a:spLocks noChangeArrowheads="1"/>
            </p:cNvSpPr>
            <p:nvPr/>
          </p:nvSpPr>
          <p:spPr bwMode="auto">
            <a:xfrm>
              <a:off x="1152" y="2544"/>
              <a:ext cx="3648" cy="384"/>
            </a:xfrm>
            <a:prstGeom prst="rect">
              <a:avLst/>
            </a:prstGeom>
            <a:solidFill>
              <a:schemeClr val="accent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ctr"/>
              <a:r>
                <a:rPr lang="en-US" altLang="zh-TW" sz="1800">
                  <a:ea typeface="新細明體" panose="02020500000000000000" pitchFamily="18" charset="-120"/>
                </a:rPr>
                <a:t>Operating system</a:t>
              </a:r>
            </a:p>
          </p:txBody>
        </p:sp>
        <p:sp>
          <p:nvSpPr>
            <p:cNvPr id="88073" name="Rectangle 8">
              <a:extLst>
                <a:ext uri="{FF2B5EF4-FFF2-40B4-BE49-F238E27FC236}">
                  <a16:creationId xmlns:a16="http://schemas.microsoft.com/office/drawing/2014/main" id="{AE01D783-DCBC-39F2-8439-ADE88A067288}"/>
                </a:ext>
              </a:extLst>
            </p:cNvPr>
            <p:cNvSpPr>
              <a:spLocks noChangeArrowheads="1"/>
            </p:cNvSpPr>
            <p:nvPr/>
          </p:nvSpPr>
          <p:spPr bwMode="auto">
            <a:xfrm>
              <a:off x="1152" y="2928"/>
              <a:ext cx="3648" cy="384"/>
            </a:xfrm>
            <a:prstGeom prst="rect">
              <a:avLst/>
            </a:prstGeom>
            <a:solidFill>
              <a:schemeClr val="accent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ctr"/>
              <a:r>
                <a:rPr lang="en-US" altLang="zh-TW" sz="1800">
                  <a:ea typeface="新細明體" panose="02020500000000000000" pitchFamily="18" charset="-120"/>
                </a:rPr>
                <a:t>Computer and Network Hardware</a:t>
              </a:r>
            </a:p>
          </p:txBody>
        </p:sp>
      </p:grpSp>
      <p:sp>
        <p:nvSpPr>
          <p:cNvPr id="88069" name="Slide Number Placeholder 8">
            <a:extLst>
              <a:ext uri="{FF2B5EF4-FFF2-40B4-BE49-F238E27FC236}">
                <a16:creationId xmlns:a16="http://schemas.microsoft.com/office/drawing/2014/main" id="{5EE64B94-4E55-A978-4B60-5DE5C862FDC2}"/>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981FBA63-BEDF-4675-BE83-D9734C786EA0}" type="slidenum">
              <a:rPr lang="en-US" altLang="en-US" smtClean="0"/>
              <a:pPr>
                <a:defRPr/>
              </a:pPr>
              <a:t>31</a:t>
            </a:fld>
            <a:endParaRPr lang="en-US" altLang="en-US" sz="1050">
              <a:solidFill>
                <a:srgbClr val="FFFFFF"/>
              </a:solidFill>
            </a:endParaRPr>
          </a:p>
        </p:txBody>
      </p:sp>
      <p:sp>
        <p:nvSpPr>
          <p:cNvPr id="3" name="object 2">
            <a:extLst>
              <a:ext uri="{FF2B5EF4-FFF2-40B4-BE49-F238E27FC236}">
                <a16:creationId xmlns:a16="http://schemas.microsoft.com/office/drawing/2014/main" id="{0ABC4CFC-1567-CBEF-36F5-08BFE34E8BC9}"/>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Layers in centralized computer systems: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67336E83-4457-FD90-74BB-B210CB9B6C8F}"/>
              </a:ext>
            </a:extLst>
          </p:cNvPr>
          <p:cNvSpPr>
            <a:spLocks noGrp="1" noChangeArrowheads="1"/>
          </p:cNvSpPr>
          <p:nvPr>
            <p:ph type="title"/>
          </p:nvPr>
        </p:nvSpPr>
        <p:spPr>
          <a:xfrm>
            <a:off x="1294855" y="1149275"/>
            <a:ext cx="1420178" cy="3693319"/>
          </a:xfrm>
        </p:spPr>
        <p:txBody>
          <a:bodyPr/>
          <a:lstStyle/>
          <a:p>
            <a:pPr>
              <a:defRPr/>
            </a:pPr>
            <a:r>
              <a:rPr lang="en-US" altLang="zh-TW">
                <a:ea typeface="+mj-ea"/>
                <a:cs typeface="+mj-cs"/>
              </a:rPr>
              <a:t>4.3 Software Structure</a:t>
            </a:r>
          </a:p>
        </p:txBody>
      </p:sp>
      <p:grpSp>
        <p:nvGrpSpPr>
          <p:cNvPr id="2" name="Group 26">
            <a:extLst>
              <a:ext uri="{FF2B5EF4-FFF2-40B4-BE49-F238E27FC236}">
                <a16:creationId xmlns:a16="http://schemas.microsoft.com/office/drawing/2014/main" id="{2F44EB95-909A-C338-261A-187EA9465DFF}"/>
              </a:ext>
            </a:extLst>
          </p:cNvPr>
          <p:cNvGrpSpPr>
            <a:grpSpLocks/>
          </p:cNvGrpSpPr>
          <p:nvPr/>
        </p:nvGrpSpPr>
        <p:grpSpPr bwMode="auto">
          <a:xfrm>
            <a:off x="1143000" y="971550"/>
            <a:ext cx="6057900" cy="3314701"/>
            <a:chOff x="912" y="1514"/>
            <a:chExt cx="4416" cy="2086"/>
          </a:xfrm>
        </p:grpSpPr>
        <p:sp>
          <p:nvSpPr>
            <p:cNvPr id="90118" name="Rectangle 6">
              <a:extLst>
                <a:ext uri="{FF2B5EF4-FFF2-40B4-BE49-F238E27FC236}">
                  <a16:creationId xmlns:a16="http://schemas.microsoft.com/office/drawing/2014/main" id="{1AF53E7A-0B32-083F-1915-295B5028D6C2}"/>
                </a:ext>
              </a:extLst>
            </p:cNvPr>
            <p:cNvSpPr>
              <a:spLocks noChangeArrowheads="1"/>
            </p:cNvSpPr>
            <p:nvPr/>
          </p:nvSpPr>
          <p:spPr bwMode="auto">
            <a:xfrm>
              <a:off x="912" y="1536"/>
              <a:ext cx="4416" cy="2064"/>
            </a:xfrm>
            <a:prstGeom prst="rect">
              <a:avLst/>
            </a:prstGeom>
            <a:solidFill>
              <a:schemeClr val="accent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ctr"/>
              <a:endParaRPr lang="zh-TW" altLang="en-US" sz="1800">
                <a:ea typeface="新細明體" panose="02020500000000000000" pitchFamily="18" charset="-120"/>
              </a:endParaRPr>
            </a:p>
          </p:txBody>
        </p:sp>
        <p:sp>
          <p:nvSpPr>
            <p:cNvPr id="90119" name="Line 8">
              <a:extLst>
                <a:ext uri="{FF2B5EF4-FFF2-40B4-BE49-F238E27FC236}">
                  <a16:creationId xmlns:a16="http://schemas.microsoft.com/office/drawing/2014/main" id="{3182D6AE-454A-B90D-A707-A316E349473A}"/>
                </a:ext>
              </a:extLst>
            </p:cNvPr>
            <p:cNvSpPr>
              <a:spLocks noChangeShapeType="1"/>
            </p:cNvSpPr>
            <p:nvPr/>
          </p:nvSpPr>
          <p:spPr bwMode="auto">
            <a:xfrm>
              <a:off x="912" y="3264"/>
              <a:ext cx="44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90120" name="Line 11">
              <a:extLst>
                <a:ext uri="{FF2B5EF4-FFF2-40B4-BE49-F238E27FC236}">
                  <a16:creationId xmlns:a16="http://schemas.microsoft.com/office/drawing/2014/main" id="{D43AABC3-A6FB-7688-932B-CE0432B9F0BB}"/>
                </a:ext>
              </a:extLst>
            </p:cNvPr>
            <p:cNvSpPr>
              <a:spLocks noChangeShapeType="1"/>
            </p:cNvSpPr>
            <p:nvPr/>
          </p:nvSpPr>
          <p:spPr bwMode="auto">
            <a:xfrm>
              <a:off x="912" y="2976"/>
              <a:ext cx="350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90121" name="Line 12">
              <a:extLst>
                <a:ext uri="{FF2B5EF4-FFF2-40B4-BE49-F238E27FC236}">
                  <a16:creationId xmlns:a16="http://schemas.microsoft.com/office/drawing/2014/main" id="{0948F47B-6F19-030B-A362-1F5E84A0671E}"/>
                </a:ext>
              </a:extLst>
            </p:cNvPr>
            <p:cNvSpPr>
              <a:spLocks noChangeShapeType="1"/>
            </p:cNvSpPr>
            <p:nvPr/>
          </p:nvSpPr>
          <p:spPr bwMode="auto">
            <a:xfrm>
              <a:off x="4416" y="2976"/>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90122" name="Line 13">
              <a:extLst>
                <a:ext uri="{FF2B5EF4-FFF2-40B4-BE49-F238E27FC236}">
                  <a16:creationId xmlns:a16="http://schemas.microsoft.com/office/drawing/2014/main" id="{F6733712-D826-94D3-8F5D-AC64895362C5}"/>
                </a:ext>
              </a:extLst>
            </p:cNvPr>
            <p:cNvSpPr>
              <a:spLocks noChangeShapeType="1"/>
            </p:cNvSpPr>
            <p:nvPr/>
          </p:nvSpPr>
          <p:spPr bwMode="auto">
            <a:xfrm flipV="1">
              <a:off x="1440" y="2256"/>
              <a:ext cx="0" cy="7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90123" name="Line 14">
              <a:extLst>
                <a:ext uri="{FF2B5EF4-FFF2-40B4-BE49-F238E27FC236}">
                  <a16:creationId xmlns:a16="http://schemas.microsoft.com/office/drawing/2014/main" id="{579FB783-0CE7-D877-4252-44C0B3727925}"/>
                </a:ext>
              </a:extLst>
            </p:cNvPr>
            <p:cNvSpPr>
              <a:spLocks noChangeShapeType="1"/>
            </p:cNvSpPr>
            <p:nvPr/>
          </p:nvSpPr>
          <p:spPr bwMode="auto">
            <a:xfrm>
              <a:off x="1440" y="2256"/>
              <a:ext cx="21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90124" name="Line 15">
              <a:extLst>
                <a:ext uri="{FF2B5EF4-FFF2-40B4-BE49-F238E27FC236}">
                  <a16:creationId xmlns:a16="http://schemas.microsoft.com/office/drawing/2014/main" id="{FE43EE11-FF7B-3614-D8EB-6EB6AAB4A3C0}"/>
                </a:ext>
              </a:extLst>
            </p:cNvPr>
            <p:cNvSpPr>
              <a:spLocks noChangeShapeType="1"/>
            </p:cNvSpPr>
            <p:nvPr/>
          </p:nvSpPr>
          <p:spPr bwMode="auto">
            <a:xfrm>
              <a:off x="3552" y="2256"/>
              <a:ext cx="0" cy="4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90125" name="Line 16">
              <a:extLst>
                <a:ext uri="{FF2B5EF4-FFF2-40B4-BE49-F238E27FC236}">
                  <a16:creationId xmlns:a16="http://schemas.microsoft.com/office/drawing/2014/main" id="{FFD220C4-3D1A-E9ED-A901-474FC0548557}"/>
                </a:ext>
              </a:extLst>
            </p:cNvPr>
            <p:cNvSpPr>
              <a:spLocks noChangeShapeType="1"/>
            </p:cNvSpPr>
            <p:nvPr/>
          </p:nvSpPr>
          <p:spPr bwMode="auto">
            <a:xfrm flipH="1">
              <a:off x="2400" y="2688"/>
              <a:ext cx="115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90126" name="Line 17">
              <a:extLst>
                <a:ext uri="{FF2B5EF4-FFF2-40B4-BE49-F238E27FC236}">
                  <a16:creationId xmlns:a16="http://schemas.microsoft.com/office/drawing/2014/main" id="{3DC849D9-4628-1229-52C5-5BB5758A7823}"/>
                </a:ext>
              </a:extLst>
            </p:cNvPr>
            <p:cNvSpPr>
              <a:spLocks noChangeShapeType="1"/>
            </p:cNvSpPr>
            <p:nvPr/>
          </p:nvSpPr>
          <p:spPr bwMode="auto">
            <a:xfrm>
              <a:off x="2400" y="2688"/>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90127" name="Line 18">
              <a:extLst>
                <a:ext uri="{FF2B5EF4-FFF2-40B4-BE49-F238E27FC236}">
                  <a16:creationId xmlns:a16="http://schemas.microsoft.com/office/drawing/2014/main" id="{A3E2F47F-4134-88EC-9388-C686F4A2087A}"/>
                </a:ext>
              </a:extLst>
            </p:cNvPr>
            <p:cNvSpPr>
              <a:spLocks noChangeShapeType="1"/>
            </p:cNvSpPr>
            <p:nvPr/>
          </p:nvSpPr>
          <p:spPr bwMode="auto">
            <a:xfrm flipV="1">
              <a:off x="2400" y="1872"/>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90128" name="Line 19">
              <a:extLst>
                <a:ext uri="{FF2B5EF4-FFF2-40B4-BE49-F238E27FC236}">
                  <a16:creationId xmlns:a16="http://schemas.microsoft.com/office/drawing/2014/main" id="{E79C1B09-C28C-6860-0356-E6004685C444}"/>
                </a:ext>
              </a:extLst>
            </p:cNvPr>
            <p:cNvSpPr>
              <a:spLocks noChangeShapeType="1"/>
            </p:cNvSpPr>
            <p:nvPr/>
          </p:nvSpPr>
          <p:spPr bwMode="auto">
            <a:xfrm>
              <a:off x="2400" y="1872"/>
              <a:ext cx="292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90129" name="Text Box 21">
              <a:extLst>
                <a:ext uri="{FF2B5EF4-FFF2-40B4-BE49-F238E27FC236}">
                  <a16:creationId xmlns:a16="http://schemas.microsoft.com/office/drawing/2014/main" id="{312DD566-DEB0-0F43-81F1-79479CB5DCC2}"/>
                </a:ext>
              </a:extLst>
            </p:cNvPr>
            <p:cNvSpPr txBox="1">
              <a:spLocks noChangeArrowheads="1"/>
            </p:cNvSpPr>
            <p:nvPr/>
          </p:nvSpPr>
          <p:spPr bwMode="auto">
            <a:xfrm>
              <a:off x="2918" y="1514"/>
              <a:ext cx="11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800">
                  <a:ea typeface="新細明體" panose="02020500000000000000" pitchFamily="18" charset="-120"/>
                </a:rPr>
                <a:t>Applications</a:t>
              </a:r>
            </a:p>
          </p:txBody>
        </p:sp>
        <p:sp>
          <p:nvSpPr>
            <p:cNvPr id="90130" name="Text Box 22">
              <a:extLst>
                <a:ext uri="{FF2B5EF4-FFF2-40B4-BE49-F238E27FC236}">
                  <a16:creationId xmlns:a16="http://schemas.microsoft.com/office/drawing/2014/main" id="{6552CA04-ECC4-F7C4-9652-DA1F4AC3CE2A}"/>
                </a:ext>
              </a:extLst>
            </p:cNvPr>
            <p:cNvSpPr txBox="1">
              <a:spLocks noChangeArrowheads="1"/>
            </p:cNvSpPr>
            <p:nvPr/>
          </p:nvSpPr>
          <p:spPr bwMode="auto">
            <a:xfrm>
              <a:off x="1478" y="2234"/>
              <a:ext cx="2132"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800">
                  <a:ea typeface="新細明體" panose="02020500000000000000" pitchFamily="18" charset="-120"/>
                </a:rPr>
                <a:t>Distributed programming</a:t>
              </a:r>
            </a:p>
            <a:p>
              <a:r>
                <a:rPr lang="en-US" altLang="zh-TW" sz="1800">
                  <a:ea typeface="新細明體" panose="02020500000000000000" pitchFamily="18" charset="-120"/>
                </a:rPr>
                <a:t>support</a:t>
              </a:r>
            </a:p>
          </p:txBody>
        </p:sp>
        <p:sp>
          <p:nvSpPr>
            <p:cNvPr id="90131" name="Text Box 23">
              <a:extLst>
                <a:ext uri="{FF2B5EF4-FFF2-40B4-BE49-F238E27FC236}">
                  <a16:creationId xmlns:a16="http://schemas.microsoft.com/office/drawing/2014/main" id="{D7FE08A9-3484-8137-BC84-1F4688C4297B}"/>
                </a:ext>
              </a:extLst>
            </p:cNvPr>
            <p:cNvSpPr txBox="1">
              <a:spLocks noChangeArrowheads="1"/>
            </p:cNvSpPr>
            <p:nvPr/>
          </p:nvSpPr>
          <p:spPr bwMode="auto">
            <a:xfrm>
              <a:off x="4118" y="2090"/>
              <a:ext cx="780"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800">
                  <a:ea typeface="新細明體" panose="02020500000000000000" pitchFamily="18" charset="-120"/>
                </a:rPr>
                <a:t>Open</a:t>
              </a:r>
            </a:p>
            <a:p>
              <a:r>
                <a:rPr lang="en-US" altLang="zh-TW" sz="1800">
                  <a:ea typeface="新細明體" panose="02020500000000000000" pitchFamily="18" charset="-120"/>
                </a:rPr>
                <a:t>services</a:t>
              </a:r>
            </a:p>
          </p:txBody>
        </p:sp>
        <p:sp>
          <p:nvSpPr>
            <p:cNvPr id="90132" name="Text Box 24">
              <a:extLst>
                <a:ext uri="{FF2B5EF4-FFF2-40B4-BE49-F238E27FC236}">
                  <a16:creationId xmlns:a16="http://schemas.microsoft.com/office/drawing/2014/main" id="{D55CAB15-37A4-ABC6-EECA-DC2FB964E65B}"/>
                </a:ext>
              </a:extLst>
            </p:cNvPr>
            <p:cNvSpPr txBox="1">
              <a:spLocks noChangeArrowheads="1"/>
            </p:cNvSpPr>
            <p:nvPr/>
          </p:nvSpPr>
          <p:spPr bwMode="auto">
            <a:xfrm>
              <a:off x="1286" y="2954"/>
              <a:ext cx="236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800">
                  <a:ea typeface="新細明體" panose="02020500000000000000" pitchFamily="18" charset="-120"/>
                </a:rPr>
                <a:t>Open system kernel services</a:t>
              </a:r>
            </a:p>
          </p:txBody>
        </p:sp>
        <p:sp>
          <p:nvSpPr>
            <p:cNvPr id="90133" name="Text Box 25">
              <a:extLst>
                <a:ext uri="{FF2B5EF4-FFF2-40B4-BE49-F238E27FC236}">
                  <a16:creationId xmlns:a16="http://schemas.microsoft.com/office/drawing/2014/main" id="{D19BCD58-852A-807B-C058-2DE3F290A335}"/>
                </a:ext>
              </a:extLst>
            </p:cNvPr>
            <p:cNvSpPr txBox="1">
              <a:spLocks noChangeArrowheads="1"/>
            </p:cNvSpPr>
            <p:nvPr/>
          </p:nvSpPr>
          <p:spPr bwMode="auto">
            <a:xfrm>
              <a:off x="1670" y="3290"/>
              <a:ext cx="271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zh-TW" sz="1800">
                  <a:ea typeface="新細明體" panose="02020500000000000000" pitchFamily="18" charset="-120"/>
                </a:rPr>
                <a:t>Computer and network hardware</a:t>
              </a:r>
            </a:p>
          </p:txBody>
        </p:sp>
      </p:grpSp>
      <p:sp>
        <p:nvSpPr>
          <p:cNvPr id="90117" name="Slide Number Placeholder 20">
            <a:extLst>
              <a:ext uri="{FF2B5EF4-FFF2-40B4-BE49-F238E27FC236}">
                <a16:creationId xmlns:a16="http://schemas.microsoft.com/office/drawing/2014/main" id="{37725022-96F5-E022-0461-1B4BFE150A0F}"/>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981FBA63-BEDF-4675-BE83-D9734C786EA0}" type="slidenum">
              <a:rPr lang="en-US" altLang="en-US" smtClean="0"/>
              <a:pPr>
                <a:defRPr/>
              </a:pPr>
              <a:t>32</a:t>
            </a:fld>
            <a:endParaRPr lang="en-US" altLang="en-US" sz="1050">
              <a:solidFill>
                <a:srgbClr val="FFFFFF"/>
              </a:solidFill>
            </a:endParaRPr>
          </a:p>
        </p:txBody>
      </p:sp>
      <p:sp>
        <p:nvSpPr>
          <p:cNvPr id="3" name="object 2">
            <a:extLst>
              <a:ext uri="{FF2B5EF4-FFF2-40B4-BE49-F238E27FC236}">
                <a16:creationId xmlns:a16="http://schemas.microsoft.com/office/drawing/2014/main" id="{CBECCDE9-063F-BABA-F3C0-CD757A9F8E27}"/>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Layers and dependencies in distributed systems: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TotalTime>
  <Words>4338</Words>
  <Application>Microsoft Office PowerPoint</Application>
  <PresentationFormat>On-screen Show (16:9)</PresentationFormat>
  <Paragraphs>405</Paragraphs>
  <Slides>32</Slides>
  <Notes>20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32</vt:i4>
      </vt:variant>
    </vt:vector>
  </HeadingPairs>
  <TitlesOfParts>
    <vt:vector size="46" baseType="lpstr">
      <vt:lpstr>新細明體</vt:lpstr>
      <vt:lpstr>Arial</vt:lpstr>
      <vt:lpstr>Arial MT</vt:lpstr>
      <vt:lpstr>Calibri</vt:lpstr>
      <vt:lpstr>Cambria</vt:lpstr>
      <vt:lpstr>Consolas</vt:lpstr>
      <vt:lpstr>Lucida Sans Unicode</vt:lpstr>
      <vt:lpstr>Microsoft Sans Serif</vt:lpstr>
      <vt:lpstr>Symbol</vt:lpstr>
      <vt:lpstr>Tahoma</vt:lpstr>
      <vt:lpstr>Times</vt:lpstr>
      <vt:lpstr>Trebuchet MS</vt:lpstr>
      <vt:lpstr>Zapf Dingbats</vt:lpstr>
      <vt:lpstr>Office Theme</vt:lpstr>
      <vt:lpstr>Distributed Systems</vt:lpstr>
      <vt:lpstr>Outline</vt:lpstr>
      <vt:lpstr>PowerPoint Presentation</vt:lpstr>
      <vt:lpstr>1. What is a Distributed System?</vt:lpstr>
      <vt:lpstr>A distributed system is. . .</vt:lpstr>
      <vt:lpstr>What is a distributed system?</vt:lpstr>
      <vt:lpstr>What is a distributed system?</vt:lpstr>
      <vt:lpstr>What is a distributed system?</vt:lpstr>
      <vt:lpstr>What is a distributed system?</vt:lpstr>
      <vt:lpstr>1.1 Centralized System Characteristics</vt:lpstr>
      <vt:lpstr>Why make a system distributed?</vt:lpstr>
      <vt:lpstr>PowerPoint Presentation</vt:lpstr>
      <vt:lpstr>PowerPoint Presentation</vt:lpstr>
      <vt:lpstr>PowerPoint Presentation</vt:lpstr>
      <vt:lpstr>2.2 Database Management System</vt:lpstr>
      <vt:lpstr>PowerPoint Presentation</vt:lpstr>
      <vt:lpstr>2.4  Internet</vt:lpstr>
      <vt:lpstr>2.4.1 World-Wide-Web</vt:lpstr>
      <vt:lpstr>PowerPoint Presentation</vt:lpstr>
      <vt:lpstr>PowerPoint Presentation</vt:lpstr>
      <vt:lpstr>Examples of distributed systems</vt:lpstr>
      <vt:lpstr>Example: scaling up Facebook</vt:lpstr>
      <vt:lpstr>Example: scaling up Facebook</vt:lpstr>
      <vt:lpstr>Example: scaling up Facebook</vt:lpstr>
      <vt:lpstr>What are important ?</vt:lpstr>
      <vt:lpstr>Latency and bandwidth</vt:lpstr>
      <vt:lpstr>PowerPoint Presentation</vt:lpstr>
      <vt:lpstr>4. Basic Design Issues</vt:lpstr>
      <vt:lpstr>4.1 Naming</vt:lpstr>
      <vt:lpstr>4.2 Communication</vt:lpstr>
      <vt:lpstr>4.3 Software Structure</vt:lpstr>
      <vt:lpstr>4.3 Software 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Trang Nguyen Thuy</cp:lastModifiedBy>
  <cp:revision>20</cp:revision>
  <dcterms:created xsi:type="dcterms:W3CDTF">2024-11-10T16:02:52Z</dcterms:created>
  <dcterms:modified xsi:type="dcterms:W3CDTF">2025-01-04T05:14:45Z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